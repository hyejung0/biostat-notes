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91" r:id="rId5"/>
  </p:sldMasterIdLst>
  <p:notesMasterIdLst>
    <p:notesMasterId r:id="rId57"/>
  </p:notesMasterIdLst>
  <p:handoutMasterIdLst>
    <p:handoutMasterId r:id="rId58"/>
  </p:handoutMasterIdLst>
  <p:sldIdLst>
    <p:sldId id="560" r:id="rId6"/>
    <p:sldId id="554" r:id="rId7"/>
    <p:sldId id="555" r:id="rId8"/>
    <p:sldId id="556" r:id="rId9"/>
    <p:sldId id="557" r:id="rId10"/>
    <p:sldId id="564" r:id="rId11"/>
    <p:sldId id="565" r:id="rId12"/>
    <p:sldId id="293" r:id="rId13"/>
    <p:sldId id="294" r:id="rId14"/>
    <p:sldId id="365" r:id="rId15"/>
    <p:sldId id="514" r:id="rId16"/>
    <p:sldId id="538" r:id="rId17"/>
    <p:sldId id="454" r:id="rId18"/>
    <p:sldId id="455" r:id="rId19"/>
    <p:sldId id="461" r:id="rId20"/>
    <p:sldId id="458" r:id="rId21"/>
    <p:sldId id="516" r:id="rId22"/>
    <p:sldId id="448" r:id="rId23"/>
    <p:sldId id="462" r:id="rId24"/>
    <p:sldId id="340" r:id="rId25"/>
    <p:sldId id="525" r:id="rId26"/>
    <p:sldId id="526" r:id="rId27"/>
    <p:sldId id="490" r:id="rId28"/>
    <p:sldId id="539" r:id="rId29"/>
    <p:sldId id="426" r:id="rId30"/>
    <p:sldId id="427" r:id="rId31"/>
    <p:sldId id="271" r:id="rId32"/>
    <p:sldId id="396" r:id="rId33"/>
    <p:sldId id="376" r:id="rId34"/>
    <p:sldId id="535" r:id="rId35"/>
    <p:sldId id="503" r:id="rId36"/>
    <p:sldId id="561" r:id="rId37"/>
    <p:sldId id="453" r:id="rId38"/>
    <p:sldId id="467" r:id="rId39"/>
    <p:sldId id="513" r:id="rId40"/>
    <p:sldId id="508" r:id="rId41"/>
    <p:sldId id="504" r:id="rId42"/>
    <p:sldId id="530" r:id="rId43"/>
    <p:sldId id="529" r:id="rId44"/>
    <p:sldId id="528" r:id="rId45"/>
    <p:sldId id="276" r:id="rId46"/>
    <p:sldId id="540" r:id="rId47"/>
    <p:sldId id="511" r:id="rId48"/>
    <p:sldId id="381" r:id="rId49"/>
    <p:sldId id="406" r:id="rId50"/>
    <p:sldId id="542" r:id="rId51"/>
    <p:sldId id="477" r:id="rId52"/>
    <p:sldId id="563" r:id="rId53"/>
    <p:sldId id="496" r:id="rId54"/>
    <p:sldId id="546" r:id="rId55"/>
    <p:sldId id="502" r:id="rId56"/>
  </p:sldIdLst>
  <p:sldSz cx="12192000" cy="6858000"/>
  <p:notesSz cx="6858000" cy="9144000"/>
  <p:embeddedFontLst>
    <p:embeddedFont>
      <p:font typeface="Century Gothic" panose="020B0502020202020204" pitchFamily="34" charset="0"/>
      <p:regular r:id="rId59"/>
      <p:bold r:id="rId60"/>
      <p:italic r:id="rId61"/>
      <p:boldItalic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pos="3840" userDrawn="1">
          <p15:clr>
            <a:srgbClr val="A4A3A4"/>
          </p15:clr>
        </p15:guide>
        <p15:guide id="3" orient="horz" pos="2016" userDrawn="1">
          <p15:clr>
            <a:srgbClr val="A4A3A4"/>
          </p15:clr>
        </p15:guide>
        <p15:guide id="4" orient="horz" pos="297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ED3A4B-6600-707B-CB6A-014F3CDF890C}" name="Natasha Woods" initials="NW" userId="4a11c3724ee2112c" providerId="Windows Live"/>
  <p188:author id="{B5E01D4D-A34C-94FB-4E9B-FFD7CED0B1D2}" name="Jessica Cagle" initials="JC" userId="S::u0539867@umail.utah.edu::57bb1152-fbe8-45b4-9819-b3eec815df0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BDC1"/>
    <a:srgbClr val="B5D3D6"/>
    <a:srgbClr val="758E99"/>
    <a:srgbClr val="D8F1F1"/>
    <a:srgbClr val="D8F0F0"/>
    <a:srgbClr val="9DD8D7"/>
    <a:srgbClr val="B5D2D6"/>
    <a:srgbClr val="90BCC1"/>
    <a:srgbClr val="707271"/>
    <a:srgbClr val="6364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09" autoAdjust="0"/>
    <p:restoredTop sz="67324" autoAdjust="0"/>
  </p:normalViewPr>
  <p:slideViewPr>
    <p:cSldViewPr showGuides="1">
      <p:cViewPr varScale="1">
        <p:scale>
          <a:sx n="118" d="100"/>
          <a:sy n="118" d="100"/>
        </p:scale>
        <p:origin x="232" y="336"/>
      </p:cViewPr>
      <p:guideLst>
        <p:guide orient="horz"/>
        <p:guide pos="3840"/>
        <p:guide orient="horz" pos="2016"/>
        <p:guide orient="horz" pos="2976"/>
      </p:guideLst>
    </p:cSldViewPr>
  </p:slideViewPr>
  <p:outlineViewPr>
    <p:cViewPr>
      <p:scale>
        <a:sx n="33" d="100"/>
        <a:sy n="33" d="100"/>
      </p:scale>
      <p:origin x="0" y="0"/>
    </p:cViewPr>
  </p:outlineViewPr>
  <p:notesTextViewPr>
    <p:cViewPr>
      <p:scale>
        <a:sx n="1" d="1"/>
        <a:sy n="1" d="1"/>
      </p:scale>
      <p:origin x="0" y="0"/>
    </p:cViewPr>
  </p:notesTextViewPr>
  <p:sorterViewPr>
    <p:cViewPr>
      <p:scale>
        <a:sx n="62" d="100"/>
        <a:sy n="62" d="100"/>
      </p:scale>
      <p:origin x="0" y="0"/>
    </p:cViewPr>
  </p:sorterViewPr>
  <p:notesViewPr>
    <p:cSldViewPr showGuides="1">
      <p:cViewPr varScale="1">
        <p:scale>
          <a:sx n="132" d="100"/>
          <a:sy n="132" d="100"/>
        </p:scale>
        <p:origin x="5408" y="17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handoutMaster" Target="handoutMasters/handoutMaster1.xml"/><Relationship Id="rId66" Type="http://schemas.openxmlformats.org/officeDocument/2006/relationships/tableStyles" Target="tableStyles.xml"/><Relationship Id="rId5" Type="http://schemas.openxmlformats.org/officeDocument/2006/relationships/slideMaster" Target="slideMasters/slideMaster1.xml"/><Relationship Id="rId61" Type="http://schemas.openxmlformats.org/officeDocument/2006/relationships/font" Target="fonts/font3.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1.fntdata"/><Relationship Id="rId67" Type="http://schemas.microsoft.com/office/2018/10/relationships/authors" Targe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font" Target="fonts/font2.fntdata"/><Relationship Id="rId65"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0%</c:formatCode>
                <c:ptCount val="4"/>
                <c:pt idx="0">
                  <c:v>0.4</c:v>
                </c:pt>
                <c:pt idx="1">
                  <c:v>0.35</c:v>
                </c:pt>
                <c:pt idx="2">
                  <c:v>0.15</c:v>
                </c:pt>
                <c:pt idx="3">
                  <c:v>0.1</c:v>
                </c:pt>
              </c:numCache>
            </c:numRef>
          </c:val>
          <c:extLst>
            <c:ext xmlns:c16="http://schemas.microsoft.com/office/drawing/2014/chart" uri="{C3380CC4-5D6E-409C-BE32-E72D297353CC}">
              <c16:uniqueId val="{00000000-EB9C-3741-9980-0A47EB657EC6}"/>
            </c:ext>
          </c:extLst>
        </c:ser>
        <c:ser>
          <c:idx val="1"/>
          <c:order val="1"/>
          <c:tx>
            <c:strRef>
              <c:f>Sheet1!$C$1</c:f>
              <c:strCache>
                <c:ptCount val="1"/>
                <c:pt idx="0">
                  <c:v>Series 2</c:v>
                </c:pt>
              </c:strCache>
            </c:strRef>
          </c:tx>
          <c:spPr>
            <a:solidFill>
              <a:schemeClr val="accent6"/>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0-4465-9248-AC4E-F9AEEBF35ABC}"/>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1-4465-9248-AC4E-F9AEEBF35ABC}"/>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2-4465-9248-AC4E-F9AEEBF35ABC}"/>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3-4465-9248-AC4E-F9AEEBF35AB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0%</c:formatCode>
                <c:ptCount val="4"/>
                <c:pt idx="0">
                  <c:v>0.6</c:v>
                </c:pt>
                <c:pt idx="1">
                  <c:v>0.3</c:v>
                </c:pt>
                <c:pt idx="2">
                  <c:v>0.05</c:v>
                </c:pt>
                <c:pt idx="3">
                  <c:v>0.05</c:v>
                </c:pt>
              </c:numCache>
            </c:numRef>
          </c:val>
          <c:extLst>
            <c:ext xmlns:c16="http://schemas.microsoft.com/office/drawing/2014/chart" uri="{C3380CC4-5D6E-409C-BE32-E72D297353CC}">
              <c16:uniqueId val="{00000001-EB9C-3741-9980-0A47EB657EC6}"/>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0%</c:formatCode>
                <c:ptCount val="4"/>
                <c:pt idx="0">
                  <c:v>0.5</c:v>
                </c:pt>
                <c:pt idx="1">
                  <c:v>0.25</c:v>
                </c:pt>
                <c:pt idx="2">
                  <c:v>0.1</c:v>
                </c:pt>
                <c:pt idx="3">
                  <c:v>0.15</c:v>
                </c:pt>
              </c:numCache>
            </c:numRef>
          </c:val>
          <c:extLst>
            <c:ext xmlns:c16="http://schemas.microsoft.com/office/drawing/2014/chart" uri="{C3380CC4-5D6E-409C-BE32-E72D297353CC}">
              <c16:uniqueId val="{00000002-EB9C-3741-9980-0A47EB657EC6}"/>
            </c:ext>
          </c:extLst>
        </c:ser>
        <c:ser>
          <c:idx val="3"/>
          <c:order val="3"/>
          <c:tx>
            <c:strRef>
              <c:f>Sheet1!$E$1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Sheet1!$E$2:$E$5</c:f>
              <c:numCache>
                <c:formatCode>0%</c:formatCode>
                <c:ptCount val="4"/>
                <c:pt idx="0">
                  <c:v>0.55000000000000004</c:v>
                </c:pt>
                <c:pt idx="1">
                  <c:v>0.2</c:v>
                </c:pt>
                <c:pt idx="2">
                  <c:v>0.17</c:v>
                </c:pt>
                <c:pt idx="3">
                  <c:v>0.08</c:v>
                </c:pt>
              </c:numCache>
            </c:numRef>
          </c:val>
          <c:extLst>
            <c:ext xmlns:c16="http://schemas.microsoft.com/office/drawing/2014/chart" uri="{C3380CC4-5D6E-409C-BE32-E72D297353CC}">
              <c16:uniqueId val="{00000000-58D8-B642-8F72-B70E94296E8A}"/>
            </c:ext>
          </c:extLst>
        </c:ser>
        <c:dLbls>
          <c:dLblPos val="outEnd"/>
          <c:showLegendKey val="0"/>
          <c:showVal val="1"/>
          <c:showCatName val="0"/>
          <c:showSerName val="0"/>
          <c:showPercent val="0"/>
          <c:showBubbleSize val="0"/>
        </c:dLbls>
        <c:gapWidth val="245"/>
        <c:overlap val="-48"/>
        <c:axId val="1115617087"/>
        <c:axId val="1222790399"/>
      </c:barChart>
      <c:catAx>
        <c:axId val="111561708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2790399"/>
        <c:crosses val="autoZero"/>
        <c:auto val="1"/>
        <c:lblAlgn val="ctr"/>
        <c:lblOffset val="100"/>
        <c:noMultiLvlLbl val="0"/>
      </c:catAx>
      <c:valAx>
        <c:axId val="1222790399"/>
        <c:scaling>
          <c:orientation val="minMax"/>
        </c:scaling>
        <c:delete val="1"/>
        <c:axPos val="t"/>
        <c:majorGridlines>
          <c:spPr>
            <a:ln w="0" cap="flat" cmpd="sng" algn="ctr">
              <a:solidFill>
                <a:schemeClr val="tx1">
                  <a:lumMod val="15000"/>
                  <a:lumOff val="85000"/>
                  <a:alpha val="0"/>
                </a:schemeClr>
              </a:solidFill>
              <a:round/>
            </a:ln>
            <a:effectLst/>
          </c:spPr>
        </c:majorGridlines>
        <c:numFmt formatCode="0%" sourceLinked="1"/>
        <c:majorTickMark val="none"/>
        <c:minorTickMark val="none"/>
        <c:tickLblPos val="none"/>
        <c:crossAx val="1115617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0">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3-24DD-4AAD-9318-6172CDE90706}"/>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4-24DD-4AAD-9318-6172CDE90706}"/>
              </c:ext>
            </c:extLst>
          </c:dPt>
          <c:dPt>
            <c:idx val="2"/>
            <c:invertIfNegative val="0"/>
            <c:bubble3D val="0"/>
            <c:spPr>
              <a:solidFill>
                <a:srgbClr val="D8F1F1"/>
              </a:solidFill>
              <a:ln>
                <a:noFill/>
              </a:ln>
              <a:effectLst/>
            </c:spPr>
            <c:extLst>
              <c:ext xmlns:c16="http://schemas.microsoft.com/office/drawing/2014/chart" uri="{C3380CC4-5D6E-409C-BE32-E72D297353CC}">
                <c16:uniqueId val="{00000005-24DD-4AAD-9318-6172CDE90706}"/>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6-24DD-4AAD-9318-6172CDE90706}"/>
              </c:ext>
            </c:extLst>
          </c:dPt>
          <c:dPt>
            <c:idx val="4"/>
            <c:invertIfNegative val="0"/>
            <c:bubble3D val="0"/>
            <c:spPr>
              <a:solidFill>
                <a:srgbClr val="758E99"/>
              </a:solidFill>
              <a:ln>
                <a:noFill/>
              </a:ln>
              <a:effectLst/>
            </c:spPr>
            <c:extLst>
              <c:ext xmlns:c16="http://schemas.microsoft.com/office/drawing/2014/chart" uri="{C3380CC4-5D6E-409C-BE32-E72D297353CC}">
                <c16:uniqueId val="{00000007-24DD-4AAD-9318-6172CDE90706}"/>
              </c:ext>
            </c:extLst>
          </c:dPt>
          <c:dPt>
            <c:idx val="5"/>
            <c:invertIfNegative val="0"/>
            <c:bubble3D val="0"/>
            <c:spPr>
              <a:solidFill>
                <a:srgbClr val="B5D3D6"/>
              </a:solidFill>
              <a:ln>
                <a:noFill/>
              </a:ln>
              <a:effectLst/>
            </c:spPr>
            <c:extLst>
              <c:ext xmlns:c16="http://schemas.microsoft.com/office/drawing/2014/chart" uri="{C3380CC4-5D6E-409C-BE32-E72D297353CC}">
                <c16:uniqueId val="{00000008-24DD-4AAD-9318-6172CDE90706}"/>
              </c:ext>
            </c:extLst>
          </c:dPt>
          <c:dPt>
            <c:idx val="6"/>
            <c:invertIfNegative val="0"/>
            <c:bubble3D val="0"/>
            <c:spPr>
              <a:solidFill>
                <a:srgbClr val="90BDC1"/>
              </a:solidFill>
              <a:ln>
                <a:noFill/>
              </a:ln>
              <a:effectLst/>
            </c:spPr>
            <c:extLst>
              <c:ext xmlns:c16="http://schemas.microsoft.com/office/drawing/2014/chart" uri="{C3380CC4-5D6E-409C-BE32-E72D297353CC}">
                <c16:uniqueId val="{00000009-24DD-4AAD-9318-6172CDE90706}"/>
              </c:ext>
            </c:extLst>
          </c:dPt>
          <c:dPt>
            <c:idx val="7"/>
            <c:invertIfNegative val="0"/>
            <c:bubble3D val="0"/>
            <c:spPr>
              <a:solidFill>
                <a:schemeClr val="accent4"/>
              </a:solidFill>
              <a:ln>
                <a:noFill/>
              </a:ln>
              <a:effectLst/>
            </c:spPr>
            <c:extLst>
              <c:ext xmlns:c16="http://schemas.microsoft.com/office/drawing/2014/chart" uri="{C3380CC4-5D6E-409C-BE32-E72D297353CC}">
                <c16:uniqueId val="{0000000A-24DD-4AAD-9318-6172CDE90706}"/>
              </c:ext>
            </c:extLst>
          </c:dPt>
          <c:dPt>
            <c:idx val="8"/>
            <c:invertIfNegative val="0"/>
            <c:bubble3D val="0"/>
            <c:spPr>
              <a:solidFill>
                <a:srgbClr val="E4937B"/>
              </a:solidFill>
              <a:ln>
                <a:noFill/>
              </a:ln>
              <a:effectLst/>
            </c:spPr>
            <c:extLst>
              <c:ext xmlns:c16="http://schemas.microsoft.com/office/drawing/2014/chart" uri="{C3380CC4-5D6E-409C-BE32-E72D297353CC}">
                <c16:uniqueId val="{0000000B-24DD-4AAD-9318-6172CDE90706}"/>
              </c:ext>
            </c:extLst>
          </c:dPt>
          <c:dPt>
            <c:idx val="9"/>
            <c:invertIfNegative val="0"/>
            <c:bubble3D val="0"/>
            <c:spPr>
              <a:solidFill>
                <a:schemeClr val="accent1"/>
              </a:solidFill>
              <a:ln>
                <a:noFill/>
              </a:ln>
              <a:effectLst/>
            </c:spPr>
            <c:extLst>
              <c:ext xmlns:c16="http://schemas.microsoft.com/office/drawing/2014/chart" uri="{C3380CC4-5D6E-409C-BE32-E72D297353CC}">
                <c16:uniqueId val="{0000000C-24DD-4AAD-9318-6172CDE90706}"/>
              </c:ext>
            </c:extLst>
          </c:dPt>
          <c:dPt>
            <c:idx val="10"/>
            <c:invertIfNegative val="0"/>
            <c:bubble3D val="0"/>
            <c:spPr>
              <a:solidFill>
                <a:srgbClr val="890000"/>
              </a:solidFill>
              <a:ln>
                <a:noFill/>
              </a:ln>
              <a:effectLst/>
            </c:spPr>
            <c:extLst>
              <c:ext xmlns:c16="http://schemas.microsoft.com/office/drawing/2014/chart" uri="{C3380CC4-5D6E-409C-BE32-E72D297353CC}">
                <c16:uniqueId val="{0000000D-24DD-4AAD-9318-6172CDE90706}"/>
              </c:ext>
            </c:extLst>
          </c:dPt>
          <c:dLbls>
            <c:numFmt formatCode="[$$-409]#,##0" sourceLinked="0"/>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Century Gothic" panose="020B0502020202020204" pitchFamily="34" charset="0"/>
                    <a:ea typeface="+mn-ea"/>
                    <a:cs typeface="+mn-cs"/>
                    <a:sym typeface="Century Gothic" panose="020B0502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Category 1</c:v>
                </c:pt>
                <c:pt idx="1">
                  <c:v>Category 2</c:v>
                </c:pt>
                <c:pt idx="2">
                  <c:v>Category 3</c:v>
                </c:pt>
                <c:pt idx="3">
                  <c:v>Category 4</c:v>
                </c:pt>
                <c:pt idx="4">
                  <c:v>Category 5</c:v>
                </c:pt>
                <c:pt idx="5">
                  <c:v>Category 6</c:v>
                </c:pt>
                <c:pt idx="6">
                  <c:v>Category 7</c:v>
                </c:pt>
                <c:pt idx="7">
                  <c:v>Category 8</c:v>
                </c:pt>
                <c:pt idx="8">
                  <c:v>Category 9</c:v>
                </c:pt>
                <c:pt idx="9">
                  <c:v>Category 10</c:v>
                </c:pt>
                <c:pt idx="10">
                  <c:v>Category 11</c:v>
                </c:pt>
              </c:strCache>
            </c:strRef>
          </c:cat>
          <c:val>
            <c:numRef>
              <c:f>Sheet1!$B$2:$B$12</c:f>
              <c:numCache>
                <c:formatCode>General</c:formatCode>
                <c:ptCount val="11"/>
                <c:pt idx="0">
                  <c:v>150</c:v>
                </c:pt>
                <c:pt idx="1">
                  <c:v>225</c:v>
                </c:pt>
                <c:pt idx="2">
                  <c:v>340</c:v>
                </c:pt>
                <c:pt idx="3">
                  <c:v>400</c:v>
                </c:pt>
                <c:pt idx="4">
                  <c:v>525</c:v>
                </c:pt>
                <c:pt idx="5">
                  <c:v>600</c:v>
                </c:pt>
                <c:pt idx="6">
                  <c:v>750</c:v>
                </c:pt>
                <c:pt idx="7">
                  <c:v>865</c:v>
                </c:pt>
                <c:pt idx="8">
                  <c:v>1000</c:v>
                </c:pt>
                <c:pt idx="9">
                  <c:v>1150</c:v>
                </c:pt>
                <c:pt idx="10">
                  <c:v>1300</c:v>
                </c:pt>
              </c:numCache>
            </c:numRef>
          </c:val>
          <c:extLst>
            <c:ext xmlns:c16="http://schemas.microsoft.com/office/drawing/2014/chart" uri="{C3380CC4-5D6E-409C-BE32-E72D297353CC}">
              <c16:uniqueId val="{00000000-24DD-4AAD-9318-6172CDE90706}"/>
            </c:ext>
          </c:extLst>
        </c:ser>
        <c:dLbls>
          <c:showLegendKey val="0"/>
          <c:showVal val="0"/>
          <c:showCatName val="0"/>
          <c:showSerName val="0"/>
          <c:showPercent val="0"/>
          <c:showBubbleSize val="0"/>
        </c:dLbls>
        <c:gapWidth val="60"/>
        <c:overlap val="-20"/>
        <c:axId val="1384930719"/>
        <c:axId val="755473599"/>
      </c:barChart>
      <c:catAx>
        <c:axId val="13849307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entury Gothic" panose="020B0502020202020204" pitchFamily="34" charset="0"/>
                <a:ea typeface="+mn-ea"/>
                <a:cs typeface="+mn-cs"/>
                <a:sym typeface="Century Gothic" panose="020B0502020202020204" pitchFamily="34" charset="0"/>
              </a:defRPr>
            </a:pPr>
            <a:endParaRPr lang="en-US"/>
          </a:p>
        </c:txPr>
        <c:crossAx val="755473599"/>
        <c:crosses val="autoZero"/>
        <c:auto val="1"/>
        <c:lblAlgn val="ctr"/>
        <c:lblOffset val="100"/>
        <c:tickMarkSkip val="1"/>
        <c:noMultiLvlLbl val="0"/>
      </c:catAx>
      <c:valAx>
        <c:axId val="755473599"/>
        <c:scaling>
          <c:orientation val="minMax"/>
        </c:scaling>
        <c:delete val="1"/>
        <c:axPos val="l"/>
        <c:numFmt formatCode="General" sourceLinked="1"/>
        <c:majorTickMark val="none"/>
        <c:minorTickMark val="none"/>
        <c:tickLblPos val="nextTo"/>
        <c:crossAx val="13849307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Century Gothic" panose="020B0502020202020204" pitchFamily="34" charset="0"/>
          <a:sym typeface="Century Gothic" panose="020B0502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Chart Title</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F858-2046-BDD6-EEA09A3574F9}"/>
              </c:ext>
            </c:extLst>
          </c:dPt>
          <c:dPt>
            <c:idx val="1"/>
            <c:bubble3D val="0"/>
            <c:spPr>
              <a:solidFill>
                <a:srgbClr val="E4937B"/>
              </a:solidFill>
              <a:ln w="19050">
                <a:noFill/>
              </a:ln>
              <a:effectLst/>
            </c:spPr>
            <c:extLst>
              <c:ext xmlns:c16="http://schemas.microsoft.com/office/drawing/2014/chart" uri="{C3380CC4-5D6E-409C-BE32-E72D297353CC}">
                <c16:uniqueId val="{00000002-6DD4-BA47-93FE-64507AB6C986}"/>
              </c:ext>
            </c:extLst>
          </c:dPt>
          <c:dPt>
            <c:idx val="2"/>
            <c:bubble3D val="0"/>
            <c:spPr>
              <a:solidFill>
                <a:schemeClr val="accent3"/>
              </a:solidFill>
              <a:ln w="19050">
                <a:noFill/>
              </a:ln>
              <a:effectLst/>
            </c:spPr>
            <c:extLst>
              <c:ext xmlns:c16="http://schemas.microsoft.com/office/drawing/2014/chart" uri="{C3380CC4-5D6E-409C-BE32-E72D297353CC}">
                <c16:uniqueId val="{00000005-F858-2046-BDD6-EEA09A3574F9}"/>
              </c:ext>
            </c:extLst>
          </c:dPt>
          <c:dPt>
            <c:idx val="3"/>
            <c:bubble3D val="0"/>
            <c:spPr>
              <a:solidFill>
                <a:schemeClr val="accent4"/>
              </a:solidFill>
              <a:ln w="19050">
                <a:noFill/>
              </a:ln>
              <a:effectLst/>
            </c:spPr>
            <c:extLst>
              <c:ext xmlns:c16="http://schemas.microsoft.com/office/drawing/2014/chart" uri="{C3380CC4-5D6E-409C-BE32-E72D297353CC}">
                <c16:uniqueId val="{00000007-F858-2046-BDD6-EEA09A3574F9}"/>
              </c:ext>
            </c:extLst>
          </c:dPt>
          <c:dPt>
            <c:idx val="4"/>
            <c:bubble3D val="0"/>
            <c:spPr>
              <a:solidFill>
                <a:schemeClr val="accent5"/>
              </a:solidFill>
              <a:ln w="19050">
                <a:noFill/>
              </a:ln>
              <a:effectLst/>
            </c:spPr>
            <c:extLst>
              <c:ext xmlns:c16="http://schemas.microsoft.com/office/drawing/2014/chart" uri="{C3380CC4-5D6E-409C-BE32-E72D297353CC}">
                <c16:uniqueId val="{00000009-F858-2046-BDD6-EEA09A3574F9}"/>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Value 1</c:v>
                </c:pt>
                <c:pt idx="1">
                  <c:v>Value 2</c:v>
                </c:pt>
                <c:pt idx="2">
                  <c:v>Value 3</c:v>
                </c:pt>
                <c:pt idx="3">
                  <c:v>Value 4</c:v>
                </c:pt>
                <c:pt idx="4">
                  <c:v>Value 5</c:v>
                </c:pt>
              </c:strCache>
            </c:strRef>
          </c:cat>
          <c:val>
            <c:numRef>
              <c:f>Sheet1!$B$2:$B$6</c:f>
              <c:numCache>
                <c:formatCode>0.0%</c:formatCode>
                <c:ptCount val="5"/>
                <c:pt idx="0">
                  <c:v>0.32800000000000001</c:v>
                </c:pt>
                <c:pt idx="1">
                  <c:v>8.2000000000000003E-2</c:v>
                </c:pt>
                <c:pt idx="2">
                  <c:v>0.26800000000000002</c:v>
                </c:pt>
                <c:pt idx="3">
                  <c:v>0.14799999999999999</c:v>
                </c:pt>
                <c:pt idx="4">
                  <c:v>0.17399999999999999</c:v>
                </c:pt>
              </c:numCache>
            </c:numRef>
          </c:val>
          <c:extLst>
            <c:ext xmlns:c16="http://schemas.microsoft.com/office/drawing/2014/chart" uri="{C3380CC4-5D6E-409C-BE32-E72D297353CC}">
              <c16:uniqueId val="{00000000-6DD4-BA47-93FE-64507AB6C986}"/>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Chart Title</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3454-3947-BF43-A2CB073D61C1}"/>
              </c:ext>
            </c:extLst>
          </c:dPt>
          <c:dPt>
            <c:idx val="1"/>
            <c:bubble3D val="0"/>
            <c:spPr>
              <a:solidFill>
                <a:srgbClr val="E4937B"/>
              </a:solidFill>
              <a:ln w="19050">
                <a:noFill/>
              </a:ln>
              <a:effectLst/>
            </c:spPr>
            <c:extLst>
              <c:ext xmlns:c16="http://schemas.microsoft.com/office/drawing/2014/chart" uri="{C3380CC4-5D6E-409C-BE32-E72D297353CC}">
                <c16:uniqueId val="{00000001-52F3-A24E-B8A7-5A6618855EBA}"/>
              </c:ext>
            </c:extLst>
          </c:dPt>
          <c:dPt>
            <c:idx val="2"/>
            <c:bubble3D val="0"/>
            <c:spPr>
              <a:solidFill>
                <a:schemeClr val="accent3"/>
              </a:solidFill>
              <a:ln w="19050">
                <a:noFill/>
              </a:ln>
              <a:effectLst/>
            </c:spPr>
            <c:extLst>
              <c:ext xmlns:c16="http://schemas.microsoft.com/office/drawing/2014/chart" uri="{C3380CC4-5D6E-409C-BE32-E72D297353CC}">
                <c16:uniqueId val="{00000005-3454-3947-BF43-A2CB073D61C1}"/>
              </c:ext>
            </c:extLst>
          </c:dPt>
          <c:dPt>
            <c:idx val="3"/>
            <c:bubble3D val="0"/>
            <c:spPr>
              <a:solidFill>
                <a:schemeClr val="accent4"/>
              </a:solidFill>
              <a:ln w="19050">
                <a:noFill/>
              </a:ln>
              <a:effectLst/>
            </c:spPr>
            <c:extLst>
              <c:ext xmlns:c16="http://schemas.microsoft.com/office/drawing/2014/chart" uri="{C3380CC4-5D6E-409C-BE32-E72D297353CC}">
                <c16:uniqueId val="{00000007-3454-3947-BF43-A2CB073D61C1}"/>
              </c:ext>
            </c:extLst>
          </c:dPt>
          <c:dPt>
            <c:idx val="4"/>
            <c:bubble3D val="0"/>
            <c:spPr>
              <a:solidFill>
                <a:schemeClr val="accent5"/>
              </a:solidFill>
              <a:ln w="19050">
                <a:noFill/>
              </a:ln>
              <a:effectLst/>
            </c:spPr>
            <c:extLst>
              <c:ext xmlns:c16="http://schemas.microsoft.com/office/drawing/2014/chart" uri="{C3380CC4-5D6E-409C-BE32-E72D297353CC}">
                <c16:uniqueId val="{00000009-3454-3947-BF43-A2CB073D61C1}"/>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Value 1</c:v>
                </c:pt>
                <c:pt idx="1">
                  <c:v>Value 2</c:v>
                </c:pt>
                <c:pt idx="2">
                  <c:v>Value 3</c:v>
                </c:pt>
                <c:pt idx="3">
                  <c:v>Value 4</c:v>
                </c:pt>
                <c:pt idx="4">
                  <c:v>Value 5</c:v>
                </c:pt>
              </c:strCache>
            </c:strRef>
          </c:cat>
          <c:val>
            <c:numRef>
              <c:f>Sheet1!$B$2:$B$6</c:f>
              <c:numCache>
                <c:formatCode>0.0%</c:formatCode>
                <c:ptCount val="5"/>
                <c:pt idx="0">
                  <c:v>0.36799999999999999</c:v>
                </c:pt>
                <c:pt idx="1">
                  <c:v>0.28599999999999998</c:v>
                </c:pt>
                <c:pt idx="2">
                  <c:v>0.13800000000000001</c:v>
                </c:pt>
                <c:pt idx="3">
                  <c:v>0.112</c:v>
                </c:pt>
                <c:pt idx="4">
                  <c:v>9.6000000000000002E-2</c:v>
                </c:pt>
              </c:numCache>
            </c:numRef>
          </c:val>
          <c:extLst>
            <c:ext xmlns:c16="http://schemas.microsoft.com/office/drawing/2014/chart" uri="{C3380CC4-5D6E-409C-BE32-E72D297353CC}">
              <c16:uniqueId val="{00000000-52F3-A24E-B8A7-5A6618855EBA}"/>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C62DDF-C200-4D36-22EF-64F65191FF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Century Gothic" panose="020B0502020202020204" pitchFamily="34" charset="0"/>
            </a:endParaRPr>
          </a:p>
        </p:txBody>
      </p:sp>
      <p:sp>
        <p:nvSpPr>
          <p:cNvPr id="3" name="Date Placeholder 2">
            <a:extLst>
              <a:ext uri="{FF2B5EF4-FFF2-40B4-BE49-F238E27FC236}">
                <a16:creationId xmlns:a16="http://schemas.microsoft.com/office/drawing/2014/main" id="{58EC6F49-CCC2-6B4E-018A-835EF65D201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F3AE23-07F6-484B-8BE4-3DF21A84E3B5}" type="datetimeFigureOut">
              <a:rPr lang="en-GB" smtClean="0">
                <a:latin typeface="Century Gothic" panose="020B0502020202020204" pitchFamily="34" charset="0"/>
              </a:rPr>
              <a:t>14/01/2026</a:t>
            </a:fld>
            <a:endParaRPr lang="en-GB">
              <a:latin typeface="Century Gothic" panose="020B0502020202020204" pitchFamily="34" charset="0"/>
            </a:endParaRPr>
          </a:p>
        </p:txBody>
      </p:sp>
      <p:sp>
        <p:nvSpPr>
          <p:cNvPr id="4" name="Footer Placeholder 3">
            <a:extLst>
              <a:ext uri="{FF2B5EF4-FFF2-40B4-BE49-F238E27FC236}">
                <a16:creationId xmlns:a16="http://schemas.microsoft.com/office/drawing/2014/main" id="{319DB15E-B8CC-DA75-0A88-BB08D358EB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Century Gothic" panose="020B0502020202020204" pitchFamily="34" charset="0"/>
            </a:endParaRPr>
          </a:p>
        </p:txBody>
      </p:sp>
      <p:sp>
        <p:nvSpPr>
          <p:cNvPr id="5" name="Slide Number Placeholder 4">
            <a:extLst>
              <a:ext uri="{FF2B5EF4-FFF2-40B4-BE49-F238E27FC236}">
                <a16:creationId xmlns:a16="http://schemas.microsoft.com/office/drawing/2014/main" id="{B7AE3931-09C1-17D3-1CF4-13E64D6974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5BAF43-CE81-4B31-9FA4-7A818400FB18}" type="slidenum">
              <a:rPr lang="en-GB" smtClean="0">
                <a:latin typeface="Century Gothic" panose="020B0502020202020204" pitchFamily="34" charset="0"/>
              </a:rPr>
              <a:t>‹#›</a:t>
            </a:fld>
            <a:endParaRPr lang="en-GB">
              <a:latin typeface="Century Gothic" panose="020B0502020202020204" pitchFamily="34" charset="0"/>
            </a:endParaRPr>
          </a:p>
        </p:txBody>
      </p:sp>
    </p:spTree>
    <p:extLst>
      <p:ext uri="{BB962C8B-B14F-4D97-AF65-F5344CB8AC3E}">
        <p14:creationId xmlns:p14="http://schemas.microsoft.com/office/powerpoint/2010/main" val="5671361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entury Gothic" panose="020B0502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entury Gothic" panose="020B0502020202020204" pitchFamily="34" charset="0"/>
              </a:defRPr>
            </a:lvl1pPr>
          </a:lstStyle>
          <a:p>
            <a:fld id="{DEBEBE15-98B4-4D9A-9B10-8414F69EB392}" type="datetimeFigureOut">
              <a:rPr lang="en-GB" smtClean="0"/>
              <a:pPr/>
              <a:t>14/01/2026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entury Gothic" panose="020B0502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entury Gothic" panose="020B0502020202020204" pitchFamily="34" charset="0"/>
              </a:defRPr>
            </a:lvl1pPr>
          </a:lstStyle>
          <a:p>
            <a:fld id="{9E341C28-217B-441E-9ECB-97F105BF17F5}" type="slidenum">
              <a:rPr lang="en-GB" smtClean="0"/>
              <a:pPr/>
              <a:t>‹#›</a:t>
            </a:fld>
            <a:endParaRPr lang="en-GB"/>
          </a:p>
        </p:txBody>
      </p:sp>
    </p:spTree>
    <p:extLst>
      <p:ext uri="{BB962C8B-B14F-4D97-AF65-F5344CB8AC3E}">
        <p14:creationId xmlns:p14="http://schemas.microsoft.com/office/powerpoint/2010/main" val="2160299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entury Gothic" panose="020B0502020202020204" pitchFamily="34" charset="0"/>
        <a:ea typeface="+mn-ea"/>
        <a:cs typeface="+mn-cs"/>
      </a:defRPr>
    </a:lvl1pPr>
    <a:lvl2pPr marL="457200" algn="l" defTabSz="914400" rtl="0" eaLnBrk="1" latinLnBrk="0" hangingPunct="1">
      <a:defRPr sz="1200" kern="1200">
        <a:solidFill>
          <a:schemeClr val="tx1"/>
        </a:solidFill>
        <a:latin typeface="Century Gothic" panose="020B0502020202020204" pitchFamily="34" charset="0"/>
        <a:ea typeface="+mn-ea"/>
        <a:cs typeface="+mn-cs"/>
      </a:defRPr>
    </a:lvl2pPr>
    <a:lvl3pPr marL="914400" algn="l" defTabSz="914400" rtl="0" eaLnBrk="1" latinLnBrk="0" hangingPunct="1">
      <a:defRPr sz="1200" kern="1200">
        <a:solidFill>
          <a:schemeClr val="tx1"/>
        </a:solidFill>
        <a:latin typeface="Century Gothic" panose="020B0502020202020204" pitchFamily="34" charset="0"/>
        <a:ea typeface="+mn-ea"/>
        <a:cs typeface="+mn-cs"/>
      </a:defRPr>
    </a:lvl3pPr>
    <a:lvl4pPr marL="1371600" algn="l" defTabSz="914400" rtl="0" eaLnBrk="1" latinLnBrk="0" hangingPunct="1">
      <a:defRPr sz="1200" kern="1200">
        <a:solidFill>
          <a:schemeClr val="tx1"/>
        </a:solidFill>
        <a:latin typeface="Century Gothic" panose="020B0502020202020204" pitchFamily="34" charset="0"/>
        <a:ea typeface="+mn-ea"/>
        <a:cs typeface="+mn-cs"/>
      </a:defRPr>
    </a:lvl4pPr>
    <a:lvl5pPr marL="1828800" algn="l" defTabSz="914400" rtl="0" eaLnBrk="1" latinLnBrk="0" hangingPunct="1">
      <a:defRPr sz="1200" kern="1200">
        <a:solidFill>
          <a:schemeClr val="tx1"/>
        </a:solidFill>
        <a:latin typeface="Century Gothic" panose="020B0502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A Fade Transition of .50 duration has been included on each slide via the Master Slide – set to activate upon Mouse Click. Open Master Slides to change the top slide if you want to adjust the transition.</a:t>
            </a:r>
          </a:p>
          <a:p>
            <a:pPr marL="0" marR="0">
              <a:spcBef>
                <a:spcPts val="0"/>
              </a:spcBef>
              <a:spcAft>
                <a:spcPts val="0"/>
              </a:spcAft>
            </a:pPr>
            <a:endParaRPr lang="en-GB"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GB" sz="1800" b="0" i="0" kern="100" dirty="0">
                <a:effectLst/>
                <a:latin typeface="Arial" panose="020B0604020202020204" pitchFamily="34" charset="0"/>
                <a:ea typeface="Aptos" panose="020B0004020202020204" pitchFamily="34" charset="0"/>
                <a:cs typeface="Arial" panose="020B0604020202020204" pitchFamily="34" charset="0"/>
              </a:rPr>
              <a:t>The CONFIDENTIAL placeholder text </a:t>
            </a:r>
            <a:r>
              <a:rPr lang="en-US" sz="1800" b="0" i="0" kern="100" dirty="0">
                <a:effectLst/>
                <a:latin typeface="Arial" panose="020B0604020202020204" pitchFamily="34" charset="0"/>
                <a:ea typeface="Aptos" panose="020B0004020202020204" pitchFamily="34" charset="0"/>
                <a:cs typeface="Arial" panose="020B0604020202020204" pitchFamily="34" charset="0"/>
              </a:rPr>
              <a:t>can be removed from “slide show” view by highlighting and deleting the text (keep placeholder box if you might need a confidential slide later); or, delete the box from slide </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TIP: Find University-provided images by searching the DAM for U of U Health images: https://utahhealthdam.acquiadam.com/ or by visiting the U of U Image Library: https://utah.photoshelter.com/galleries/C0000hDZ8jFiITf0/Public</a:t>
            </a: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Do not download free images from the internet. Be sure to license images properly through stock photography sites like iStock, Adobe Stock or Getty Images.</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Reference the style guide for writing tips: https://</a:t>
            </a:r>
            <a:r>
              <a:rPr lang="en-US" sz="1800" b="0" i="0" kern="100" dirty="0" err="1">
                <a:effectLst/>
                <a:latin typeface="Arial" panose="020B0604020202020204" pitchFamily="34" charset="0"/>
                <a:ea typeface="Aptos" panose="020B0004020202020204" pitchFamily="34" charset="0"/>
                <a:cs typeface="Arial" panose="020B0604020202020204" pitchFamily="34" charset="0"/>
              </a:rPr>
              <a:t>uofuhealth.utah.edu</a:t>
            </a:r>
            <a:r>
              <a:rPr lang="en-US" sz="1800" b="0" i="0" kern="100" dirty="0">
                <a:effectLst/>
                <a:latin typeface="Arial" panose="020B0604020202020204" pitchFamily="34" charset="0"/>
                <a:ea typeface="Aptos" panose="020B0004020202020204" pitchFamily="34" charset="0"/>
                <a:cs typeface="Arial" panose="020B0604020202020204" pitchFamily="34" charset="0"/>
              </a:rPr>
              <a:t>/brand-and-style-guide/writing-guide</a:t>
            </a:r>
          </a:p>
        </p:txBody>
      </p:sp>
      <p:sp>
        <p:nvSpPr>
          <p:cNvPr id="4" name="Slide Number Placeholder 3"/>
          <p:cNvSpPr>
            <a:spLocks noGrp="1"/>
          </p:cNvSpPr>
          <p:nvPr>
            <p:ph type="sldNum" sz="quarter" idx="5"/>
          </p:nvPr>
        </p:nvSpPr>
        <p:spPr/>
        <p:txBody>
          <a:bodyPr/>
          <a:lstStyle/>
          <a:p>
            <a:fld id="{9E341C28-217B-441E-9ECB-97F105BF17F5}" type="slidenum">
              <a:rPr lang="en-GB" smtClean="0"/>
              <a:pPr/>
              <a:t>1</a:t>
            </a:fld>
            <a:endParaRPr lang="en-GB" dirty="0"/>
          </a:p>
        </p:txBody>
      </p:sp>
    </p:spTree>
    <p:extLst>
      <p:ext uri="{BB962C8B-B14F-4D97-AF65-F5344CB8AC3E}">
        <p14:creationId xmlns:p14="http://schemas.microsoft.com/office/powerpoint/2010/main" val="2095778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The CONFIDENTIAL placeholder text </a:t>
            </a:r>
            <a:r>
              <a:rPr lang="en-US" b="0" i="0" dirty="0">
                <a:latin typeface="Arial" panose="020B0604020202020204" pitchFamily="34" charset="0"/>
                <a:cs typeface="Arial" panose="020B0604020202020204" pitchFamily="34" charset="0"/>
              </a:rPr>
              <a:t>can be removed from “slide show” view by selecting and deleting the text (keep placeholder box if you might need a confidential slide later); or, delete the box from slide (same for the date)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OPTIONAL: Place emphasis on one word by making it bold and adding an underline. If you need to manually add the blue underline, go to menu bar up top and choose “Format” &gt; “Font”, then choose underline color </a:t>
            </a:r>
            <a:r>
              <a:rPr lang="en-US" sz="1200" b="0" i="0" dirty="0">
                <a:latin typeface="Arial" panose="020B0604020202020204" pitchFamily="34" charset="0"/>
                <a:cs typeface="Arial" panose="020B0604020202020204" pitchFamily="34" charset="0"/>
              </a:rPr>
              <a:t>9DD8D7</a:t>
            </a:r>
            <a:r>
              <a:rPr lang="en-US" b="0" i="0" dirty="0">
                <a:latin typeface="Arial" panose="020B0604020202020204" pitchFamily="34" charset="0"/>
                <a:cs typeface="Arial" panose="020B0604020202020204" pitchFamily="34" charset="0"/>
              </a:rPr>
              <a:t>. </a:t>
            </a:r>
            <a:endParaRPr lang="en-GB" b="0" i="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9E341C28-217B-441E-9ECB-97F105BF17F5}" type="slidenum">
              <a:rPr lang="en-GB" smtClean="0"/>
              <a:pPr/>
              <a:t>2</a:t>
            </a:fld>
            <a:endParaRPr lang="en-GB" dirty="0"/>
          </a:p>
        </p:txBody>
      </p:sp>
    </p:spTree>
    <p:extLst>
      <p:ext uri="{BB962C8B-B14F-4D97-AF65-F5344CB8AC3E}">
        <p14:creationId xmlns:p14="http://schemas.microsoft.com/office/powerpoint/2010/main" val="2195503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This slide has a gray gradient overlay box along the top edge–good for images where more contrast is needed with the text. You may need to adjust the length or color of the gradient box depending on how busy the image is. Send to back if you don’t need it or it gets in the way of inserting a new picture.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replace image, delete the placeholder image you see here. Then, a prompt will appear ”Click to insert picture”. Click the little icon and then navigate to a new photo. When replacing an image, choose one with a clean background to allow for legible text placement. 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a:spcBef>
                <a:spcPts val="0"/>
              </a:spcBef>
              <a:spcAft>
                <a:spcPts val="0"/>
              </a:spcAft>
            </a:pPr>
            <a:endParaRPr lang="en-GB"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GB" sz="1800" b="0" i="0" kern="100" dirty="0">
                <a:effectLst/>
                <a:latin typeface="Arial" panose="020B0604020202020204" pitchFamily="34" charset="0"/>
                <a:ea typeface="Aptos" panose="020B0004020202020204" pitchFamily="34" charset="0"/>
                <a:cs typeface="Arial" panose="020B0604020202020204" pitchFamily="34" charset="0"/>
              </a:rPr>
              <a:t>The CONFIDENTIAL placeholder text </a:t>
            </a:r>
            <a:r>
              <a:rPr lang="en-US" sz="1800" b="0" i="0" kern="100" dirty="0">
                <a:effectLst/>
                <a:latin typeface="Arial" panose="020B0604020202020204" pitchFamily="34" charset="0"/>
                <a:ea typeface="Aptos" panose="020B0004020202020204" pitchFamily="34" charset="0"/>
                <a:cs typeface="Arial" panose="020B0604020202020204" pitchFamily="34" charset="0"/>
              </a:rPr>
              <a:t>can be removed from “slide show” view by selecting and deleting the text (keep placeholder box if you might need a confidential slide later); or, delete the box from slide (same for the date)</a:t>
            </a:r>
          </a:p>
        </p:txBody>
      </p:sp>
      <p:sp>
        <p:nvSpPr>
          <p:cNvPr id="4" name="Slide Number Placeholder 3"/>
          <p:cNvSpPr>
            <a:spLocks noGrp="1"/>
          </p:cNvSpPr>
          <p:nvPr>
            <p:ph type="sldNum" sz="quarter" idx="5"/>
          </p:nvPr>
        </p:nvSpPr>
        <p:spPr/>
        <p:txBody>
          <a:bodyPr/>
          <a:lstStyle/>
          <a:p>
            <a:fld id="{9E341C28-217B-441E-9ECB-97F105BF17F5}" type="slidenum">
              <a:rPr lang="en-GB" smtClean="0"/>
              <a:pPr/>
              <a:t>3</a:t>
            </a:fld>
            <a:endParaRPr lang="en-GB" dirty="0"/>
          </a:p>
        </p:txBody>
      </p:sp>
    </p:spTree>
    <p:extLst>
      <p:ext uri="{BB962C8B-B14F-4D97-AF65-F5344CB8AC3E}">
        <p14:creationId xmlns:p14="http://schemas.microsoft.com/office/powerpoint/2010/main" val="1927087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This slide has a gray gradient overlay box along the top and bottom edge–good for images where more contrast is needed with the text. You may need to adjust the length or color of the gradient box depending on how busy the image is. Send to back if you don’t need it or it gets in the way of inserting a new picture.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a:spcBef>
                <a:spcPts val="0"/>
              </a:spcBef>
              <a:spcAft>
                <a:spcPts val="0"/>
              </a:spcAft>
            </a:pPr>
            <a:endParaRPr lang="en-GB"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GB" sz="1800" b="0" i="0" kern="100" dirty="0">
                <a:effectLst/>
                <a:latin typeface="Arial" panose="020B0604020202020204" pitchFamily="34" charset="0"/>
                <a:ea typeface="Aptos" panose="020B0004020202020204" pitchFamily="34" charset="0"/>
                <a:cs typeface="Arial" panose="020B0604020202020204" pitchFamily="34" charset="0"/>
              </a:rPr>
              <a:t>The CONFIDENTIAL placeholder text </a:t>
            </a:r>
            <a:r>
              <a:rPr lang="en-US" sz="1800" b="0" i="0" kern="100" dirty="0">
                <a:effectLst/>
                <a:latin typeface="Arial" panose="020B0604020202020204" pitchFamily="34" charset="0"/>
                <a:ea typeface="Aptos" panose="020B0004020202020204" pitchFamily="34" charset="0"/>
                <a:cs typeface="Arial" panose="020B0604020202020204" pitchFamily="34" charset="0"/>
              </a:rPr>
              <a:t>can be removed from “slide show” view by selecting and deleting the text (keep placeholder box if you might need a confidential slide later); or, delete the box from slide (same for the date)</a:t>
            </a: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Header is centered, all caps. OPTIONAL: Place emphasis on one word by making it bold and adding an underline. If you need to manually add the blue underline, go to menu bar up top and choose “Format” &gt; “Font”, then choose underline color 9DD8D7. </a:t>
            </a:r>
          </a:p>
        </p:txBody>
      </p:sp>
      <p:sp>
        <p:nvSpPr>
          <p:cNvPr id="4" name="Slide Number Placeholder 3"/>
          <p:cNvSpPr>
            <a:spLocks noGrp="1"/>
          </p:cNvSpPr>
          <p:nvPr>
            <p:ph type="sldNum" sz="quarter" idx="5"/>
          </p:nvPr>
        </p:nvSpPr>
        <p:spPr/>
        <p:txBody>
          <a:bodyPr/>
          <a:lstStyle/>
          <a:p>
            <a:fld id="{9E341C28-217B-441E-9ECB-97F105BF17F5}" type="slidenum">
              <a:rPr lang="en-GB" smtClean="0"/>
              <a:pPr/>
              <a:t>4</a:t>
            </a:fld>
            <a:endParaRPr lang="en-GB" dirty="0"/>
          </a:p>
        </p:txBody>
      </p:sp>
    </p:spTree>
    <p:extLst>
      <p:ext uri="{BB962C8B-B14F-4D97-AF65-F5344CB8AC3E}">
        <p14:creationId xmlns:p14="http://schemas.microsoft.com/office/powerpoint/2010/main" val="4267338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This slide has a white gradient overlay box along the top edge–good for images where more contrast is needed with the text. You may need to adjust the length or color of the gradient box depending on how busy the image is. Send to back if you don’t need it or it gets in the way of inserting a new picture.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replace image, delete the placeholder image you see here. Then, a prompt will appear ”Click to insert picture”. Click the little icon and then navigate to a new photo. When replacing an image, choose one with a clean background to allow for legible text placement. 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a:spcBef>
                <a:spcPts val="0"/>
              </a:spcBef>
              <a:spcAft>
                <a:spcPts val="0"/>
              </a:spcAft>
            </a:pPr>
            <a:endParaRPr lang="en-GB"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GB" sz="1800" b="0" i="0" kern="100" dirty="0">
                <a:effectLst/>
                <a:latin typeface="Arial" panose="020B0604020202020204" pitchFamily="34" charset="0"/>
                <a:ea typeface="Aptos" panose="020B0004020202020204" pitchFamily="34" charset="0"/>
                <a:cs typeface="Arial" panose="020B0604020202020204" pitchFamily="34" charset="0"/>
              </a:rPr>
              <a:t>The CONFIDENTIAL placeholder text </a:t>
            </a:r>
            <a:r>
              <a:rPr lang="en-US" sz="1800" b="0" i="0" kern="100" dirty="0">
                <a:effectLst/>
                <a:latin typeface="Arial" panose="020B0604020202020204" pitchFamily="34" charset="0"/>
                <a:ea typeface="Aptos" panose="020B0004020202020204" pitchFamily="34" charset="0"/>
                <a:cs typeface="Arial" panose="020B0604020202020204" pitchFamily="34" charset="0"/>
              </a:rPr>
              <a:t>can be removed from “slide show” view by selecting and deleting the text (keep placeholder box if you might need a confidential slide later); or, delete the box from slide (same for the date)</a:t>
            </a: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Header is centered, all caps. OPTIONAL: Place emphasis on one word by making it bold and adding an underline. If you need to manually add the blue underline, go to menu bar up top and choose “Format” &gt; “Font”, then choose underline color 9DD8D7. </a:t>
            </a:r>
          </a:p>
        </p:txBody>
      </p:sp>
      <p:sp>
        <p:nvSpPr>
          <p:cNvPr id="4" name="Slide Number Placeholder 3"/>
          <p:cNvSpPr>
            <a:spLocks noGrp="1"/>
          </p:cNvSpPr>
          <p:nvPr>
            <p:ph type="sldNum" sz="quarter" idx="5"/>
          </p:nvPr>
        </p:nvSpPr>
        <p:spPr/>
        <p:txBody>
          <a:bodyPr/>
          <a:lstStyle/>
          <a:p>
            <a:fld id="{9E341C28-217B-441E-9ECB-97F105BF17F5}" type="slidenum">
              <a:rPr lang="en-GB" smtClean="0"/>
              <a:pPr/>
              <a:t>5</a:t>
            </a:fld>
            <a:endParaRPr lang="en-GB" dirty="0"/>
          </a:p>
        </p:txBody>
      </p:sp>
    </p:spTree>
    <p:extLst>
      <p:ext uri="{BB962C8B-B14F-4D97-AF65-F5344CB8AC3E}">
        <p14:creationId xmlns:p14="http://schemas.microsoft.com/office/powerpoint/2010/main" val="3031550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This slide has a white gradient overlay box along the top edge–good for images where more contrast is needed with the text. You may need to adjust the color or length of the gradient box depending on how busy the image is. Send to back if you don’t need it or it gets in the way of inserting a new picture.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insert video, click the little icon and then navigate to a new video.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Did you know?: You can choose a preview image for your video. </a:t>
            </a: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pick an image from the video itself: Click the Play button on the video. When you see the frame that you want to use as the preview image, click the Pause button. Go to the Video Format tab and select the Poster Frame drop-down arrow. Choose "Current Frame.” To use a different image like a logo: Select the video. Open the Video Format tab, click the Poster Frame drop-down arrow, and pick "Image From File.”</a:t>
            </a:r>
          </a:p>
          <a:p>
            <a:pPr marL="0" marR="0">
              <a:spcBef>
                <a:spcPts val="0"/>
              </a:spcBef>
              <a:spcAft>
                <a:spcPts val="0"/>
              </a:spcAft>
            </a:pPr>
            <a:endParaRPr lang="en-GB"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GB" sz="1800" b="0" i="0" kern="100" dirty="0">
                <a:effectLst/>
                <a:latin typeface="Arial" panose="020B0604020202020204" pitchFamily="34" charset="0"/>
                <a:ea typeface="Aptos" panose="020B0004020202020204" pitchFamily="34" charset="0"/>
                <a:cs typeface="Arial" panose="020B0604020202020204" pitchFamily="34" charset="0"/>
              </a:rPr>
              <a:t>The CONFIDENTIAL placeholder text </a:t>
            </a:r>
            <a:r>
              <a:rPr lang="en-US" sz="1800" b="0" i="0" kern="100" dirty="0">
                <a:effectLst/>
                <a:latin typeface="Arial" panose="020B0604020202020204" pitchFamily="34" charset="0"/>
                <a:ea typeface="Aptos" panose="020B0004020202020204" pitchFamily="34" charset="0"/>
                <a:cs typeface="Arial" panose="020B0604020202020204" pitchFamily="34" charset="0"/>
              </a:rPr>
              <a:t>can be removed from “slide show” view by selecting and deleting the text (keep placeholder box if you might need a confidential slide later); or, delete the box from slide (same for the date)</a:t>
            </a:r>
          </a:p>
        </p:txBody>
      </p:sp>
      <p:sp>
        <p:nvSpPr>
          <p:cNvPr id="4" name="Slide Number Placeholder 3"/>
          <p:cNvSpPr>
            <a:spLocks noGrp="1"/>
          </p:cNvSpPr>
          <p:nvPr>
            <p:ph type="sldNum" sz="quarter" idx="5"/>
          </p:nvPr>
        </p:nvSpPr>
        <p:spPr/>
        <p:txBody>
          <a:bodyPr/>
          <a:lstStyle/>
          <a:p>
            <a:fld id="{9E341C28-217B-441E-9ECB-97F105BF17F5}" type="slidenum">
              <a:rPr lang="en-GB" smtClean="0"/>
              <a:pPr/>
              <a:t>6</a:t>
            </a:fld>
            <a:endParaRPr lang="en-GB" dirty="0"/>
          </a:p>
        </p:txBody>
      </p:sp>
    </p:spTree>
    <p:extLst>
      <p:ext uri="{BB962C8B-B14F-4D97-AF65-F5344CB8AC3E}">
        <p14:creationId xmlns:p14="http://schemas.microsoft.com/office/powerpoint/2010/main" val="4057023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This slide has a gray gradient overlay box along the bottom edge–if contrast is needed with the text. You may need to adjust the color or length of the gradient box depending on how busy the image is. Send to back if you don’t need it or it gets in the way of inserting a new picture.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insert video, click the little icon and then navigate to a new video.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Did you know?: You can choose a preview image for your video. </a:t>
            </a: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pick an image from the video itself: Click the Play button on the video. When you see the frame that you want to use as the preview image, click the Pause button. Go to the Video Format tab and select the Poster Frame drop-down arrow. Choose "Current Frame.” To use a different image like a logo: Select the video. Open the Video Format tab, click the Poster Frame drop-down arrow, and pick "Image From File.”</a:t>
            </a:r>
          </a:p>
          <a:p>
            <a:pPr marL="0" marR="0">
              <a:spcBef>
                <a:spcPts val="0"/>
              </a:spcBef>
              <a:spcAft>
                <a:spcPts val="0"/>
              </a:spcAft>
            </a:pPr>
            <a:endParaRPr lang="en-GB"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GB" sz="1800" b="0" i="0" kern="100" dirty="0">
                <a:effectLst/>
                <a:latin typeface="Arial" panose="020B0604020202020204" pitchFamily="34" charset="0"/>
                <a:ea typeface="Aptos" panose="020B0004020202020204" pitchFamily="34" charset="0"/>
                <a:cs typeface="Arial" panose="020B0604020202020204" pitchFamily="34" charset="0"/>
              </a:rPr>
              <a:t>The CONFIDENTIAL placeholder text </a:t>
            </a:r>
            <a:r>
              <a:rPr lang="en-US" sz="1800" b="0" i="0" kern="100" dirty="0">
                <a:effectLst/>
                <a:latin typeface="Arial" panose="020B0604020202020204" pitchFamily="34" charset="0"/>
                <a:ea typeface="Aptos" panose="020B0004020202020204" pitchFamily="34" charset="0"/>
                <a:cs typeface="Arial" panose="020B0604020202020204" pitchFamily="34" charset="0"/>
              </a:rPr>
              <a:t>can be removed from “slide show” view by selecting and deleting the text (keep placeholder box if you might need a confidential slide later); or, delete the box from slide (same for the date)</a:t>
            </a:r>
          </a:p>
        </p:txBody>
      </p:sp>
      <p:sp>
        <p:nvSpPr>
          <p:cNvPr id="4" name="Slide Number Placeholder 3"/>
          <p:cNvSpPr>
            <a:spLocks noGrp="1"/>
          </p:cNvSpPr>
          <p:nvPr>
            <p:ph type="sldNum" sz="quarter" idx="5"/>
          </p:nvPr>
        </p:nvSpPr>
        <p:spPr/>
        <p:txBody>
          <a:bodyPr/>
          <a:lstStyle/>
          <a:p>
            <a:fld id="{9E341C28-217B-441E-9ECB-97F105BF17F5}" type="slidenum">
              <a:rPr lang="en-GB" smtClean="0"/>
              <a:pPr/>
              <a:t>7</a:t>
            </a:fld>
            <a:endParaRPr lang="en-GB" dirty="0"/>
          </a:p>
        </p:txBody>
      </p:sp>
    </p:spTree>
    <p:extLst>
      <p:ext uri="{BB962C8B-B14F-4D97-AF65-F5344CB8AC3E}">
        <p14:creationId xmlns:p14="http://schemas.microsoft.com/office/powerpoint/2010/main" val="1744101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New Topic slides are designed to signal a new topic or transition in your presentation. For variation, you may opt to rotate colors throughout presentation (red, teal, gray, white, image).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Text is centered, all caps. OPTIONAL: Place emphasis on one word by making it bold and adding an underline. If you need to manually add the blue underline, go to menu bar up top and choose “Format” &gt; “Font”, then choose underline color 9DD8D7. </a:t>
            </a:r>
          </a:p>
        </p:txBody>
      </p:sp>
      <p:sp>
        <p:nvSpPr>
          <p:cNvPr id="4" name="Slide Number Placeholder 3"/>
          <p:cNvSpPr>
            <a:spLocks noGrp="1"/>
          </p:cNvSpPr>
          <p:nvPr>
            <p:ph type="sldNum" sz="quarter" idx="5"/>
          </p:nvPr>
        </p:nvSpPr>
        <p:spPr/>
        <p:txBody>
          <a:bodyPr/>
          <a:lstStyle/>
          <a:p>
            <a:fld id="{9E341C28-217B-441E-9ECB-97F105BF17F5}" type="slidenum">
              <a:rPr lang="en-GB" smtClean="0"/>
              <a:pPr/>
              <a:t>8</a:t>
            </a:fld>
            <a:endParaRPr lang="en-GB" dirty="0"/>
          </a:p>
        </p:txBody>
      </p:sp>
    </p:spTree>
    <p:extLst>
      <p:ext uri="{BB962C8B-B14F-4D97-AF65-F5344CB8AC3E}">
        <p14:creationId xmlns:p14="http://schemas.microsoft.com/office/powerpoint/2010/main" val="1934592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New Topic slides are designed to signal a new topic or transition in your presentation. For variation, you may opt to rotate colors throughout presentation (red, teal, gray, white, image).</a:t>
            </a:r>
          </a:p>
          <a:p>
            <a:pPr marL="0" marR="0">
              <a:spcBef>
                <a:spcPts val="0"/>
              </a:spcBef>
              <a:spcAft>
                <a:spcPts val="0"/>
              </a:spcAft>
            </a:pPr>
            <a:endParaRPr lang="en-US" sz="12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Text is centered, all caps. OPTIONAL: Place emphasis on one word by making it bold and adding an underline. If you need to manually add the blue underline, go to menu bar up top and choose “Format” &gt; “Font”, then choose underline color 9DD8D7. </a:t>
            </a:r>
          </a:p>
        </p:txBody>
      </p:sp>
      <p:sp>
        <p:nvSpPr>
          <p:cNvPr id="4" name="Slide Number Placeholder 3"/>
          <p:cNvSpPr>
            <a:spLocks noGrp="1"/>
          </p:cNvSpPr>
          <p:nvPr>
            <p:ph type="sldNum" sz="quarter" idx="5"/>
          </p:nvPr>
        </p:nvSpPr>
        <p:spPr/>
        <p:txBody>
          <a:bodyPr/>
          <a:lstStyle/>
          <a:p>
            <a:fld id="{9E341C28-217B-441E-9ECB-97F105BF17F5}" type="slidenum">
              <a:rPr lang="en-GB" smtClean="0"/>
              <a:pPr/>
              <a:t>9</a:t>
            </a:fld>
            <a:endParaRPr lang="en-GB" dirty="0"/>
          </a:p>
        </p:txBody>
      </p:sp>
    </p:spTree>
    <p:extLst>
      <p:ext uri="{BB962C8B-B14F-4D97-AF65-F5344CB8AC3E}">
        <p14:creationId xmlns:p14="http://schemas.microsoft.com/office/powerpoint/2010/main" val="1392186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New Topic slides are designed to signal a new topic or transition in your presentation. For variation, you may opt to rotate colors throughout presentation (red, teal, gray, white, image).</a:t>
            </a:r>
          </a:p>
          <a:p>
            <a:pPr marL="0" marR="0">
              <a:spcBef>
                <a:spcPts val="0"/>
              </a:spcBef>
              <a:spcAft>
                <a:spcPts val="0"/>
              </a:spcAft>
            </a:pPr>
            <a:endParaRPr lang="en-US" sz="12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Text is centered, all caps. OPTIONAL: Place emphasis on one word by making it bold and adding an underline. If you need to manually add the blue underline, go to menu bar up top and choose “Format” &gt; “Font”, then choose underline color 9DD8D7. </a:t>
            </a:r>
          </a:p>
        </p:txBody>
      </p:sp>
      <p:sp>
        <p:nvSpPr>
          <p:cNvPr id="4" name="Slide Number Placeholder 3"/>
          <p:cNvSpPr>
            <a:spLocks noGrp="1"/>
          </p:cNvSpPr>
          <p:nvPr>
            <p:ph type="sldNum" sz="quarter" idx="5"/>
          </p:nvPr>
        </p:nvSpPr>
        <p:spPr/>
        <p:txBody>
          <a:bodyPr/>
          <a:lstStyle/>
          <a:p>
            <a:fld id="{9E341C28-217B-441E-9ECB-97F105BF17F5}" type="slidenum">
              <a:rPr lang="en-GB" smtClean="0"/>
              <a:pPr/>
              <a:t>10</a:t>
            </a:fld>
            <a:endParaRPr lang="en-GB" dirty="0"/>
          </a:p>
        </p:txBody>
      </p:sp>
    </p:spTree>
    <p:extLst>
      <p:ext uri="{BB962C8B-B14F-4D97-AF65-F5344CB8AC3E}">
        <p14:creationId xmlns:p14="http://schemas.microsoft.com/office/powerpoint/2010/main" val="3847288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New Topic slides are designed to signal a new topic or transition in your presentation. For variation, you may opt to rotate colors throughout presentation (red, teal, gray, white, image).</a:t>
            </a:r>
          </a:p>
          <a:p>
            <a:pPr marL="0" marR="0">
              <a:spcBef>
                <a:spcPts val="0"/>
              </a:spcBef>
              <a:spcAft>
                <a:spcPts val="0"/>
              </a:spcAft>
            </a:pPr>
            <a:endParaRPr lang="en-US" sz="12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Text is centered, all caps. OPTIONAL: Place emphasis on one word by making it bold and adding an underline. If you need to manually add the blue underline, go to menu bar up top and choose “Format” &gt; “Font”, then choose underline color 9DD8D7. </a:t>
            </a:r>
          </a:p>
        </p:txBody>
      </p:sp>
      <p:sp>
        <p:nvSpPr>
          <p:cNvPr id="4" name="Slide Number Placeholder 3"/>
          <p:cNvSpPr>
            <a:spLocks noGrp="1"/>
          </p:cNvSpPr>
          <p:nvPr>
            <p:ph type="sldNum" sz="quarter" idx="5"/>
          </p:nvPr>
        </p:nvSpPr>
        <p:spPr/>
        <p:txBody>
          <a:bodyPr/>
          <a:lstStyle/>
          <a:p>
            <a:fld id="{9E341C28-217B-441E-9ECB-97F105BF17F5}" type="slidenum">
              <a:rPr lang="en-GB" smtClean="0"/>
              <a:pPr/>
              <a:t>11</a:t>
            </a:fld>
            <a:endParaRPr lang="en-GB" dirty="0"/>
          </a:p>
        </p:txBody>
      </p:sp>
    </p:spTree>
    <p:extLst>
      <p:ext uri="{BB962C8B-B14F-4D97-AF65-F5344CB8AC3E}">
        <p14:creationId xmlns:p14="http://schemas.microsoft.com/office/powerpoint/2010/main" val="4048096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New Topic slides are designed to signal a new topic or transition in your presentation. For variation, you may opt to rotate colors throughout presentation (red, teal, gray, white, image).</a:t>
            </a:r>
          </a:p>
          <a:p>
            <a:pPr marL="0" marR="0">
              <a:spcBef>
                <a:spcPts val="0"/>
              </a:spcBef>
              <a:spcAft>
                <a:spcPts val="0"/>
              </a:spcAft>
            </a:pPr>
            <a:endParaRPr lang="en-US" sz="12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200" b="0" i="0" kern="100" dirty="0">
                <a:effectLst/>
                <a:latin typeface="Arial" panose="020B0604020202020204" pitchFamily="34" charset="0"/>
                <a:ea typeface="Aptos" panose="020B0004020202020204" pitchFamily="34" charset="0"/>
                <a:cs typeface="Arial" panose="020B0604020202020204" pitchFamily="34" charset="0"/>
              </a:rPr>
              <a:t>Text is centered, all caps. OPTIONAL: Place emphasis on one word by making it bold and adding an underline. If you need to manually add the blue underline, go to menu bar up top and choose “Format” &gt; “Font”, then choose underline color 9DD8D7. </a:t>
            </a:r>
          </a:p>
        </p:txBody>
      </p:sp>
      <p:sp>
        <p:nvSpPr>
          <p:cNvPr id="4" name="Slide Number Placeholder 3"/>
          <p:cNvSpPr>
            <a:spLocks noGrp="1"/>
          </p:cNvSpPr>
          <p:nvPr>
            <p:ph type="sldNum" sz="quarter" idx="5"/>
          </p:nvPr>
        </p:nvSpPr>
        <p:spPr/>
        <p:txBody>
          <a:bodyPr/>
          <a:lstStyle/>
          <a:p>
            <a:fld id="{9E341C28-217B-441E-9ECB-97F105BF17F5}" type="slidenum">
              <a:rPr lang="en-GB" smtClean="0"/>
              <a:pPr/>
              <a:t>12</a:t>
            </a:fld>
            <a:endParaRPr lang="en-GB" dirty="0"/>
          </a:p>
        </p:txBody>
      </p:sp>
    </p:spTree>
    <p:extLst>
      <p:ext uri="{BB962C8B-B14F-4D97-AF65-F5344CB8AC3E}">
        <p14:creationId xmlns:p14="http://schemas.microsoft.com/office/powerpoint/2010/main" val="213004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topics of discussion in your presentation. Change the header to meet your needs. Ex: MEETING AGENDA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Header is left aligned, all caps.   OPTIONAL: Place emphasis on one word by making it bold and adding an underline. If you need to manually add the blue underline, go to menu bar up top and choose “Format” &gt; “Font”, then choose underline color </a:t>
            </a:r>
            <a:r>
              <a:rPr lang="en-US" sz="1200" b="0" i="0" dirty="0">
                <a:latin typeface="Arial" panose="020B0604020202020204" pitchFamily="34" charset="0"/>
                <a:cs typeface="Arial" panose="020B0604020202020204" pitchFamily="34" charset="0"/>
              </a:rPr>
              <a:t>9DD8D7</a:t>
            </a:r>
            <a:r>
              <a:rPr lang="en-US" b="0" i="0" dirty="0">
                <a:latin typeface="Arial" panose="020B0604020202020204" pitchFamily="34" charset="0"/>
                <a:cs typeface="Arial" panose="020B0604020202020204" pitchFamily="34" charset="0"/>
              </a:rPr>
              <a:t>. </a:t>
            </a: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Included are two tables comprised of 2 columns and 4 rows which should provide flexibility in resizing; Aligned middle to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See other slide options for different number of topics. Don’t forget to check the #s are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1: To remove a row or column, highlight that section and right click to Delete &gt; Delete Row or Delete Column; To insert, highlight a section, right click to &gt; Insert &gt; Insert Row or Insert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2: To adjust row heights and column widths precisely, select the table and look for the “Layout” tab to appear up top in the ribbon. With your columns or rows selected, type in exact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3: By clicking and dragging the edges of the cell boxes, you can manually adjust width and height.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4: Manually reduce overall font size of text if you’re finding it taking up too much space on the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5: For additional editing features, select the table once and see two tabs appear up in the ribbon: “Table Design” and "Layout”; </a:t>
            </a:r>
            <a:r>
              <a:rPr lang="en-US" b="0" i="0" dirty="0">
                <a:latin typeface="Arial" panose="020B0604020202020204" pitchFamily="34" charset="0"/>
                <a:cs typeface="Arial" panose="020B0604020202020204" pitchFamily="34" charset="0"/>
              </a:rPr>
              <a:t>to add lines between each row, choose Borders &gt; Horizontal Borders. </a:t>
            </a:r>
          </a:p>
        </p:txBody>
      </p:sp>
      <p:sp>
        <p:nvSpPr>
          <p:cNvPr id="4" name="Slide Number Placeholder 3"/>
          <p:cNvSpPr>
            <a:spLocks noGrp="1"/>
          </p:cNvSpPr>
          <p:nvPr>
            <p:ph type="sldNum" sz="quarter" idx="5"/>
          </p:nvPr>
        </p:nvSpPr>
        <p:spPr/>
        <p:txBody>
          <a:bodyPr/>
          <a:lstStyle/>
          <a:p>
            <a:fld id="{9E341C28-217B-441E-9ECB-97F105BF17F5}" type="slidenum">
              <a:rPr lang="en-GB" smtClean="0"/>
              <a:pPr/>
              <a:t>13</a:t>
            </a:fld>
            <a:endParaRPr lang="en-GB" dirty="0"/>
          </a:p>
        </p:txBody>
      </p:sp>
    </p:spTree>
    <p:extLst>
      <p:ext uri="{BB962C8B-B14F-4D97-AF65-F5344CB8AC3E}">
        <p14:creationId xmlns:p14="http://schemas.microsoft.com/office/powerpoint/2010/main" val="3022605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topics of discussion in your presentation. Change the header to meet your needs. Ex: MEETING AGENDA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Header is left aligned, all caps.   OPTIONAL: Place emphasis on one word by making it bold and adding an underline. If you need to manually add the blue underline, go to menu bar up top and choose “Format” &gt; “Font”, then choose underline color </a:t>
            </a:r>
            <a:r>
              <a:rPr lang="en-US" sz="1200" b="0" i="0" dirty="0">
                <a:latin typeface="Arial" panose="020B0604020202020204" pitchFamily="34" charset="0"/>
                <a:cs typeface="Arial" panose="020B0604020202020204" pitchFamily="34" charset="0"/>
              </a:rPr>
              <a:t>9DD8D7</a:t>
            </a:r>
            <a:r>
              <a:rPr lang="en-US" b="0" i="0" dirty="0">
                <a:latin typeface="Arial" panose="020B0604020202020204" pitchFamily="34" charset="0"/>
                <a:cs typeface="Arial" panose="020B0604020202020204" pitchFamily="34" charset="0"/>
              </a:rPr>
              <a:t>. </a:t>
            </a: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Included are two tables comprised of 2 columns and 3 rows which should provide flexibility in resizing; Aligned middle to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See other slide options for different number of topics. Don’t forget to check the #s are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1: To remove a row or column, highlight that section and right click to Delete &gt; Delete Row or Delete Column; To insert, highlight a section, right click to &gt; Insert &gt; Insert Row or Insert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2: To adjust row heights and column widths precisely, select the table and look for the “Layout” tab to appear up top in the ribbon. With your columns or rows selected, type in exact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3: By clicking and dragging the edges of the cell boxes, you can manually adjust width and height.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4: Manually reduce overall font size of text if you’re finding it taking up too much space on the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5: For additional editing features, select the table once and see two tabs appear up in the ribbon: “Table Design” and "Layout”; </a:t>
            </a:r>
            <a:r>
              <a:rPr lang="en-US" b="0" i="0" dirty="0">
                <a:latin typeface="Arial" panose="020B0604020202020204" pitchFamily="34" charset="0"/>
                <a:cs typeface="Arial" panose="020B0604020202020204" pitchFamily="34" charset="0"/>
              </a:rPr>
              <a:t>to add lines between each row, choose Borders &gt; Horizontal Borders. </a:t>
            </a:r>
          </a:p>
        </p:txBody>
      </p:sp>
      <p:sp>
        <p:nvSpPr>
          <p:cNvPr id="4" name="Slide Number Placeholder 3"/>
          <p:cNvSpPr>
            <a:spLocks noGrp="1"/>
          </p:cNvSpPr>
          <p:nvPr>
            <p:ph type="sldNum" sz="quarter" idx="5"/>
          </p:nvPr>
        </p:nvSpPr>
        <p:spPr/>
        <p:txBody>
          <a:bodyPr/>
          <a:lstStyle/>
          <a:p>
            <a:fld id="{9E341C28-217B-441E-9ECB-97F105BF17F5}" type="slidenum">
              <a:rPr lang="en-GB" smtClean="0"/>
              <a:pPr/>
              <a:t>14</a:t>
            </a:fld>
            <a:endParaRPr lang="en-GB" dirty="0"/>
          </a:p>
        </p:txBody>
      </p:sp>
    </p:spTree>
    <p:extLst>
      <p:ext uri="{BB962C8B-B14F-4D97-AF65-F5344CB8AC3E}">
        <p14:creationId xmlns:p14="http://schemas.microsoft.com/office/powerpoint/2010/main" val="220002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topics of discussion in your presentation. Change the header to meet your needs. Ex: MEETING AGENDA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Header is left aligned, all caps.   OPTIONAL: Place emphasis on one word by making it bold and adding an underline. If you need to manually add the blue underline, go to menu bar up top and choose “Format” &gt; “Font”, then choose underline color </a:t>
            </a:r>
            <a:r>
              <a:rPr lang="en-US" sz="1200" b="0" i="0" dirty="0">
                <a:latin typeface="Arial" panose="020B0604020202020204" pitchFamily="34" charset="0"/>
                <a:cs typeface="Arial" panose="020B0604020202020204" pitchFamily="34" charset="0"/>
              </a:rPr>
              <a:t>9DD8D7</a:t>
            </a:r>
            <a:r>
              <a:rPr lang="en-US" b="0" i="0" dirty="0">
                <a:latin typeface="Arial" panose="020B0604020202020204" pitchFamily="34" charset="0"/>
                <a:cs typeface="Arial" panose="020B0604020202020204" pitchFamily="34" charset="0"/>
              </a:rPr>
              <a:t>. </a:t>
            </a: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Included are two tables comprised of 2 columns and 3, 2 rows which should provide flexibility in resizing; Aligned middle to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See other slide options for different number of topics. Don’t forget to check the #s are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1: To remove a row or column, highlight that section and right click to Delete &gt; Delete Row or Delete Column; To insert, highlight a section, right click to &gt; Insert &gt; Insert Row or Insert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2: To adjust row heights and column widths precisely, select the table and look for the “Layout” tab to appear up top in the ribbon. With your columns or rows selected, type in exact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3: By clicking and dragging the edges of the cell boxes, you can manually adjust width and height.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4: Manually reduce overall font size of text if you’re finding it taking up too much space on the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5: For additional editing features, select the table once and see two tabs appear up in the ribbon: “Table Design” and "Layout”; </a:t>
            </a:r>
            <a:r>
              <a:rPr lang="en-US" b="0" i="0" dirty="0">
                <a:latin typeface="Arial" panose="020B0604020202020204" pitchFamily="34" charset="0"/>
                <a:cs typeface="Arial" panose="020B0604020202020204" pitchFamily="34" charset="0"/>
              </a:rPr>
              <a:t>to add lines between each row, choose Borders &gt; Horizontal Borders. </a:t>
            </a:r>
          </a:p>
        </p:txBody>
      </p:sp>
      <p:sp>
        <p:nvSpPr>
          <p:cNvPr id="4" name="Slide Number Placeholder 3"/>
          <p:cNvSpPr>
            <a:spLocks noGrp="1"/>
          </p:cNvSpPr>
          <p:nvPr>
            <p:ph type="sldNum" sz="quarter" idx="5"/>
          </p:nvPr>
        </p:nvSpPr>
        <p:spPr/>
        <p:txBody>
          <a:bodyPr/>
          <a:lstStyle/>
          <a:p>
            <a:fld id="{9E341C28-217B-441E-9ECB-97F105BF17F5}" type="slidenum">
              <a:rPr lang="en-GB" smtClean="0"/>
              <a:pPr/>
              <a:t>15</a:t>
            </a:fld>
            <a:endParaRPr lang="en-GB" dirty="0"/>
          </a:p>
        </p:txBody>
      </p:sp>
    </p:spTree>
    <p:extLst>
      <p:ext uri="{BB962C8B-B14F-4D97-AF65-F5344CB8AC3E}">
        <p14:creationId xmlns:p14="http://schemas.microsoft.com/office/powerpoint/2010/main" val="22479572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topics of discussion in your presentation. Change the header to meet your needs. Ex: MEETING AGENDA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Header is left aligned, all caps.   OPTIONAL: Place emphasis on one word by making it bold and adding an underline. If you need to manually add the blue underline, go to menu bar up top and choose “Format” &gt; “Font”, then choose underline color </a:t>
            </a:r>
            <a:r>
              <a:rPr lang="en-US" sz="1200" b="0" i="0" dirty="0">
                <a:latin typeface="Arial" panose="020B0604020202020204" pitchFamily="34" charset="0"/>
                <a:cs typeface="Arial" panose="020B0604020202020204" pitchFamily="34" charset="0"/>
              </a:rPr>
              <a:t>9DD8D7</a:t>
            </a:r>
            <a:r>
              <a:rPr lang="en-US" b="0" i="0" dirty="0">
                <a:latin typeface="Arial" panose="020B0604020202020204" pitchFamily="34" charset="0"/>
                <a:cs typeface="Arial" panose="020B0604020202020204" pitchFamily="34" charset="0"/>
              </a:rPr>
              <a:t>. </a:t>
            </a: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Included are two tables comprised of 2 columns and 2 rows which should provide flexibility in resizing; Aligned middle to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See other slide options for different number of topics. Don’t forget to check the #s are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1: To remove a row or column, highlight that section and right click to Delete &gt; Delete Row or Delete Column; To insert, highlight a section, right click to &gt; Insert &gt; Insert Row or Insert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2: To adjust row heights and column widths precisely, select the table and look for the “Layout” tab to appear up top in the ribbon. With your columns or rows selected, type in exact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3: By clicking and dragging the edges of the cell boxes, you can manually adjust width and height.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4: Manually reduce overall font size of text if you’re finding it taking up too much space on the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5: For additional editing features, select the table once and see two tabs appear up in the ribbon: “Table Design” and "Layout”; </a:t>
            </a:r>
            <a:r>
              <a:rPr lang="en-US" b="0" i="0" dirty="0">
                <a:latin typeface="Arial" panose="020B0604020202020204" pitchFamily="34" charset="0"/>
                <a:cs typeface="Arial" panose="020B0604020202020204" pitchFamily="34" charset="0"/>
              </a:rPr>
              <a:t>to add lines between each row, choose Borders &gt; Horizontal Borders. </a:t>
            </a:r>
          </a:p>
        </p:txBody>
      </p:sp>
      <p:sp>
        <p:nvSpPr>
          <p:cNvPr id="4" name="Slide Number Placeholder 3"/>
          <p:cNvSpPr>
            <a:spLocks noGrp="1"/>
          </p:cNvSpPr>
          <p:nvPr>
            <p:ph type="sldNum" sz="quarter" idx="5"/>
          </p:nvPr>
        </p:nvSpPr>
        <p:spPr/>
        <p:txBody>
          <a:bodyPr/>
          <a:lstStyle/>
          <a:p>
            <a:fld id="{9E341C28-217B-441E-9ECB-97F105BF17F5}" type="slidenum">
              <a:rPr lang="en-GB" smtClean="0"/>
              <a:pPr/>
              <a:t>16</a:t>
            </a:fld>
            <a:endParaRPr lang="en-GB" dirty="0"/>
          </a:p>
        </p:txBody>
      </p:sp>
    </p:spTree>
    <p:extLst>
      <p:ext uri="{BB962C8B-B14F-4D97-AF65-F5344CB8AC3E}">
        <p14:creationId xmlns:p14="http://schemas.microsoft.com/office/powerpoint/2010/main" val="1458654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topics of discussion in your presentation. Change the header to meet your needs. Ex: MEETING AGENDA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The subtitle can easily be deleted if not needed. See additional text slides for formatting options (with and without images and icons).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Topics are listed out in a table comprised of 2 columns; 4 rows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replace an image, delete the placeholder image you see here. Then, a prompt will appear ”Click to insert picture”. Click the little icon and then navigate to a new photo.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p:txBody>
      </p:sp>
      <p:sp>
        <p:nvSpPr>
          <p:cNvPr id="4" name="Slide Number Placeholder 3"/>
          <p:cNvSpPr>
            <a:spLocks noGrp="1"/>
          </p:cNvSpPr>
          <p:nvPr>
            <p:ph type="sldNum" sz="quarter" idx="5"/>
          </p:nvPr>
        </p:nvSpPr>
        <p:spPr/>
        <p:txBody>
          <a:bodyPr/>
          <a:lstStyle/>
          <a:p>
            <a:fld id="{9E341C28-217B-441E-9ECB-97F105BF17F5}" type="slidenum">
              <a:rPr lang="en-GB" smtClean="0"/>
              <a:pPr/>
              <a:t>17</a:t>
            </a:fld>
            <a:endParaRPr lang="en-GB" dirty="0"/>
          </a:p>
        </p:txBody>
      </p:sp>
    </p:spTree>
    <p:extLst>
      <p:ext uri="{BB962C8B-B14F-4D97-AF65-F5344CB8AC3E}">
        <p14:creationId xmlns:p14="http://schemas.microsoft.com/office/powerpoint/2010/main" val="2665778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7AAC-A34D-1C4C-2541-BDA8D0270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2DC6C-A3F7-FC3A-1A0B-632101C1A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FAEFB-B224-6CB0-B9AE-2B94933D3E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topics of discussion in your presentation. Change the header to meet your needs. Ex: MEETING AGENDA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Header is left aligned, all caps.  OPTIONAL: Place emphasis on one word by making it bold and adding an underline. If you need to manually add the blue underline, go to menu bar up top and choose “Format” &gt; “Font”, then choose underline color </a:t>
            </a:r>
            <a:r>
              <a:rPr lang="en-US" sz="1200" b="0" i="0" dirty="0">
                <a:latin typeface="Arial" panose="020B0604020202020204" pitchFamily="34" charset="0"/>
                <a:cs typeface="Arial" panose="020B0604020202020204" pitchFamily="34" charset="0"/>
              </a:rPr>
              <a:t>9DD8D7</a:t>
            </a:r>
            <a:r>
              <a:rPr lang="en-US" b="0" i="0" dirty="0">
                <a:latin typeface="Arial" panose="020B0604020202020204" pitchFamily="34" charset="0"/>
                <a:cs typeface="Arial" panose="020B0604020202020204" pitchFamily="34" charset="0"/>
              </a:rPr>
              <a:t>. </a:t>
            </a: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Included is one table comprised of 2 columns and 3 rows which should provide flexibility in resizing; Aligned middle to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See other slide options for different number of topics. Don’t forget to check the #s are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1: To remove a row or column, highlight that section and right click to Delete &gt; Delete Row or Delete Column; To insert, highlight a section, right click to &gt; Insert &gt; Insert Row or Insert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2: To adjust row heights and column widths precisely, select the table and look for the “Layout” tab to appear up top in the ribbon. With your columns or rows selected, type in exact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3: By clicking and dragging the edges of the cell boxes, you can manually adjust width and height.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4: Manually reduce overall font size of text if you’re finding it taking up too much space on the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5: For additional editing features, select the table once and see two tabs appear up in the ribbon: “Table Design” and "Layout”; </a:t>
            </a:r>
            <a:r>
              <a:rPr lang="en-US" b="0" i="0" dirty="0">
                <a:latin typeface="Arial" panose="020B0604020202020204" pitchFamily="34" charset="0"/>
                <a:cs typeface="Arial" panose="020B0604020202020204" pitchFamily="34" charset="0"/>
              </a:rPr>
              <a:t>to add lines between each row, choose Borders &gt; Horizontal Borders. </a:t>
            </a:r>
          </a:p>
        </p:txBody>
      </p:sp>
      <p:sp>
        <p:nvSpPr>
          <p:cNvPr id="4" name="Slide Number Placeholder 3">
            <a:extLst>
              <a:ext uri="{FF2B5EF4-FFF2-40B4-BE49-F238E27FC236}">
                <a16:creationId xmlns:a16="http://schemas.microsoft.com/office/drawing/2014/main" id="{0B4362CB-0DDB-6CD7-288E-94BF8B5E453A}"/>
              </a:ext>
            </a:extLst>
          </p:cNvPr>
          <p:cNvSpPr>
            <a:spLocks noGrp="1"/>
          </p:cNvSpPr>
          <p:nvPr>
            <p:ph type="sldNum" sz="quarter" idx="5"/>
          </p:nvPr>
        </p:nvSpPr>
        <p:spPr/>
        <p:txBody>
          <a:bodyPr/>
          <a:lstStyle/>
          <a:p>
            <a:fld id="{9E341C28-217B-441E-9ECB-97F105BF17F5}" type="slidenum">
              <a:rPr lang="en-GB" smtClean="0"/>
              <a:pPr/>
              <a:t>18</a:t>
            </a:fld>
            <a:endParaRPr lang="en-GB" dirty="0"/>
          </a:p>
        </p:txBody>
      </p:sp>
    </p:spTree>
    <p:extLst>
      <p:ext uri="{BB962C8B-B14F-4D97-AF65-F5344CB8AC3E}">
        <p14:creationId xmlns:p14="http://schemas.microsoft.com/office/powerpoint/2010/main" val="791692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7AAC-A34D-1C4C-2541-BDA8D0270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2DC6C-A3F7-FC3A-1A0B-632101C1A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FAEFB-B224-6CB0-B9AE-2B94933D3E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topics of discussion in your presentation. Change the header to meet your needs. Ex: MEETING AGENDA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Header is left aligned, all caps.  OPTIONAL: Place emphasis on one word by making it bold and adding an underline. If you need to manually add the blue underline, go to menu bar up top and choose “Format” &gt; “Font”, then choose underline color </a:t>
            </a:r>
            <a:r>
              <a:rPr lang="en-US" sz="1200" b="0" i="0" dirty="0">
                <a:latin typeface="Arial" panose="020B0604020202020204" pitchFamily="34" charset="0"/>
                <a:cs typeface="Arial" panose="020B0604020202020204" pitchFamily="34" charset="0"/>
              </a:rPr>
              <a:t>9DD8D7</a:t>
            </a:r>
            <a:r>
              <a:rPr lang="en-US" b="0" i="0" dirty="0">
                <a:latin typeface="Arial" panose="020B0604020202020204" pitchFamily="34" charset="0"/>
                <a:cs typeface="Arial" panose="020B0604020202020204" pitchFamily="34" charset="0"/>
              </a:rPr>
              <a:t>. </a:t>
            </a: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Included is one table comprised of 2 columns and 2 rows; Aligned middle to slide. See other slide options for different number of topics. Don’t forget to check the #s are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1: To remove a row or column, highlight that section and right click to Delete &gt; Delete Row or Delete Column; To insert, highlight a section, right click to &gt; Insert &gt; Insert Row or Insert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2: To adjust row heights and column widths precisely, select the table and look for the “Layout” tab to appear up top in the ribbon. With your columns or rows selected, type in exact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3: By clicking and dragging the edges of the cell boxes, you can manually adjust width and height.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4: Manually reduce overall font size of text if you’re finding it taking up too much space on the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5: For additional editing features, select the table once and see two tabs appear up in the ribbon: “Table Design” and "Layout”; </a:t>
            </a:r>
            <a:r>
              <a:rPr lang="en-US" b="0" i="0" dirty="0">
                <a:latin typeface="Arial" panose="020B0604020202020204" pitchFamily="34" charset="0"/>
                <a:cs typeface="Arial" panose="020B0604020202020204" pitchFamily="34" charset="0"/>
              </a:rPr>
              <a:t>to add lines between each row, choose Borders &gt; Horizontal Borders. </a:t>
            </a:r>
          </a:p>
        </p:txBody>
      </p:sp>
      <p:sp>
        <p:nvSpPr>
          <p:cNvPr id="4" name="Slide Number Placeholder 3">
            <a:extLst>
              <a:ext uri="{FF2B5EF4-FFF2-40B4-BE49-F238E27FC236}">
                <a16:creationId xmlns:a16="http://schemas.microsoft.com/office/drawing/2014/main" id="{0B4362CB-0DDB-6CD7-288E-94BF8B5E453A}"/>
              </a:ext>
            </a:extLst>
          </p:cNvPr>
          <p:cNvSpPr>
            <a:spLocks noGrp="1"/>
          </p:cNvSpPr>
          <p:nvPr>
            <p:ph type="sldNum" sz="quarter" idx="5"/>
          </p:nvPr>
        </p:nvSpPr>
        <p:spPr/>
        <p:txBody>
          <a:bodyPr/>
          <a:lstStyle/>
          <a:p>
            <a:fld id="{9E341C28-217B-441E-9ECB-97F105BF17F5}" type="slidenum">
              <a:rPr lang="en-GB" smtClean="0"/>
              <a:pPr/>
              <a:t>19</a:t>
            </a:fld>
            <a:endParaRPr lang="en-GB" dirty="0"/>
          </a:p>
        </p:txBody>
      </p:sp>
    </p:spTree>
    <p:extLst>
      <p:ext uri="{BB962C8B-B14F-4D97-AF65-F5344CB8AC3E}">
        <p14:creationId xmlns:p14="http://schemas.microsoft.com/office/powerpoint/2010/main" val="162700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For legibility, it’s a best practice to let your content breathe–leave white space between paragraphs of text. Break up content over several slides rather than crowding text onto a single page. Avoid using a small font size to prevent eye strain.</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To replace an icon, select the existing icon, right click and choose “Change Graphic” &gt; “From Icons” OR you can copy/paste an icon from the page of icons included in this presentation OR go to Insert &gt; Icons (some desktop versions of ppt do not have icons and you may need to open the web version to access icons; also try accessing icons from Microsoft Word)</a:t>
            </a:r>
          </a:p>
          <a:p>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To change the icon color, select an icon and choose ‘Shape Fill’ under the HOME tab up top. Or, click the paintbucket icon in the ‘Format Background’ panel to the right of the page. </a:t>
            </a:r>
          </a:p>
        </p:txBody>
      </p:sp>
      <p:sp>
        <p:nvSpPr>
          <p:cNvPr id="4" name="Slide Number Placeholder 3"/>
          <p:cNvSpPr>
            <a:spLocks noGrp="1"/>
          </p:cNvSpPr>
          <p:nvPr>
            <p:ph type="sldNum" sz="quarter" idx="5"/>
          </p:nvPr>
        </p:nvSpPr>
        <p:spPr/>
        <p:txBody>
          <a:bodyPr/>
          <a:lstStyle/>
          <a:p>
            <a:fld id="{9E341C28-217B-441E-9ECB-97F105BF17F5}" type="slidenum">
              <a:rPr lang="en-GB" smtClean="0"/>
              <a:pPr/>
              <a:t>20</a:t>
            </a:fld>
            <a:endParaRPr lang="en-GB" dirty="0"/>
          </a:p>
        </p:txBody>
      </p:sp>
    </p:spTree>
    <p:extLst>
      <p:ext uri="{BB962C8B-B14F-4D97-AF65-F5344CB8AC3E}">
        <p14:creationId xmlns:p14="http://schemas.microsoft.com/office/powerpoint/2010/main" val="2205495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The subtitle example can be deleted if not needed (leave the placeholder text box if you might need it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This slide includes two separate text boxes. See additional text slides for formatting options (with and without images and icons). </a:t>
            </a:r>
          </a:p>
        </p:txBody>
      </p:sp>
      <p:sp>
        <p:nvSpPr>
          <p:cNvPr id="4" name="Slide Number Placeholder 3"/>
          <p:cNvSpPr>
            <a:spLocks noGrp="1"/>
          </p:cNvSpPr>
          <p:nvPr>
            <p:ph type="sldNum" sz="quarter" idx="5"/>
          </p:nvPr>
        </p:nvSpPr>
        <p:spPr/>
        <p:txBody>
          <a:bodyPr/>
          <a:lstStyle/>
          <a:p>
            <a:fld id="{9E341C28-217B-441E-9ECB-97F105BF17F5}" type="slidenum">
              <a:rPr lang="en-GB" smtClean="0"/>
              <a:pPr/>
              <a:t>21</a:t>
            </a:fld>
            <a:endParaRPr lang="en-GB"/>
          </a:p>
        </p:txBody>
      </p:sp>
    </p:spTree>
    <p:extLst>
      <p:ext uri="{BB962C8B-B14F-4D97-AF65-F5344CB8AC3E}">
        <p14:creationId xmlns:p14="http://schemas.microsoft.com/office/powerpoint/2010/main" val="40858383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The subtitle example can be deleted if not needed (leave the placeholder text box if you might need it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See additional text slides for formatting options (with and without images and icons). </a:t>
            </a:r>
          </a:p>
        </p:txBody>
      </p:sp>
      <p:sp>
        <p:nvSpPr>
          <p:cNvPr id="4" name="Slide Number Placeholder 3"/>
          <p:cNvSpPr>
            <a:spLocks noGrp="1"/>
          </p:cNvSpPr>
          <p:nvPr>
            <p:ph type="sldNum" sz="quarter" idx="5"/>
          </p:nvPr>
        </p:nvSpPr>
        <p:spPr/>
        <p:txBody>
          <a:bodyPr/>
          <a:lstStyle/>
          <a:p>
            <a:fld id="{9E341C28-217B-441E-9ECB-97F105BF17F5}" type="slidenum">
              <a:rPr lang="en-GB" smtClean="0"/>
              <a:pPr/>
              <a:t>22</a:t>
            </a:fld>
            <a:endParaRPr lang="en-GB"/>
          </a:p>
        </p:txBody>
      </p:sp>
    </p:spTree>
    <p:extLst>
      <p:ext uri="{BB962C8B-B14F-4D97-AF65-F5344CB8AC3E}">
        <p14:creationId xmlns:p14="http://schemas.microsoft.com/office/powerpoint/2010/main" val="1742121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Consider replacing bullets with icons for visual interest and memory retention. Go to the ribbon and choose “Insert” &gt; “Icons” (bird &amp; leaf icon) OR you can choose one from the icons page included in the back of this deck.</a:t>
            </a:r>
          </a:p>
        </p:txBody>
      </p:sp>
      <p:sp>
        <p:nvSpPr>
          <p:cNvPr id="4" name="Slide Number Placeholder 3"/>
          <p:cNvSpPr>
            <a:spLocks noGrp="1"/>
          </p:cNvSpPr>
          <p:nvPr>
            <p:ph type="sldNum" sz="quarter" idx="5"/>
          </p:nvPr>
        </p:nvSpPr>
        <p:spPr/>
        <p:txBody>
          <a:bodyPr/>
          <a:lstStyle/>
          <a:p>
            <a:fld id="{9E341C28-217B-441E-9ECB-97F105BF17F5}" type="slidenum">
              <a:rPr lang="en-GB" smtClean="0"/>
              <a:pPr/>
              <a:t>23</a:t>
            </a:fld>
            <a:endParaRPr lang="en-GB"/>
          </a:p>
        </p:txBody>
      </p:sp>
    </p:spTree>
    <p:extLst>
      <p:ext uri="{BB962C8B-B14F-4D97-AF65-F5344CB8AC3E}">
        <p14:creationId xmlns:p14="http://schemas.microsoft.com/office/powerpoint/2010/main" val="859959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This slide includes two separate text boxes.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Consider replacing bullets with icons for visual interest and memory retention. Go to the ribbon and choose “Insert” &gt; “Icons” (bird &amp; leaf icon) OR you can choose one from the icons page included in the back of this deck.</a:t>
            </a:r>
          </a:p>
        </p:txBody>
      </p:sp>
      <p:sp>
        <p:nvSpPr>
          <p:cNvPr id="4" name="Slide Number Placeholder 3"/>
          <p:cNvSpPr>
            <a:spLocks noGrp="1"/>
          </p:cNvSpPr>
          <p:nvPr>
            <p:ph type="sldNum" sz="quarter" idx="5"/>
          </p:nvPr>
        </p:nvSpPr>
        <p:spPr/>
        <p:txBody>
          <a:bodyPr/>
          <a:lstStyle/>
          <a:p>
            <a:fld id="{9E341C28-217B-441E-9ECB-97F105BF17F5}" type="slidenum">
              <a:rPr lang="en-GB" smtClean="0"/>
              <a:pPr/>
              <a:t>24</a:t>
            </a:fld>
            <a:endParaRPr lang="en-GB"/>
          </a:p>
        </p:txBody>
      </p:sp>
    </p:spTree>
    <p:extLst>
      <p:ext uri="{BB962C8B-B14F-4D97-AF65-F5344CB8AC3E}">
        <p14:creationId xmlns:p14="http://schemas.microsoft.com/office/powerpoint/2010/main" val="529474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The subtitle can easily be deleted if not needed. See additional text slides for formatting options (with and without images and icons).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replace an image, delete the placeholder image you see here. Then, a prompt will appear ”Click to insert picture”. Click the little icon and then navigate to a new photo. When replacing an image, choose one with a clean background to allow for legible text placement.  IDEA: Caption photos or provide photo credits below each image or in the ‘Placeholder for a source’ section.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p:txBody>
      </p:sp>
      <p:sp>
        <p:nvSpPr>
          <p:cNvPr id="4" name="Slide Number Placeholder 3"/>
          <p:cNvSpPr>
            <a:spLocks noGrp="1"/>
          </p:cNvSpPr>
          <p:nvPr>
            <p:ph type="sldNum" sz="quarter" idx="5"/>
          </p:nvPr>
        </p:nvSpPr>
        <p:spPr/>
        <p:txBody>
          <a:bodyPr/>
          <a:lstStyle/>
          <a:p>
            <a:fld id="{9E341C28-217B-441E-9ECB-97F105BF17F5}" type="slidenum">
              <a:rPr lang="en-GB" smtClean="0"/>
              <a:pPr/>
              <a:t>25</a:t>
            </a:fld>
            <a:endParaRPr lang="en-GB"/>
          </a:p>
        </p:txBody>
      </p:sp>
    </p:spTree>
    <p:extLst>
      <p:ext uri="{BB962C8B-B14F-4D97-AF65-F5344CB8AC3E}">
        <p14:creationId xmlns:p14="http://schemas.microsoft.com/office/powerpoint/2010/main" val="22070529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The subtitle can easily be deleted if not needed.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Consider deleting bullets all-together or replacing with icons for visual interest and memory retention. Go to the ribbon and choose “Insert” &gt; “Icons” (bird &amp; leaf icon) OR you can choose one from the icons page included in this deck.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replace an image, delete the placeholder image you see here. Then, a prompt will appear ”Click to insert picture”. Click the little icon and then navigate to a new photo. When replacing an image, choose one with a clean background to allow for legible text placement. IDEA: Caption photos or provide photo credits below each image or in the ‘Placeholder for a source’ section.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p:txBody>
      </p:sp>
      <p:sp>
        <p:nvSpPr>
          <p:cNvPr id="4" name="Slide Number Placeholder 3"/>
          <p:cNvSpPr>
            <a:spLocks noGrp="1"/>
          </p:cNvSpPr>
          <p:nvPr>
            <p:ph type="sldNum" sz="quarter" idx="5"/>
          </p:nvPr>
        </p:nvSpPr>
        <p:spPr/>
        <p:txBody>
          <a:bodyPr/>
          <a:lstStyle/>
          <a:p>
            <a:fld id="{9E341C28-217B-441E-9ECB-97F105BF17F5}" type="slidenum">
              <a:rPr lang="en-GB" smtClean="0"/>
              <a:pPr/>
              <a:t>26</a:t>
            </a:fld>
            <a:endParaRPr lang="en-GB"/>
          </a:p>
        </p:txBody>
      </p:sp>
    </p:spTree>
    <p:extLst>
      <p:ext uri="{BB962C8B-B14F-4D97-AF65-F5344CB8AC3E}">
        <p14:creationId xmlns:p14="http://schemas.microsoft.com/office/powerpoint/2010/main" val="3625017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replace an image, delete the placeholder image you see here. Then, a prompt will appear ”Click to insert picture”. Click the little icon and then navigate to a new photo.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Find University-provided images by searching the DAM for U of U Health images: https://utahhealthdam.acquiadam.com/ or by visiting the U of U Image Library: https://utah.photoshelter.com/galleries/C0000hDZ8jFiITf0/Public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Do not download free images from the internet. Be sure to license images properly through stock photography sites like iStock, Adobe Stock or Getty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IDEA: Caption photos or provide photo credits below each image or in the ‘Placeholder for a source’ section.</a:t>
            </a:r>
          </a:p>
        </p:txBody>
      </p:sp>
      <p:sp>
        <p:nvSpPr>
          <p:cNvPr id="4" name="Slide Number Placeholder 3"/>
          <p:cNvSpPr>
            <a:spLocks noGrp="1"/>
          </p:cNvSpPr>
          <p:nvPr>
            <p:ph type="sldNum" sz="quarter" idx="5"/>
          </p:nvPr>
        </p:nvSpPr>
        <p:spPr/>
        <p:txBody>
          <a:bodyPr/>
          <a:lstStyle/>
          <a:p>
            <a:fld id="{9E341C28-217B-441E-9ECB-97F105BF17F5}" type="slidenum">
              <a:rPr lang="en-GB" smtClean="0"/>
              <a:t>27</a:t>
            </a:fld>
            <a:endParaRPr lang="en-GB"/>
          </a:p>
        </p:txBody>
      </p:sp>
    </p:spTree>
    <p:extLst>
      <p:ext uri="{BB962C8B-B14F-4D97-AF65-F5344CB8AC3E}">
        <p14:creationId xmlns:p14="http://schemas.microsoft.com/office/powerpoint/2010/main" val="35273998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Showcase multiple images without a header.  To replace an image, delete the placeholder image you see here. Then, a prompt will appear ”Click to insert picture”. Click the little icon and then navigate to a new photo.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Find University-provided images by searching the DAM for U of U Health images: https://utahhealthdam.acquiadam.com/ or by visiting the U of U Image Library: https://utah.photoshelter.com/galleries/C0000hDZ8jFiITf0/Public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Do not download free images from the internet. Be sure to license images properly through stock photography sites like iStock, Adobe Stock or Getty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r>
              <a:rPr lang="en-US" b="0" i="0" dirty="0">
                <a:latin typeface="Arial" panose="020B0604020202020204" pitchFamily="34" charset="0"/>
                <a:cs typeface="Arial" panose="020B0604020202020204" pitchFamily="34" charset="0"/>
              </a:rPr>
              <a:t>IDEA: Caption photos or provide photo credits below each image or in the ‘Placeholder for a source’ section.</a:t>
            </a:r>
          </a:p>
        </p:txBody>
      </p:sp>
      <p:sp>
        <p:nvSpPr>
          <p:cNvPr id="4" name="Slide Number Placeholder 3"/>
          <p:cNvSpPr>
            <a:spLocks noGrp="1"/>
          </p:cNvSpPr>
          <p:nvPr>
            <p:ph type="sldNum" sz="quarter" idx="5"/>
          </p:nvPr>
        </p:nvSpPr>
        <p:spPr/>
        <p:txBody>
          <a:bodyPr/>
          <a:lstStyle/>
          <a:p>
            <a:fld id="{9E341C28-217B-441E-9ECB-97F105BF17F5}" type="slidenum">
              <a:rPr lang="en-GB" smtClean="0"/>
              <a:pPr/>
              <a:t>28</a:t>
            </a:fld>
            <a:endParaRPr lang="en-GB"/>
          </a:p>
        </p:txBody>
      </p:sp>
    </p:spTree>
    <p:extLst>
      <p:ext uri="{BB962C8B-B14F-4D97-AF65-F5344CB8AC3E}">
        <p14:creationId xmlns:p14="http://schemas.microsoft.com/office/powerpoint/2010/main" val="29027274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Showcase one image without a header and with white U of U Health logo in lower right corner. To use a red logo, use the next slide or pull from the master slide with the red logo.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replace an image, delete the placeholder image you see here. Then, a prompt will appear ”Click to insert picture”. Click the little icon and then navigate to a new photo.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Find University-provided images by searching the DAM for U of U Health images: https://utahhealthdam.acquiadam.com/ or by visiting the U of U Image Library: https://utah.photoshelter.com/galleries/C0000hDZ8jFiITf0/Public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Do not download free images from the internet. Be sure to license images properly through stock photography sites like iStock, Adobe Stock or Getty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p:txBody>
      </p:sp>
      <p:sp>
        <p:nvSpPr>
          <p:cNvPr id="4" name="Slide Number Placeholder 3"/>
          <p:cNvSpPr>
            <a:spLocks noGrp="1"/>
          </p:cNvSpPr>
          <p:nvPr>
            <p:ph type="sldNum" sz="quarter" idx="5"/>
          </p:nvPr>
        </p:nvSpPr>
        <p:spPr/>
        <p:txBody>
          <a:bodyPr/>
          <a:lstStyle/>
          <a:p>
            <a:fld id="{9E341C28-217B-441E-9ECB-97F105BF17F5}" type="slidenum">
              <a:rPr lang="en-GB" smtClean="0"/>
              <a:pPr/>
              <a:t>29</a:t>
            </a:fld>
            <a:endParaRPr lang="en-GB"/>
          </a:p>
        </p:txBody>
      </p:sp>
    </p:spTree>
    <p:extLst>
      <p:ext uri="{BB962C8B-B14F-4D97-AF65-F5344CB8AC3E}">
        <p14:creationId xmlns:p14="http://schemas.microsoft.com/office/powerpoint/2010/main" val="15466893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Showcase one image without a header and with red U of U Health logo in lower right corner. To use a white logo, use the prior slide or pull from the master slide with the white logo.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replace an image, delete the placeholder image you see here. Then, a prompt will appear ”Click to insert picture”. Click the little icon and then navigate to a new photo.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Right click &gt; Send to Back to ensure image is sent to back behind the logo.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Find University-provided images by searching the DAM for U of U Health images: https://utahhealthdam.acquiadam.com/ or by visiting the U of U Image Library: https://utah.photoshelter.com/galleries/C0000hDZ8jFiITf0/Public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Do not download free images from the internet. Be sure to license images properly through stock photography sites like iStock, Adobe Stock or Getty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p:txBody>
      </p:sp>
      <p:sp>
        <p:nvSpPr>
          <p:cNvPr id="4" name="Slide Number Placeholder 3"/>
          <p:cNvSpPr>
            <a:spLocks noGrp="1"/>
          </p:cNvSpPr>
          <p:nvPr>
            <p:ph type="sldNum" sz="quarter" idx="5"/>
          </p:nvPr>
        </p:nvSpPr>
        <p:spPr/>
        <p:txBody>
          <a:bodyPr/>
          <a:lstStyle/>
          <a:p>
            <a:fld id="{9E341C28-217B-441E-9ECB-97F105BF17F5}" type="slidenum">
              <a:rPr lang="en-GB" smtClean="0"/>
              <a:pPr/>
              <a:t>30</a:t>
            </a:fld>
            <a:endParaRPr lang="en-GB"/>
          </a:p>
        </p:txBody>
      </p:sp>
    </p:spTree>
    <p:extLst>
      <p:ext uri="{BB962C8B-B14F-4D97-AF65-F5344CB8AC3E}">
        <p14:creationId xmlns:p14="http://schemas.microsoft.com/office/powerpoint/2010/main" val="2007774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use a red logo, use the next slide or pull from the master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Showcase a video (.mp4 file) or link to a </a:t>
            </a:r>
            <a:r>
              <a:rPr lang="en-US" b="0" i="0" dirty="0" err="1">
                <a:latin typeface="Arial" panose="020B0604020202020204" pitchFamily="34" charset="0"/>
                <a:cs typeface="Arial" panose="020B0604020202020204" pitchFamily="34" charset="0"/>
              </a:rPr>
              <a:t>url</a:t>
            </a:r>
            <a:r>
              <a:rPr lang="en-US" b="0" i="0" dirty="0">
                <a:latin typeface="Arial" panose="020B0604020202020204" pitchFamily="34" charset="0"/>
                <a:cs typeface="Arial" panose="020B0604020202020204" pitchFamily="34" charset="0"/>
              </a:rPr>
              <a:t> by clicking Insert &gt; Video &gt; Online Movie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See PowerPoint’s recommendations for embedding vs linking a video: https://</a:t>
            </a:r>
            <a:r>
              <a:rPr lang="en-US" b="0" i="0" dirty="0" err="1">
                <a:latin typeface="Arial" panose="020B0604020202020204" pitchFamily="34" charset="0"/>
                <a:cs typeface="Arial" panose="020B0604020202020204" pitchFamily="34" charset="0"/>
              </a:rPr>
              <a:t>support.microsoft.com</a:t>
            </a:r>
            <a:r>
              <a:rPr lang="en-US" b="0" i="0" dirty="0">
                <a:latin typeface="Arial" panose="020B0604020202020204" pitchFamily="34" charset="0"/>
                <a:cs typeface="Arial" panose="020B0604020202020204" pitchFamily="34" charset="0"/>
              </a:rPr>
              <a:t>/</a:t>
            </a:r>
            <a:r>
              <a:rPr lang="en-US" b="0" i="0" dirty="0" err="1">
                <a:latin typeface="Arial" panose="020B0604020202020204" pitchFamily="34" charset="0"/>
                <a:cs typeface="Arial" panose="020B0604020202020204" pitchFamily="34" charset="0"/>
              </a:rPr>
              <a:t>en</a:t>
            </a:r>
            <a:r>
              <a:rPr lang="en-US" b="0" i="0" dirty="0">
                <a:latin typeface="Arial" panose="020B0604020202020204" pitchFamily="34" charset="0"/>
                <a:cs typeface="Arial" panose="020B0604020202020204" pitchFamily="34" charset="0"/>
              </a:rPr>
              <a:t>-us/office/insert-and-play-a-video-file-from-your-computer-f3fcbd3e-5f86-4320-8aea-31bff480ed02#OfficeVersion=macOS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NOTE: Embedding a video will increase file size which may not go through when emailed.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You can choose a preview image for your video by double clicking the image (a new menu appears), then Poster Frame &gt; Current Frame (after navigating to the section to highlight) or navigating to a new file. If you change your mind, go to Poster Fame &gt; Reset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alignment depending on subject matter. To adjust cropping, double-click on video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Find University-provided videos by searching the DAM for U of U Health images: https://utahhealthdam.acquiadam.com/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Do not download free videos from the internet. Be sure to license images properly through stock photography sites like iStock, Adobe Stock or Getty Images.</a:t>
            </a:r>
          </a:p>
        </p:txBody>
      </p:sp>
      <p:sp>
        <p:nvSpPr>
          <p:cNvPr id="4" name="Slide Number Placeholder 3"/>
          <p:cNvSpPr>
            <a:spLocks noGrp="1"/>
          </p:cNvSpPr>
          <p:nvPr>
            <p:ph type="sldNum" sz="quarter" idx="5"/>
          </p:nvPr>
        </p:nvSpPr>
        <p:spPr/>
        <p:txBody>
          <a:bodyPr/>
          <a:lstStyle/>
          <a:p>
            <a:fld id="{9E341C28-217B-441E-9ECB-97F105BF17F5}" type="slidenum">
              <a:rPr lang="en-GB" smtClean="0"/>
              <a:pPr/>
              <a:t>31</a:t>
            </a:fld>
            <a:endParaRPr lang="en-GB"/>
          </a:p>
        </p:txBody>
      </p:sp>
    </p:spTree>
    <p:extLst>
      <p:ext uri="{BB962C8B-B14F-4D97-AF65-F5344CB8AC3E}">
        <p14:creationId xmlns:p14="http://schemas.microsoft.com/office/powerpoint/2010/main" val="3087801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use a white logo, use the prior slide or pull from the master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Showcase a video (.mp4 file) or link to a </a:t>
            </a:r>
            <a:r>
              <a:rPr lang="en-US" b="0" i="0" dirty="0" err="1">
                <a:latin typeface="Arial" panose="020B0604020202020204" pitchFamily="34" charset="0"/>
                <a:cs typeface="Arial" panose="020B0604020202020204" pitchFamily="34" charset="0"/>
              </a:rPr>
              <a:t>url</a:t>
            </a:r>
            <a:r>
              <a:rPr lang="en-US" b="0" i="0" dirty="0">
                <a:latin typeface="Arial" panose="020B0604020202020204" pitchFamily="34" charset="0"/>
                <a:cs typeface="Arial" panose="020B0604020202020204" pitchFamily="34" charset="0"/>
              </a:rPr>
              <a:t> by clicking Insert &gt; Video &gt; Online Movie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See PowerPoint’s recommendations for embedding vs linking a video: https://</a:t>
            </a:r>
            <a:r>
              <a:rPr lang="en-US" b="0" i="0" dirty="0" err="1">
                <a:latin typeface="Arial" panose="020B0604020202020204" pitchFamily="34" charset="0"/>
                <a:cs typeface="Arial" panose="020B0604020202020204" pitchFamily="34" charset="0"/>
              </a:rPr>
              <a:t>support.microsoft.com</a:t>
            </a:r>
            <a:r>
              <a:rPr lang="en-US" b="0" i="0" dirty="0">
                <a:latin typeface="Arial" panose="020B0604020202020204" pitchFamily="34" charset="0"/>
                <a:cs typeface="Arial" panose="020B0604020202020204" pitchFamily="34" charset="0"/>
              </a:rPr>
              <a:t>/</a:t>
            </a:r>
            <a:r>
              <a:rPr lang="en-US" b="0" i="0" dirty="0" err="1">
                <a:latin typeface="Arial" panose="020B0604020202020204" pitchFamily="34" charset="0"/>
                <a:cs typeface="Arial" panose="020B0604020202020204" pitchFamily="34" charset="0"/>
              </a:rPr>
              <a:t>en</a:t>
            </a:r>
            <a:r>
              <a:rPr lang="en-US" b="0" i="0" dirty="0">
                <a:latin typeface="Arial" panose="020B0604020202020204" pitchFamily="34" charset="0"/>
                <a:cs typeface="Arial" panose="020B0604020202020204" pitchFamily="34" charset="0"/>
              </a:rPr>
              <a:t>-us/office/insert-and-play-a-video-file-from-your-computer-f3fcbd3e-5f86-4320-8aea-31bff480ed02#OfficeVersion=macOS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NOTE: Embedding a video will increase file size which may not go through when emailed.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You can choose a preview image for your video by double clicking the image (a new menu appears), then Poster Frame &gt; Current Frame (after navigating to the section to highlight) or navigating to a new file. If you change your mind, go to Poster Fame &gt; Reset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You may need to change alignment depending on subject matter. To adjust cropping, double-click on video and look for the “Crop” tool upper right. Click it once. You should see a preview of the crop box AND the image corner. Click a corner of the image and drag away or towards center to scale up or down your image. You can also click the center of the image and move around placement. Click ”Escape” key or use your mouse to click outside of the image frame when you’re done.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Find University-provided videos by searching the DAM for U of U Health images: https://utahhealthdam.acquiadam.com/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Do not download free videos from the internet. Be sure to license images properly through stock photography sites like iStock, Adobe Stock or Getty Images.</a:t>
            </a:r>
          </a:p>
        </p:txBody>
      </p:sp>
      <p:sp>
        <p:nvSpPr>
          <p:cNvPr id="4" name="Slide Number Placeholder 3"/>
          <p:cNvSpPr>
            <a:spLocks noGrp="1"/>
          </p:cNvSpPr>
          <p:nvPr>
            <p:ph type="sldNum" sz="quarter" idx="5"/>
          </p:nvPr>
        </p:nvSpPr>
        <p:spPr/>
        <p:txBody>
          <a:bodyPr/>
          <a:lstStyle/>
          <a:p>
            <a:fld id="{9E341C28-217B-441E-9ECB-97F105BF17F5}" type="slidenum">
              <a:rPr lang="en-GB" smtClean="0"/>
              <a:pPr/>
              <a:t>32</a:t>
            </a:fld>
            <a:endParaRPr lang="en-GB"/>
          </a:p>
        </p:txBody>
      </p:sp>
    </p:spTree>
    <p:extLst>
      <p:ext uri="{BB962C8B-B14F-4D97-AF65-F5344CB8AC3E}">
        <p14:creationId xmlns:p14="http://schemas.microsoft.com/office/powerpoint/2010/main" val="861432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Highlight key stats or facts. </a:t>
            </a: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Included are two tables comprised of 2 columns and 4 rows which should provide flexibility in resizing.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1: To remove a row or column, highlight that section and right click to Delete &gt; Delete Row or Delete Column (do the same for inserting a new row or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2: To adjust row heights and column widths precisely, select the table and look for the “Layout” tab to appear up top in the ribbon. With your columns or rows selected, type in exact dimensions.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3: By clicking and dragging the edges of the cell boxes, you can manually adjust width and height.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4: Manually reduce overall font size of text if you’re finding it taking up too much space on the 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5: For additional editing features, select the table once and see two tabs appear up in the ribbon: “Table Design” and "Layout”</a:t>
            </a:r>
            <a:endParaRPr lang="en-US" b="0" i="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9E341C28-217B-441E-9ECB-97F105BF17F5}" type="slidenum">
              <a:rPr lang="en-GB" smtClean="0"/>
              <a:pPr/>
              <a:t>33</a:t>
            </a:fld>
            <a:endParaRPr lang="en-GB"/>
          </a:p>
        </p:txBody>
      </p:sp>
    </p:spTree>
    <p:extLst>
      <p:ext uri="{BB962C8B-B14F-4D97-AF65-F5344CB8AC3E}">
        <p14:creationId xmlns:p14="http://schemas.microsoft.com/office/powerpoint/2010/main" val="1577689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In this editable excel file with legend, the category numbers are labelled across the top.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To toggle the legend on and off, select the chart framework which opens the Chart Design tab up in the ribbon. Click ’Add Chart Element’ upper left icon and choose ‘Legend’ &gt; ‘None’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Click chart, then right click &gt; Edit Data in Excel to replace sample content.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To adjust space between categories, select an individual bar in the chart, then right click &gt; ‘Format Data Series’, then change the value in ‘Gap Width’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To hide the vertical lines for a cleaner look as shown here, I selected lines and chose from right hand panel ‘No 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IF YOU ADD MORE COLUMNS: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 Be sure the values are the same (% vs qty).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 Click on the chart to reveal a hidden tab in the ribbon called ’Chart Design’, then ‘Select Data’. The excel file will open. In the ‘Chart Data Range’ window, change the column letter to reflect content that should be selected.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 Select bar, right click &gt; ‘Add Data Label’. Make sure fonts match. You may need to manually adjust size and </a:t>
            </a:r>
            <a:r>
              <a:rPr lang="en-GB" b="0" i="0" dirty="0" err="1">
                <a:latin typeface="Arial" panose="020B0604020202020204" pitchFamily="34" charset="0"/>
                <a:cs typeface="Arial" panose="020B0604020202020204" pitchFamily="34" charset="0"/>
              </a:rPr>
              <a:t>color</a:t>
            </a:r>
            <a:r>
              <a:rPr lang="en-GB" b="0" i="0" dirty="0">
                <a:latin typeface="Arial" panose="020B0604020202020204" pitchFamily="34" charset="0"/>
                <a:cs typeface="Arial" panose="020B0604020202020204" pitchFamily="34" charset="0"/>
              </a:rPr>
              <a:t>.</a:t>
            </a:r>
          </a:p>
        </p:txBody>
      </p:sp>
      <p:sp>
        <p:nvSpPr>
          <p:cNvPr id="4" name="Slide Number Placeholder 3"/>
          <p:cNvSpPr>
            <a:spLocks noGrp="1"/>
          </p:cNvSpPr>
          <p:nvPr>
            <p:ph type="sldNum" sz="quarter" idx="5"/>
          </p:nvPr>
        </p:nvSpPr>
        <p:spPr/>
        <p:txBody>
          <a:bodyPr/>
          <a:lstStyle/>
          <a:p>
            <a:fld id="{9E341C28-217B-441E-9ECB-97F105BF17F5}" type="slidenum">
              <a:rPr lang="en-GB" smtClean="0"/>
              <a:pPr/>
              <a:t>34</a:t>
            </a:fld>
            <a:endParaRPr lang="en-GB"/>
          </a:p>
        </p:txBody>
      </p:sp>
    </p:spTree>
    <p:extLst>
      <p:ext uri="{BB962C8B-B14F-4D97-AF65-F5344CB8AC3E}">
        <p14:creationId xmlns:p14="http://schemas.microsoft.com/office/powerpoint/2010/main" val="20783961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In this editable excel file, the category numbers are labeled down the left.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Click chart, then right click &gt; ‘Edit Data in Excel’ to replace sample content.</a:t>
            </a:r>
          </a:p>
          <a:p>
            <a:r>
              <a:rPr lang="en-US" b="0" i="0" dirty="0">
                <a:latin typeface="Arial" panose="020B0604020202020204" pitchFamily="34" charset="0"/>
                <a:cs typeface="Arial" panose="020B0604020202020204" pitchFamily="34" charset="0"/>
              </a:rPr>
              <a:t>To modify the style: select the pane, then click ‘Chart Design’ (which only appears when the chart is selected). Here, you can change colors and the look and feel. Or, you can select each bar and assign a specific color manually.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To add horizontal grid lines, select chart framework and then go to ‘Chart Design’ and choose ‘Add Chart Element’ in upper left corner, then choose ‘Grid Lines’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To edit values above each bar, select bar, right click &gt; ‘Format Data Labels.’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To adjust spacing between bars, select a single bar which should open ‘Series Options’ in far right column &gt; adjust the ‘Gap Width’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Be sure the values are the same in the excel file (% vs qty).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TROUBLESHOOT: If added content is reflected in the bar chart, try going to chart ’Chart Design’, then ‘Select Data’. The excel file will open. In the ‘Chart Data Range’ window, change the column letter to reflect content that should be selected/</a:t>
            </a:r>
            <a:r>
              <a:rPr lang="en-GB" b="0" i="0" dirty="0" err="1">
                <a:latin typeface="Arial" panose="020B0604020202020204" pitchFamily="34" charset="0"/>
                <a:cs typeface="Arial" panose="020B0604020202020204" pitchFamily="34" charset="0"/>
              </a:rPr>
              <a:t>visble</a:t>
            </a:r>
            <a:r>
              <a:rPr lang="en-GB" b="0" i="0" dirty="0">
                <a:latin typeface="Arial" panose="020B0604020202020204" pitchFamily="34" charset="0"/>
                <a:cs typeface="Arial" panose="020B0604020202020204" pitchFamily="34" charset="0"/>
              </a:rPr>
              <a:t> in the chart.</a:t>
            </a:r>
          </a:p>
        </p:txBody>
      </p:sp>
      <p:sp>
        <p:nvSpPr>
          <p:cNvPr id="4" name="Slide Number Placeholder 3"/>
          <p:cNvSpPr>
            <a:spLocks noGrp="1"/>
          </p:cNvSpPr>
          <p:nvPr>
            <p:ph type="sldNum" sz="quarter" idx="5"/>
          </p:nvPr>
        </p:nvSpPr>
        <p:spPr/>
        <p:txBody>
          <a:bodyPr/>
          <a:lstStyle/>
          <a:p>
            <a:fld id="{9E341C28-217B-441E-9ECB-97F105BF17F5}" type="slidenum">
              <a:rPr lang="en-GB" smtClean="0"/>
              <a:pPr/>
              <a:t>35</a:t>
            </a:fld>
            <a:endParaRPr lang="en-GB"/>
          </a:p>
        </p:txBody>
      </p:sp>
    </p:spTree>
    <p:extLst>
      <p:ext uri="{BB962C8B-B14F-4D97-AF65-F5344CB8AC3E}">
        <p14:creationId xmlns:p14="http://schemas.microsoft.com/office/powerpoint/2010/main" val="19500138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Select the entire pie, then right click &gt; ‘Format Data Labels’ to adjust placement of numbers (outside the pie piece vs inside)</a:t>
            </a:r>
          </a:p>
          <a:p>
            <a:r>
              <a:rPr lang="en-US" b="0" i="0" dirty="0">
                <a:latin typeface="Arial" panose="020B0604020202020204" pitchFamily="34" charset="0"/>
                <a:cs typeface="Arial" panose="020B0604020202020204" pitchFamily="34" charset="0"/>
              </a:rPr>
              <a:t>Here, we manually increased font size of numbers and bolded for legibility.</a:t>
            </a:r>
          </a:p>
          <a:p>
            <a:r>
              <a:rPr lang="en-US" b="0" i="0" dirty="0">
                <a:latin typeface="Arial" panose="020B0604020202020204" pitchFamily="34" charset="0"/>
                <a:cs typeface="Arial" panose="020B0604020202020204" pitchFamily="34" charset="0"/>
              </a:rPr>
              <a:t>To customize on a more granular level, select the individual piece, then right click &gt; ‘Format Data Point’ and adjust ’Point Explosion’ to nudged out one piece of the pie.</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TIP: To reformat into another type of chart (for example a doughnut), select and right click &gt; ‘Change Chart Type’</a:t>
            </a:r>
          </a:p>
        </p:txBody>
      </p:sp>
      <p:sp>
        <p:nvSpPr>
          <p:cNvPr id="4" name="Slide Number Placeholder 3"/>
          <p:cNvSpPr>
            <a:spLocks noGrp="1"/>
          </p:cNvSpPr>
          <p:nvPr>
            <p:ph type="sldNum" sz="quarter" idx="5"/>
          </p:nvPr>
        </p:nvSpPr>
        <p:spPr/>
        <p:txBody>
          <a:bodyPr/>
          <a:lstStyle/>
          <a:p>
            <a:fld id="{9E341C28-217B-441E-9ECB-97F105BF17F5}" type="slidenum">
              <a:rPr lang="en-GB" smtClean="0"/>
              <a:pPr/>
              <a:t>36</a:t>
            </a:fld>
            <a:endParaRPr lang="en-GB"/>
          </a:p>
        </p:txBody>
      </p:sp>
    </p:spTree>
    <p:extLst>
      <p:ext uri="{BB962C8B-B14F-4D97-AF65-F5344CB8AC3E}">
        <p14:creationId xmlns:p14="http://schemas.microsoft.com/office/powerpoint/2010/main" val="35891701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Access editable visual graphics by using SmartArt. When you click the icon you’ll have access to a host of options–from lists and processes to cycles, hierarchy charts, and more.</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TIP: To change colors and type of chart, select the SmartArt bounding box and look for the ’SmartArt Design’ tab that appears in the ribbon.</a:t>
            </a:r>
          </a:p>
        </p:txBody>
      </p:sp>
      <p:sp>
        <p:nvSpPr>
          <p:cNvPr id="4" name="Slide Number Placeholder 3"/>
          <p:cNvSpPr>
            <a:spLocks noGrp="1"/>
          </p:cNvSpPr>
          <p:nvPr>
            <p:ph type="sldNum" sz="quarter" idx="5"/>
          </p:nvPr>
        </p:nvSpPr>
        <p:spPr/>
        <p:txBody>
          <a:bodyPr/>
          <a:lstStyle/>
          <a:p>
            <a:fld id="{9E341C28-217B-441E-9ECB-97F105BF17F5}" type="slidenum">
              <a:rPr lang="en-GB" smtClean="0"/>
              <a:pPr/>
              <a:t>37</a:t>
            </a:fld>
            <a:endParaRPr lang="en-GB"/>
          </a:p>
        </p:txBody>
      </p:sp>
    </p:spTree>
    <p:extLst>
      <p:ext uri="{BB962C8B-B14F-4D97-AF65-F5344CB8AC3E}">
        <p14:creationId xmlns:p14="http://schemas.microsoft.com/office/powerpoint/2010/main" val="39728944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There is room to show names on one or two rows. Ideas for use: swap out job title for department or team name</a:t>
            </a:r>
          </a:p>
          <a:p>
            <a:r>
              <a:rPr lang="en-US" b="0" i="0" dirty="0">
                <a:latin typeface="Arial" panose="020B0604020202020204" pitchFamily="34" charset="0"/>
                <a:cs typeface="Arial" panose="020B0604020202020204" pitchFamily="34" charset="0"/>
              </a:rPr>
              <a:t>Click icon to add a photo. To adjust cropping, double click until you see ’Crop’ icon in the ribbon above. In crop mode, drag corners to scale up or down. Then, click the center of image to reposition.</a:t>
            </a:r>
          </a:p>
          <a:p>
            <a:r>
              <a:rPr lang="en-US" b="0" i="0" dirty="0">
                <a:latin typeface="Arial" panose="020B0604020202020204" pitchFamily="34" charset="0"/>
                <a:cs typeface="Arial" panose="020B0604020202020204" pitchFamily="34" charset="0"/>
              </a:rPr>
              <a:t>If your team is smaller, remember to reconfigure layout to make the page feel more balanced (removing any awkward white space).</a:t>
            </a:r>
          </a:p>
          <a:p>
            <a:r>
              <a:rPr lang="en-US" b="0" i="0" dirty="0">
                <a:latin typeface="Arial" panose="020B0604020202020204" pitchFamily="34" charset="0"/>
                <a:cs typeface="Arial" panose="020B0604020202020204" pitchFamily="34" charset="0"/>
              </a:rPr>
              <a:t>If you don’t have headshots for everyone, see next slide for an alternate template.</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IDEA: Add light gray horizontal lines between each person featured; check alignment is balanced</a:t>
            </a:r>
          </a:p>
          <a:p>
            <a:endParaRPr lang="en-US" b="0" i="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9E341C28-217B-441E-9ECB-97F105BF17F5}" type="slidenum">
              <a:rPr lang="en-GB" smtClean="0"/>
              <a:pPr/>
              <a:t>38</a:t>
            </a:fld>
            <a:endParaRPr lang="en-GB"/>
          </a:p>
        </p:txBody>
      </p:sp>
    </p:spTree>
    <p:extLst>
      <p:ext uri="{BB962C8B-B14F-4D97-AF65-F5344CB8AC3E}">
        <p14:creationId xmlns:p14="http://schemas.microsoft.com/office/powerpoint/2010/main" val="40109736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There is room to show names on one or two rows. </a:t>
            </a:r>
          </a:p>
          <a:p>
            <a:r>
              <a:rPr lang="en-US" b="0" i="0" dirty="0">
                <a:latin typeface="Arial" panose="020B0604020202020204" pitchFamily="34" charset="0"/>
                <a:cs typeface="Arial" panose="020B0604020202020204" pitchFamily="34" charset="0"/>
              </a:rPr>
              <a:t>IDEA: swap out job title for department or team name</a:t>
            </a:r>
          </a:p>
          <a:p>
            <a:r>
              <a:rPr lang="en-US" b="0" i="0" dirty="0">
                <a:latin typeface="Arial" panose="020B0604020202020204" pitchFamily="34" charset="0"/>
                <a:cs typeface="Arial" panose="020B0604020202020204" pitchFamily="34" charset="0"/>
              </a:rPr>
              <a:t>IDEA: include sideways text to clarify roles and responsibilities</a:t>
            </a:r>
          </a:p>
          <a:p>
            <a:r>
              <a:rPr lang="en-US" b="0" i="0" dirty="0">
                <a:latin typeface="Arial" panose="020B0604020202020204" pitchFamily="34" charset="0"/>
                <a:cs typeface="Arial" panose="020B0604020202020204" pitchFamily="34" charset="0"/>
              </a:rPr>
              <a:t>IDEA: Inject a little color to the page via the subtitles or names</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TIP: Remove lines if they get in the way</a:t>
            </a:r>
          </a:p>
        </p:txBody>
      </p:sp>
      <p:sp>
        <p:nvSpPr>
          <p:cNvPr id="4" name="Slide Number Placeholder 3"/>
          <p:cNvSpPr>
            <a:spLocks noGrp="1"/>
          </p:cNvSpPr>
          <p:nvPr>
            <p:ph type="sldNum" sz="quarter" idx="5"/>
          </p:nvPr>
        </p:nvSpPr>
        <p:spPr/>
        <p:txBody>
          <a:bodyPr/>
          <a:lstStyle/>
          <a:p>
            <a:fld id="{9E341C28-217B-441E-9ECB-97F105BF17F5}" type="slidenum">
              <a:rPr lang="en-GB" smtClean="0"/>
              <a:pPr/>
              <a:t>39</a:t>
            </a:fld>
            <a:endParaRPr lang="en-GB"/>
          </a:p>
        </p:txBody>
      </p:sp>
    </p:spTree>
    <p:extLst>
      <p:ext uri="{BB962C8B-B14F-4D97-AF65-F5344CB8AC3E}">
        <p14:creationId xmlns:p14="http://schemas.microsoft.com/office/powerpoint/2010/main" val="8791847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If you need a simple list, this 3-column template allows for that. Option to remove text boxes for two columns, etc.</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IDEA: swap out job title for department or team name</a:t>
            </a:r>
          </a:p>
          <a:p>
            <a:r>
              <a:rPr lang="en-US" b="0" i="0" dirty="0">
                <a:latin typeface="Arial" panose="020B0604020202020204" pitchFamily="34" charset="0"/>
                <a:cs typeface="Arial" panose="020B0604020202020204" pitchFamily="34" charset="0"/>
              </a:rPr>
              <a:t>IDEA: include sideways text to clarify roles and responsibilities</a:t>
            </a:r>
          </a:p>
          <a:p>
            <a:r>
              <a:rPr lang="en-US" b="0" i="0" dirty="0">
                <a:latin typeface="Arial" panose="020B0604020202020204" pitchFamily="34" charset="0"/>
                <a:cs typeface="Arial" panose="020B0604020202020204" pitchFamily="34" charset="0"/>
              </a:rPr>
              <a:t>IDEA: Inject a little color to the page via the subtitles or names</a:t>
            </a:r>
          </a:p>
        </p:txBody>
      </p:sp>
      <p:sp>
        <p:nvSpPr>
          <p:cNvPr id="4" name="Slide Number Placeholder 3"/>
          <p:cNvSpPr>
            <a:spLocks noGrp="1"/>
          </p:cNvSpPr>
          <p:nvPr>
            <p:ph type="sldNum" sz="quarter" idx="5"/>
          </p:nvPr>
        </p:nvSpPr>
        <p:spPr/>
        <p:txBody>
          <a:bodyPr/>
          <a:lstStyle/>
          <a:p>
            <a:fld id="{9E341C28-217B-441E-9ECB-97F105BF17F5}" type="slidenum">
              <a:rPr lang="en-GB" smtClean="0"/>
              <a:pPr/>
              <a:t>40</a:t>
            </a:fld>
            <a:endParaRPr lang="en-GB"/>
          </a:p>
        </p:txBody>
      </p:sp>
    </p:spTree>
    <p:extLst>
      <p:ext uri="{BB962C8B-B14F-4D97-AF65-F5344CB8AC3E}">
        <p14:creationId xmlns:p14="http://schemas.microsoft.com/office/powerpoint/2010/main" val="2604553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Option 1 for a timeline. Consider expanding timeline to a second slide if there are too many items to feature (rather than crowding content).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Each section has been grouped. As you add or remove events, be sure to balance spacing.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If using your mouse to move a group of content left or right along the timeline, hold shift to keep same alignment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IDEA: Add animation effect for each event to appear as you talk about them.</a:t>
            </a:r>
          </a:p>
        </p:txBody>
      </p:sp>
      <p:sp>
        <p:nvSpPr>
          <p:cNvPr id="4" name="Slide Number Placeholder 3"/>
          <p:cNvSpPr>
            <a:spLocks noGrp="1"/>
          </p:cNvSpPr>
          <p:nvPr>
            <p:ph type="sldNum" sz="quarter" idx="5"/>
          </p:nvPr>
        </p:nvSpPr>
        <p:spPr/>
        <p:txBody>
          <a:bodyPr/>
          <a:lstStyle/>
          <a:p>
            <a:fld id="{9E341C28-217B-441E-9ECB-97F105BF17F5}" type="slidenum">
              <a:rPr lang="en-GB" smtClean="0"/>
              <a:t>41</a:t>
            </a:fld>
            <a:endParaRPr lang="en-GB"/>
          </a:p>
        </p:txBody>
      </p:sp>
    </p:spTree>
    <p:extLst>
      <p:ext uri="{BB962C8B-B14F-4D97-AF65-F5344CB8AC3E}">
        <p14:creationId xmlns:p14="http://schemas.microsoft.com/office/powerpoint/2010/main" val="38533221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Option 2 for a timeline. Consider expanding timeline to a second slide if there are too many items to feature on one slide (rather than crowding content).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Each section has been grouped. As you add or remove events, be sure to balance spacing.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If using your mouse to move a group of content left or right along the timeline, hold shift to keep same alignment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IDEA: Add animation effect for each event to appear as you talk about them.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IDEA: Change year to months or dates</a:t>
            </a:r>
          </a:p>
        </p:txBody>
      </p:sp>
      <p:sp>
        <p:nvSpPr>
          <p:cNvPr id="4" name="Slide Number Placeholder 3"/>
          <p:cNvSpPr>
            <a:spLocks noGrp="1"/>
          </p:cNvSpPr>
          <p:nvPr>
            <p:ph type="sldNum" sz="quarter" idx="5"/>
          </p:nvPr>
        </p:nvSpPr>
        <p:spPr/>
        <p:txBody>
          <a:bodyPr/>
          <a:lstStyle/>
          <a:p>
            <a:fld id="{9E341C28-217B-441E-9ECB-97F105BF17F5}" type="slidenum">
              <a:rPr lang="en-GB" smtClean="0"/>
              <a:pPr/>
              <a:t>42</a:t>
            </a:fld>
            <a:endParaRPr lang="en-GB"/>
          </a:p>
        </p:txBody>
      </p:sp>
    </p:spTree>
    <p:extLst>
      <p:ext uri="{BB962C8B-B14F-4D97-AF65-F5344CB8AC3E}">
        <p14:creationId xmlns:p14="http://schemas.microsoft.com/office/powerpoint/2010/main" val="33713067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Text bubbles are from the icon library. If colors or font sizes are changed, be sure to check for legibility.</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IDEA: Change header to reflect your topic. Ex: Survey Feedback or Campaign Feedback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IDEA: Add animation effect for each event to appear as you talk about them. Text bubbles are grouped.</a:t>
            </a:r>
          </a:p>
          <a:p>
            <a:endParaRPr lang="en-US" b="0" i="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9E341C28-217B-441E-9ECB-97F105BF17F5}" type="slidenum">
              <a:rPr lang="en-GB" smtClean="0"/>
              <a:pPr/>
              <a:t>43</a:t>
            </a:fld>
            <a:endParaRPr lang="en-GB"/>
          </a:p>
        </p:txBody>
      </p:sp>
    </p:spTree>
    <p:extLst>
      <p:ext uri="{BB962C8B-B14F-4D97-AF65-F5344CB8AC3E}">
        <p14:creationId xmlns:p14="http://schemas.microsoft.com/office/powerpoint/2010/main" val="41379028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This framework is a table placed behind the horizontal bands of color which are text boxes.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Select and drag the left and right edges of the color text boxes to adjust duration of time (these are NOT grouped with the table). Check alignment after making changes.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To ensure all columns are same width, select the columns (Jul – Jun in this example), then go to the Layout tab up top (which is hidden until the table is selected) &gt; Distribute Columns. You can do the same for rows.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IDEA: Add light gray lines between each row by selecting entire table, going to Table Design tab &gt; Borders &gt; Inside Horizontal Border (change pen color to light gray, make dotted, etc.)</a:t>
            </a:r>
          </a:p>
        </p:txBody>
      </p:sp>
      <p:sp>
        <p:nvSpPr>
          <p:cNvPr id="4" name="Slide Number Placeholder 3"/>
          <p:cNvSpPr>
            <a:spLocks noGrp="1"/>
          </p:cNvSpPr>
          <p:nvPr>
            <p:ph type="sldNum" sz="quarter" idx="5"/>
          </p:nvPr>
        </p:nvSpPr>
        <p:spPr/>
        <p:txBody>
          <a:bodyPr/>
          <a:lstStyle/>
          <a:p>
            <a:fld id="{9E341C28-217B-441E-9ECB-97F105BF17F5}" type="slidenum">
              <a:rPr lang="en-GB" smtClean="0"/>
              <a:t>44</a:t>
            </a:fld>
            <a:endParaRPr lang="en-GB"/>
          </a:p>
        </p:txBody>
      </p:sp>
    </p:spTree>
    <p:extLst>
      <p:ext uri="{BB962C8B-B14F-4D97-AF65-F5344CB8AC3E}">
        <p14:creationId xmlns:p14="http://schemas.microsoft.com/office/powerpoint/2010/main" val="10410162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Each section has been grouped. As you add or remove events, be sure to balance spacing.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TIP: If using your mouse to move a group of content left or right along the timeline, hold shift to keep same alignment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IDEA: Add animation effect for each event.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IDEA: Replace numbers with relevant icons.</a:t>
            </a:r>
          </a:p>
        </p:txBody>
      </p:sp>
      <p:sp>
        <p:nvSpPr>
          <p:cNvPr id="4" name="Slide Number Placeholder 3"/>
          <p:cNvSpPr>
            <a:spLocks noGrp="1"/>
          </p:cNvSpPr>
          <p:nvPr>
            <p:ph type="sldNum" sz="quarter" idx="5"/>
          </p:nvPr>
        </p:nvSpPr>
        <p:spPr/>
        <p:txBody>
          <a:bodyPr/>
          <a:lstStyle/>
          <a:p>
            <a:fld id="{9E341C28-217B-441E-9ECB-97F105BF17F5}" type="slidenum">
              <a:rPr lang="en-GB" smtClean="0"/>
              <a:t>45</a:t>
            </a:fld>
            <a:endParaRPr lang="en-GB"/>
          </a:p>
        </p:txBody>
      </p:sp>
    </p:spTree>
    <p:extLst>
      <p:ext uri="{BB962C8B-B14F-4D97-AF65-F5344CB8AC3E}">
        <p14:creationId xmlns:p14="http://schemas.microsoft.com/office/powerpoint/2010/main" val="17478149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IDEA: Change topic to reflect content. Ex: EXPECTED OUTCOMES or TO DO LIST</a:t>
            </a:r>
          </a:p>
          <a:p>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IDEA: Replace check boxes for other icons (or remove). These icons were found by going to the ribbon up top and clicking “Insert” &gt; Icons (see bird &amp; leaf graphic). You can search for specific topics and add to your collection. To replace an icon, select the existing icon, right click and choose “Change Graphic” &gt; “From Icons” OR you can copy/paste an icon from the page of icons included in this presentation OR go to Insert &gt; Icons (some desktop versions of ppt do not have icons and you may need to open the web version to access icons; also try accessing icons from Microsoft Word)</a:t>
            </a:r>
          </a:p>
          <a:p>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Arial" panose="020B0604020202020204" pitchFamily="34" charset="0"/>
                <a:cs typeface="Arial" panose="020B0604020202020204" pitchFamily="34" charset="0"/>
              </a:rPr>
              <a:t>TIP: To change the icon color, select an icon and choose ‘Shape Fill’ under the HOME tab up top. Or, click the paintbucket icon in the ‘Format Background’ panel to the right of the page.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latin typeface="Arial" panose="020B0604020202020204" pitchFamily="34" charset="0"/>
                <a:cs typeface="Arial" panose="020B0604020202020204" pitchFamily="34" charset="0"/>
              </a:rPr>
              <a:t>IDEA: Add animation effect for each event.</a:t>
            </a:r>
          </a:p>
        </p:txBody>
      </p:sp>
      <p:sp>
        <p:nvSpPr>
          <p:cNvPr id="4" name="Slide Number Placeholder 3"/>
          <p:cNvSpPr>
            <a:spLocks noGrp="1"/>
          </p:cNvSpPr>
          <p:nvPr>
            <p:ph type="sldNum" sz="quarter" idx="5"/>
          </p:nvPr>
        </p:nvSpPr>
        <p:spPr/>
        <p:txBody>
          <a:bodyPr/>
          <a:lstStyle/>
          <a:p>
            <a:fld id="{9E341C28-217B-441E-9ECB-97F105BF17F5}" type="slidenum">
              <a:rPr lang="en-GB" smtClean="0"/>
              <a:pPr/>
              <a:t>46</a:t>
            </a:fld>
            <a:endParaRPr lang="en-GB"/>
          </a:p>
        </p:txBody>
      </p:sp>
    </p:spTree>
    <p:extLst>
      <p:ext uri="{BB962C8B-B14F-4D97-AF65-F5344CB8AC3E}">
        <p14:creationId xmlns:p14="http://schemas.microsoft.com/office/powerpoint/2010/main" val="9559620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Arial" panose="020B0604020202020204" pitchFamily="34" charset="0"/>
                <a:cs typeface="Arial" panose="020B0604020202020204" pitchFamily="34" charset="0"/>
              </a:rPr>
              <a:t>This is table with 2 columns; 3 rows</a:t>
            </a:r>
          </a:p>
          <a:p>
            <a:r>
              <a:rPr lang="en-US" b="0" i="0" dirty="0">
                <a:latin typeface="Arial" panose="020B0604020202020204" pitchFamily="34" charset="0"/>
                <a:cs typeface="Arial" panose="020B0604020202020204" pitchFamily="34" charset="0"/>
              </a:rPr>
              <a:t>To add or remove highlight a row, highlight a row with cursor, then right click &gt; insert &gt; insert a row above or below (or delete).</a:t>
            </a:r>
          </a:p>
          <a:p>
            <a:endParaRPr lang="en-US" b="0" i="0" dirty="0">
              <a:latin typeface="Arial" panose="020B0604020202020204" pitchFamily="34" charset="0"/>
              <a:cs typeface="Arial" panose="020B0604020202020204" pitchFamily="34" charset="0"/>
            </a:endParaRPr>
          </a:p>
          <a:p>
            <a:r>
              <a:rPr lang="en-US" b="0" i="0" dirty="0">
                <a:latin typeface="Arial" panose="020B0604020202020204" pitchFamily="34" charset="0"/>
                <a:cs typeface="Arial" panose="020B0604020202020204" pitchFamily="34" charset="0"/>
              </a:rPr>
              <a:t>TIP: to add lines between each row, click within the table and look for the new tab “Table Design” to appear up top. Choose Borders &gt; Horizontal Borders. </a:t>
            </a:r>
          </a:p>
        </p:txBody>
      </p:sp>
      <p:sp>
        <p:nvSpPr>
          <p:cNvPr id="4" name="Slide Number Placeholder 3"/>
          <p:cNvSpPr>
            <a:spLocks noGrp="1"/>
          </p:cNvSpPr>
          <p:nvPr>
            <p:ph type="sldNum" sz="quarter" idx="5"/>
          </p:nvPr>
        </p:nvSpPr>
        <p:spPr/>
        <p:txBody>
          <a:bodyPr/>
          <a:lstStyle/>
          <a:p>
            <a:fld id="{9E341C28-217B-441E-9ECB-97F105BF17F5}" type="slidenum">
              <a:rPr lang="en-GB" smtClean="0"/>
              <a:pPr/>
              <a:t>47</a:t>
            </a:fld>
            <a:endParaRPr lang="en-GB"/>
          </a:p>
        </p:txBody>
      </p:sp>
    </p:spTree>
    <p:extLst>
      <p:ext uri="{BB962C8B-B14F-4D97-AF65-F5344CB8AC3E}">
        <p14:creationId xmlns:p14="http://schemas.microsoft.com/office/powerpoint/2010/main" val="5956521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A QR code placeholder has been included if you’d like to direct viewers to a website they can scan with their phone. Simply delete the box if you’d prefer not to include a QR code.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To replace an image, delete the placeholder image you see here. Then, a prompt will appear ”Click to insert picture”. Click the little icon and then navigate to a new photo. When replacing an image, choose one with a clean background to allow for legible text placement. </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You may need to change image alignment depending on subject matter. To adjust cropping, double-click on image and look for the “Crop” tool upper right. Click it once. You should see a preview of the crop box AND the image corner. Click a corner of the image and drag away or towards center to scale up or down your image. </a:t>
            </a: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You can also click the center of the image and move around placement. Click ”Escape” key or use your mouse to click outside of the image frame when you’re done.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IDEA: Expand image to full screen. </a:t>
            </a:r>
          </a:p>
        </p:txBody>
      </p:sp>
      <p:sp>
        <p:nvSpPr>
          <p:cNvPr id="4" name="Slide Number Placeholder 3"/>
          <p:cNvSpPr>
            <a:spLocks noGrp="1"/>
          </p:cNvSpPr>
          <p:nvPr>
            <p:ph type="sldNum" sz="quarter" idx="5"/>
          </p:nvPr>
        </p:nvSpPr>
        <p:spPr/>
        <p:txBody>
          <a:bodyPr/>
          <a:lstStyle/>
          <a:p>
            <a:fld id="{9E341C28-217B-441E-9ECB-97F105BF17F5}" type="slidenum">
              <a:rPr lang="en-GB" smtClean="0"/>
              <a:pPr/>
              <a:t>48</a:t>
            </a:fld>
            <a:endParaRPr lang="en-GB"/>
          </a:p>
        </p:txBody>
      </p:sp>
    </p:spTree>
    <p:extLst>
      <p:ext uri="{BB962C8B-B14F-4D97-AF65-F5344CB8AC3E}">
        <p14:creationId xmlns:p14="http://schemas.microsoft.com/office/powerpoint/2010/main" val="22309970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NOTE: Do not use Century Gothic Pro (an Adobe font) as it will cause font conflicts when used on computers without the Adobe font activated. “Pro” being the differentiator. Instead, use Century Gothic.</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Custom fonts only appear on the computer that has them installed. To replace fonts, go to the menu bar and choose ‘Format’ &gt; ‘Replace Fonts’</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NOTE: Arial font is a standard font used in this notes section and cannot be changed. You should only see Arial and Century Gothic fonts in this template.</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Reference the style guide for writing tips: https://</a:t>
            </a:r>
            <a:r>
              <a:rPr lang="en-US" sz="1800" b="0" i="0" kern="100" dirty="0" err="1">
                <a:effectLst/>
                <a:latin typeface="Arial" panose="020B0604020202020204" pitchFamily="34" charset="0"/>
                <a:ea typeface="Aptos" panose="020B0004020202020204" pitchFamily="34" charset="0"/>
                <a:cs typeface="Arial" panose="020B0604020202020204" pitchFamily="34" charset="0"/>
              </a:rPr>
              <a:t>uofuhealth.utah.edu</a:t>
            </a:r>
            <a:r>
              <a:rPr lang="en-US" sz="1800" b="0" i="0" kern="100" dirty="0">
                <a:effectLst/>
                <a:latin typeface="Arial" panose="020B0604020202020204" pitchFamily="34" charset="0"/>
                <a:ea typeface="Aptos" panose="020B0004020202020204" pitchFamily="34" charset="0"/>
                <a:cs typeface="Arial" panose="020B0604020202020204" pitchFamily="34" charset="0"/>
              </a:rPr>
              <a:t>/brand-and-style-guide/writing-guide</a:t>
            </a:r>
          </a:p>
        </p:txBody>
      </p:sp>
      <p:sp>
        <p:nvSpPr>
          <p:cNvPr id="4" name="Slide Number Placeholder 3"/>
          <p:cNvSpPr>
            <a:spLocks noGrp="1"/>
          </p:cNvSpPr>
          <p:nvPr>
            <p:ph type="sldNum" sz="quarter" idx="5"/>
          </p:nvPr>
        </p:nvSpPr>
        <p:spPr/>
        <p:txBody>
          <a:bodyPr/>
          <a:lstStyle/>
          <a:p>
            <a:fld id="{9E341C28-217B-441E-9ECB-97F105BF17F5}" type="slidenum">
              <a:rPr lang="en-GB" smtClean="0"/>
              <a:pPr/>
              <a:t>49</a:t>
            </a:fld>
            <a:endParaRPr lang="en-GB"/>
          </a:p>
        </p:txBody>
      </p:sp>
    </p:spTree>
    <p:extLst>
      <p:ext uri="{BB962C8B-B14F-4D97-AF65-F5344CB8AC3E}">
        <p14:creationId xmlns:p14="http://schemas.microsoft.com/office/powerpoint/2010/main" val="33629397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The swatches shown here are the primary colors used in this template. You can use the eyedropper tool to pull a color from this page. Also note that custom color themes have been saved into this deck.</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For guidance on incorporating colors into your work, visit: https://</a:t>
            </a:r>
            <a:r>
              <a:rPr lang="en-US" sz="1800" b="0" i="0" kern="100" dirty="0" err="1">
                <a:effectLst/>
                <a:latin typeface="Arial" panose="020B0604020202020204" pitchFamily="34" charset="0"/>
                <a:ea typeface="Aptos" panose="020B0004020202020204" pitchFamily="34" charset="0"/>
                <a:cs typeface="Arial" panose="020B0604020202020204" pitchFamily="34" charset="0"/>
              </a:rPr>
              <a:t>uofuhealth.utah.edu</a:t>
            </a:r>
            <a:r>
              <a:rPr lang="en-US" sz="1800" b="0" i="0" kern="100" dirty="0">
                <a:effectLst/>
                <a:latin typeface="Arial" panose="020B0604020202020204" pitchFamily="34" charset="0"/>
                <a:ea typeface="Aptos" panose="020B0004020202020204" pitchFamily="34" charset="0"/>
                <a:cs typeface="Arial" panose="020B0604020202020204" pitchFamily="34" charset="0"/>
              </a:rPr>
              <a:t>/brand-and-style-guide/visual-system</a:t>
            </a:r>
          </a:p>
        </p:txBody>
      </p:sp>
      <p:sp>
        <p:nvSpPr>
          <p:cNvPr id="4" name="Slide Number Placeholder 3"/>
          <p:cNvSpPr>
            <a:spLocks noGrp="1"/>
          </p:cNvSpPr>
          <p:nvPr>
            <p:ph type="sldNum" sz="quarter" idx="5"/>
          </p:nvPr>
        </p:nvSpPr>
        <p:spPr/>
        <p:txBody>
          <a:bodyPr/>
          <a:lstStyle/>
          <a:p>
            <a:fld id="{9E341C28-217B-441E-9ECB-97F105BF17F5}" type="slidenum">
              <a:rPr lang="en-GB" smtClean="0"/>
              <a:pPr/>
              <a:t>50</a:t>
            </a:fld>
            <a:endParaRPr lang="en-GB"/>
          </a:p>
        </p:txBody>
      </p:sp>
    </p:spTree>
    <p:extLst>
      <p:ext uri="{BB962C8B-B14F-4D97-AF65-F5344CB8AC3E}">
        <p14:creationId xmlns:p14="http://schemas.microsoft.com/office/powerpoint/2010/main" val="30771308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These icons were found by going to the ribbon up top and clicking “Insert” &gt; Icons (see bird &amp; leaf graphic). You can search for specific topics and add to your collection. To replace an icon, select the existing icon, right click and choose “Change Graphic” &gt; “From Icons” OR you can copy/paste an icon from the page of icons included in this presentation OR go to Insert &gt; Icons (some desktop versions of ppt do not have icons and you may need to open the web version to access icons; also try accessing icons from Microsoft Word)</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TIP: To change the color, select an icon and choose ‘Shape Fill’ under the HOME tab up top. Or, click the paintbucket icon in the ‘Format Background’ panel to the right of the page. </a:t>
            </a:r>
          </a:p>
          <a:p>
            <a:pPr marL="0" marR="0">
              <a:spcBef>
                <a:spcPts val="0"/>
              </a:spcBef>
              <a:spcAft>
                <a:spcPts val="0"/>
              </a:spcAft>
            </a:pPr>
            <a:endParaRPr lang="en-US" sz="1800" b="0" i="0" kern="100" dirty="0">
              <a:effectLst/>
              <a:latin typeface="Arial" panose="020B0604020202020204" pitchFamily="34" charset="0"/>
              <a:ea typeface="Aptos" panose="020B0004020202020204" pitchFamily="34" charset="0"/>
              <a:cs typeface="Arial" panose="020B0604020202020204" pitchFamily="34" charset="0"/>
            </a:endParaRPr>
          </a:p>
          <a:p>
            <a:pPr marL="0" marR="0">
              <a:spcBef>
                <a:spcPts val="0"/>
              </a:spcBef>
              <a:spcAft>
                <a:spcPts val="0"/>
              </a:spcAft>
            </a:pPr>
            <a:r>
              <a:rPr lang="en-US" sz="1800" b="0" i="0" kern="100" dirty="0">
                <a:effectLst/>
                <a:latin typeface="Arial" panose="020B0604020202020204" pitchFamily="34" charset="0"/>
                <a:ea typeface="Aptos" panose="020B0004020202020204" pitchFamily="34" charset="0"/>
                <a:cs typeface="Arial" panose="020B0604020202020204" pitchFamily="34" charset="0"/>
              </a:rPr>
              <a:t>For guidance on incorporating colors into your work (including icons), visit: https://</a:t>
            </a:r>
            <a:r>
              <a:rPr lang="en-US" sz="1800" b="0" i="0" kern="100" dirty="0" err="1">
                <a:effectLst/>
                <a:latin typeface="Arial" panose="020B0604020202020204" pitchFamily="34" charset="0"/>
                <a:ea typeface="Aptos" panose="020B0004020202020204" pitchFamily="34" charset="0"/>
                <a:cs typeface="Arial" panose="020B0604020202020204" pitchFamily="34" charset="0"/>
              </a:rPr>
              <a:t>uofuhealth.utah.edu</a:t>
            </a:r>
            <a:r>
              <a:rPr lang="en-US" sz="1800" b="0" i="0" kern="100" dirty="0">
                <a:effectLst/>
                <a:latin typeface="Arial" panose="020B0604020202020204" pitchFamily="34" charset="0"/>
                <a:ea typeface="Aptos" panose="020B0004020202020204" pitchFamily="34" charset="0"/>
                <a:cs typeface="Arial" panose="020B0604020202020204" pitchFamily="34" charset="0"/>
              </a:rPr>
              <a:t>/brand-and-style-guide/visual-system</a:t>
            </a:r>
          </a:p>
        </p:txBody>
      </p:sp>
      <p:sp>
        <p:nvSpPr>
          <p:cNvPr id="4" name="Slide Number Placeholder 3"/>
          <p:cNvSpPr>
            <a:spLocks noGrp="1"/>
          </p:cNvSpPr>
          <p:nvPr>
            <p:ph type="sldNum" sz="quarter" idx="5"/>
          </p:nvPr>
        </p:nvSpPr>
        <p:spPr/>
        <p:txBody>
          <a:bodyPr/>
          <a:lstStyle/>
          <a:p>
            <a:fld id="{9E341C28-217B-441E-9ECB-97F105BF17F5}" type="slidenum">
              <a:rPr lang="en-GB" smtClean="0"/>
              <a:pPr/>
              <a:t>51</a:t>
            </a:fld>
            <a:endParaRPr lang="en-GB"/>
          </a:p>
        </p:txBody>
      </p:sp>
    </p:spTree>
    <p:extLst>
      <p:ext uri="{BB962C8B-B14F-4D97-AF65-F5344CB8AC3E}">
        <p14:creationId xmlns:p14="http://schemas.microsoft.com/office/powerpoint/2010/main" val="4279175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1600200" y="1582880"/>
            <a:ext cx="8991600" cy="2024671"/>
          </a:xfrm>
        </p:spPr>
        <p:txBody>
          <a:bodyPr wrap="square" anchor="b">
            <a:noAutofit/>
          </a:bodyPr>
          <a:lstStyle>
            <a:lvl1pPr algn="ctr">
              <a:defRPr sz="4800" spc="100" baseline="0">
                <a:solidFill>
                  <a:schemeClr val="accent1"/>
                </a:solidFill>
                <a:latin typeface="+mj-lt"/>
              </a:defRPr>
            </a:lvl1pPr>
          </a:lstStyle>
          <a:p>
            <a:r>
              <a:rPr lang="en-GB" dirty="0"/>
              <a:t>CLICK TO EDIT</a:t>
            </a:r>
            <a:br>
              <a:rPr lang="en-GB" dirty="0"/>
            </a:br>
            <a:r>
              <a:rPr lang="en-GB" dirty="0" err="1"/>
              <a:t>MASTEr</a:t>
            </a:r>
            <a:r>
              <a:rPr lang="en-GB" dirty="0"/>
              <a:t> TITLE STYLE</a:t>
            </a:r>
          </a:p>
        </p:txBody>
      </p:sp>
      <p:sp>
        <p:nvSpPr>
          <p:cNvPr id="6" name="Text Placeholder 22">
            <a:extLst>
              <a:ext uri="{FF2B5EF4-FFF2-40B4-BE49-F238E27FC236}">
                <a16:creationId xmlns:a16="http://schemas.microsoft.com/office/drawing/2014/main" id="{A1C8AEE3-8D47-F68D-279B-E2AA9BCF97AC}"/>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pic>
        <p:nvPicPr>
          <p:cNvPr id="11" name="Graphic 10">
            <a:extLst>
              <a:ext uri="{FF2B5EF4-FFF2-40B4-BE49-F238E27FC236}">
                <a16:creationId xmlns:a16="http://schemas.microsoft.com/office/drawing/2014/main" id="{EBB143FC-8E95-C447-46CB-FA545B20CD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01200" y="5242561"/>
            <a:ext cx="2099131" cy="563182"/>
          </a:xfrm>
          <a:prstGeom prst="rect">
            <a:avLst/>
          </a:prstGeom>
        </p:spPr>
      </p:pic>
      <p:sp>
        <p:nvSpPr>
          <p:cNvPr id="12" name="Text Placeholder 13">
            <a:extLst>
              <a:ext uri="{FF2B5EF4-FFF2-40B4-BE49-F238E27FC236}">
                <a16:creationId xmlns:a16="http://schemas.microsoft.com/office/drawing/2014/main" id="{589B9C40-9213-6DCF-AB88-F5A6BD405E87}"/>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13" name="Text Placeholder 13">
            <a:extLst>
              <a:ext uri="{FF2B5EF4-FFF2-40B4-BE49-F238E27FC236}">
                <a16:creationId xmlns:a16="http://schemas.microsoft.com/office/drawing/2014/main" id="{AD994881-6078-63BA-0F02-596032CAE484}"/>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sp>
        <p:nvSpPr>
          <p:cNvPr id="16" name="Date Placeholder 3">
            <a:extLst>
              <a:ext uri="{FF2B5EF4-FFF2-40B4-BE49-F238E27FC236}">
                <a16:creationId xmlns:a16="http://schemas.microsoft.com/office/drawing/2014/main" id="{E3EA698F-C645-5282-7A77-FA9B4144CB10}"/>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accent6"/>
                </a:solidFill>
              </a:defRPr>
            </a:lvl1pPr>
          </a:lstStyle>
          <a:p>
            <a:r>
              <a:rPr lang="en-US" dirty="0"/>
              <a:t>MONTH 00, YEAR</a:t>
            </a:r>
          </a:p>
        </p:txBody>
      </p:sp>
      <p:sp>
        <p:nvSpPr>
          <p:cNvPr id="17" name="TextBox 16">
            <a:extLst>
              <a:ext uri="{FF2B5EF4-FFF2-40B4-BE49-F238E27FC236}">
                <a16:creationId xmlns:a16="http://schemas.microsoft.com/office/drawing/2014/main" id="{B588A918-6D3D-FB03-48AA-54F08AEA1099}"/>
              </a:ext>
            </a:extLst>
          </p:cNvPr>
          <p:cNvSpPr txBox="1"/>
          <p:nvPr userDrawn="1"/>
        </p:nvSpPr>
        <p:spPr>
          <a:xfrm>
            <a:off x="36576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7729256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37">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Title with Image">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91BA729-F9E9-32C8-AFE2-61CB4E6A4BBD}"/>
              </a:ext>
            </a:extLst>
          </p:cNvPr>
          <p:cNvSpPr>
            <a:spLocks noGrp="1"/>
          </p:cNvSpPr>
          <p:nvPr>
            <p:ph type="pic" sz="quarter" idx="17" hasCustomPrompt="1"/>
          </p:nvPr>
        </p:nvSpPr>
        <p:spPr>
          <a:xfrm>
            <a:off x="0" y="0"/>
            <a:ext cx="12192000" cy="4949953"/>
          </a:xfrm>
          <a:solidFill>
            <a:schemeClr val="accent5"/>
          </a:solidFill>
        </p:spPr>
        <p:txBody>
          <a:bodyPr tIns="1371600" anchor="ctr" anchorCtr="0"/>
          <a:lstStyle>
            <a:lvl1pPr marL="0" indent="0" algn="ctr">
              <a:buNone/>
              <a:defRPr b="1"/>
            </a:lvl1pPr>
          </a:lstStyle>
          <a:p>
            <a:r>
              <a:rPr lang="en-GB"/>
              <a:t>Click icon to insert picture.</a:t>
            </a:r>
          </a:p>
        </p:txBody>
      </p:sp>
      <p:sp>
        <p:nvSpPr>
          <p:cNvPr id="5" name="Title 1">
            <a:extLst>
              <a:ext uri="{FF2B5EF4-FFF2-40B4-BE49-F238E27FC236}">
                <a16:creationId xmlns:a16="http://schemas.microsoft.com/office/drawing/2014/main" id="{7845F200-AD1B-1C5C-3FB1-1812E6DA39E9}"/>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bg1"/>
                </a:solidFill>
                <a:latin typeface="+mj-lt"/>
              </a:defRPr>
            </a:lvl1pPr>
          </a:lstStyle>
          <a:p>
            <a:r>
              <a:rPr lang="en-GB" dirty="0"/>
              <a:t>CLICK TO EDIT MASTER TITLE STYLE</a:t>
            </a:r>
          </a:p>
        </p:txBody>
      </p:sp>
      <p:sp>
        <p:nvSpPr>
          <p:cNvPr id="6" name="Date Placeholder 3">
            <a:extLst>
              <a:ext uri="{FF2B5EF4-FFF2-40B4-BE49-F238E27FC236}">
                <a16:creationId xmlns:a16="http://schemas.microsoft.com/office/drawing/2014/main" id="{BE396BDA-FB30-78ED-324F-B788B46638AF}"/>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accent6"/>
                </a:solidFill>
              </a:defRPr>
            </a:lvl1pPr>
          </a:lstStyle>
          <a:p>
            <a:r>
              <a:rPr lang="en-US" dirty="0"/>
              <a:t>MONTH 00, YEAR</a:t>
            </a:r>
          </a:p>
        </p:txBody>
      </p:sp>
      <p:sp>
        <p:nvSpPr>
          <p:cNvPr id="7" name="Text Placeholder 22">
            <a:extLst>
              <a:ext uri="{FF2B5EF4-FFF2-40B4-BE49-F238E27FC236}">
                <a16:creationId xmlns:a16="http://schemas.microsoft.com/office/drawing/2014/main" id="{38CA488D-A902-AC22-4B10-898FCEBA5898}"/>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8" name="Text Placeholder 13">
            <a:extLst>
              <a:ext uri="{FF2B5EF4-FFF2-40B4-BE49-F238E27FC236}">
                <a16:creationId xmlns:a16="http://schemas.microsoft.com/office/drawing/2014/main" id="{A1207B5A-E151-9239-6566-E0F0DC7D78D5}"/>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9" name="Text Placeholder 13">
            <a:extLst>
              <a:ext uri="{FF2B5EF4-FFF2-40B4-BE49-F238E27FC236}">
                <a16:creationId xmlns:a16="http://schemas.microsoft.com/office/drawing/2014/main" id="{1C4A9070-E91F-683F-C87A-CA1B7E747B3F}"/>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pic>
        <p:nvPicPr>
          <p:cNvPr id="10" name="Graphic 9">
            <a:extLst>
              <a:ext uri="{FF2B5EF4-FFF2-40B4-BE49-F238E27FC236}">
                <a16:creationId xmlns:a16="http://schemas.microsoft.com/office/drawing/2014/main" id="{8E2F40E1-5163-31BB-8E79-38A35121244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01200" y="5242561"/>
            <a:ext cx="2099131" cy="563182"/>
          </a:xfrm>
          <a:prstGeom prst="rect">
            <a:avLst/>
          </a:prstGeom>
        </p:spPr>
      </p:pic>
      <p:sp>
        <p:nvSpPr>
          <p:cNvPr id="11" name="TextBox 10">
            <a:extLst>
              <a:ext uri="{FF2B5EF4-FFF2-40B4-BE49-F238E27FC236}">
                <a16:creationId xmlns:a16="http://schemas.microsoft.com/office/drawing/2014/main" id="{F52271D5-5743-C0E1-49EF-15640DA18441}"/>
              </a:ext>
            </a:extLst>
          </p:cNvPr>
          <p:cNvSpPr txBox="1"/>
          <p:nvPr userDrawn="1"/>
        </p:nvSpPr>
        <p:spPr>
          <a:xfrm>
            <a:off x="36576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21938867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5" orient="horz" pos="2137">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ite Title with Image Full Screen">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0C16C92-D868-3F0B-67B0-543A2E289B63}"/>
              </a:ext>
            </a:extLst>
          </p:cNvPr>
          <p:cNvSpPr>
            <a:spLocks noGrp="1"/>
          </p:cNvSpPr>
          <p:nvPr>
            <p:ph type="pic" sz="quarter" idx="17" hasCustomPrompt="1"/>
          </p:nvPr>
        </p:nvSpPr>
        <p:spPr>
          <a:xfrm>
            <a:off x="0" y="0"/>
            <a:ext cx="12192000" cy="6858000"/>
          </a:xfrm>
          <a:solidFill>
            <a:schemeClr val="accent5"/>
          </a:solidFill>
        </p:spPr>
        <p:txBody>
          <a:bodyPr tIns="1371600" anchor="ctr" anchorCtr="0"/>
          <a:lstStyle>
            <a:lvl1pPr marL="0" indent="0" algn="ctr">
              <a:buNone/>
              <a:defRPr b="1"/>
            </a:lvl1pPr>
          </a:lstStyle>
          <a:p>
            <a:r>
              <a:rPr lang="en-GB"/>
              <a:t>Click icon to insert picture.</a:t>
            </a:r>
          </a:p>
        </p:txBody>
      </p:sp>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bg1"/>
                </a:solidFill>
                <a:latin typeface="+mj-lt"/>
              </a:defRPr>
            </a:lvl1pPr>
          </a:lstStyle>
          <a:p>
            <a:r>
              <a:rPr lang="en-GB" dirty="0"/>
              <a:t>CLICK TO EDIT MASTER TITLE STYLE</a:t>
            </a:r>
          </a:p>
        </p:txBody>
      </p:sp>
      <p:sp>
        <p:nvSpPr>
          <p:cNvPr id="18" name="Text Placeholder 27">
            <a:extLst>
              <a:ext uri="{FF2B5EF4-FFF2-40B4-BE49-F238E27FC236}">
                <a16:creationId xmlns:a16="http://schemas.microsoft.com/office/drawing/2014/main" id="{2C88B9C6-7E7C-ABC8-61BF-669D4F26D523}"/>
              </a:ext>
            </a:extLst>
          </p:cNvPr>
          <p:cNvSpPr>
            <a:spLocks noGrp="1" noChangeAspect="1"/>
          </p:cNvSpPr>
          <p:nvPr>
            <p:ph type="body" sz="quarter" idx="20" hasCustomPrompt="1"/>
          </p:nvPr>
        </p:nvSpPr>
        <p:spPr>
          <a:xfrm>
            <a:off x="9601200" y="5242561"/>
            <a:ext cx="2099131" cy="565853"/>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
        <p:nvSpPr>
          <p:cNvPr id="3" name="Text Placeholder 14">
            <a:extLst>
              <a:ext uri="{FF2B5EF4-FFF2-40B4-BE49-F238E27FC236}">
                <a16:creationId xmlns:a16="http://schemas.microsoft.com/office/drawing/2014/main" id="{2913C8E3-0AF4-E2D2-771A-4CF5F4D8C975}"/>
              </a:ext>
            </a:extLst>
          </p:cNvPr>
          <p:cNvSpPr>
            <a:spLocks noGrp="1"/>
          </p:cNvSpPr>
          <p:nvPr>
            <p:ph type="body" sz="quarter" idx="19" hasCustomPrompt="1"/>
          </p:nvPr>
        </p:nvSpPr>
        <p:spPr>
          <a:xfrm>
            <a:off x="365760" y="6473952"/>
            <a:ext cx="2286000" cy="163079"/>
          </a:xfrm>
        </p:spPr>
        <p:txBody>
          <a:bodyPr/>
          <a:lstStyle>
            <a:lvl1pPr marL="0" indent="0">
              <a:buFontTx/>
              <a:buNone/>
              <a:defRPr sz="700" spc="70" baseline="0">
                <a:solidFill>
                  <a:schemeClr val="bg1"/>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5" name="Date Placeholder 3">
            <a:extLst>
              <a:ext uri="{FF2B5EF4-FFF2-40B4-BE49-F238E27FC236}">
                <a16:creationId xmlns:a16="http://schemas.microsoft.com/office/drawing/2014/main" id="{9D37CDBC-8721-8A03-52F3-8DDA4E03F033}"/>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bg1"/>
                </a:solidFill>
              </a:defRPr>
            </a:lvl1pPr>
          </a:lstStyle>
          <a:p>
            <a:r>
              <a:rPr lang="en-US" dirty="0"/>
              <a:t>MONTH 00, YEAR</a:t>
            </a:r>
          </a:p>
        </p:txBody>
      </p:sp>
      <p:sp>
        <p:nvSpPr>
          <p:cNvPr id="6" name="Text Placeholder 22">
            <a:extLst>
              <a:ext uri="{FF2B5EF4-FFF2-40B4-BE49-F238E27FC236}">
                <a16:creationId xmlns:a16="http://schemas.microsoft.com/office/drawing/2014/main" id="{E5B90C9C-239F-1605-BE3C-33FB5B6948F1}"/>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bg1"/>
                </a:solidFill>
              </a:defRPr>
            </a:lvl1pPr>
          </a:lstStyle>
          <a:p>
            <a:pPr lvl="0"/>
            <a:r>
              <a:rPr lang="en-US" dirty="0"/>
              <a:t>CONFIDENTIAL</a:t>
            </a:r>
          </a:p>
        </p:txBody>
      </p:sp>
      <p:sp>
        <p:nvSpPr>
          <p:cNvPr id="10" name="Text Placeholder 13">
            <a:extLst>
              <a:ext uri="{FF2B5EF4-FFF2-40B4-BE49-F238E27FC236}">
                <a16:creationId xmlns:a16="http://schemas.microsoft.com/office/drawing/2014/main" id="{13D952AE-D826-6342-D8FC-27E53D9496D1}"/>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11" name="Text Placeholder 13">
            <a:extLst>
              <a:ext uri="{FF2B5EF4-FFF2-40B4-BE49-F238E27FC236}">
                <a16:creationId xmlns:a16="http://schemas.microsoft.com/office/drawing/2014/main" id="{316D5A34-F469-F492-F0EF-387F741B430E}"/>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spTree>
    <p:extLst>
      <p:ext uri="{BB962C8B-B14F-4D97-AF65-F5344CB8AC3E}">
        <p14:creationId xmlns:p14="http://schemas.microsoft.com/office/powerpoint/2010/main" val="14923432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5" orient="horz" pos="2137">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d Title with Image">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772C53F0-83E3-0A16-52F7-E093E1DF9FAA}"/>
              </a:ext>
            </a:extLst>
          </p:cNvPr>
          <p:cNvSpPr>
            <a:spLocks noGrp="1"/>
          </p:cNvSpPr>
          <p:nvPr>
            <p:ph type="pic" sz="quarter" idx="17" hasCustomPrompt="1"/>
          </p:nvPr>
        </p:nvSpPr>
        <p:spPr>
          <a:xfrm>
            <a:off x="0" y="0"/>
            <a:ext cx="12192000" cy="4949953"/>
          </a:xfrm>
          <a:solidFill>
            <a:schemeClr val="accent5"/>
          </a:solidFill>
        </p:spPr>
        <p:txBody>
          <a:bodyPr tIns="1371600" anchor="ctr" anchorCtr="0"/>
          <a:lstStyle>
            <a:lvl1pPr marL="0" indent="0" algn="ctr">
              <a:buNone/>
              <a:defRPr b="1"/>
            </a:lvl1pPr>
          </a:lstStyle>
          <a:p>
            <a:r>
              <a:rPr lang="en-GB"/>
              <a:t>Click icon to insert picture.</a:t>
            </a:r>
          </a:p>
        </p:txBody>
      </p:sp>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accent1"/>
                </a:solidFill>
                <a:latin typeface="+mj-lt"/>
              </a:defRPr>
            </a:lvl1pPr>
          </a:lstStyle>
          <a:p>
            <a:r>
              <a:rPr lang="en-GB" dirty="0"/>
              <a:t>CLICK TO EDIT MASTER TITLE STYLE</a:t>
            </a:r>
          </a:p>
        </p:txBody>
      </p:sp>
      <p:sp>
        <p:nvSpPr>
          <p:cNvPr id="5" name="Text Placeholder 22">
            <a:extLst>
              <a:ext uri="{FF2B5EF4-FFF2-40B4-BE49-F238E27FC236}">
                <a16:creationId xmlns:a16="http://schemas.microsoft.com/office/drawing/2014/main" id="{2A20CEFD-DDDC-5826-48DF-F1463BC68CEC}"/>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6" name="Text Placeholder 13">
            <a:extLst>
              <a:ext uri="{FF2B5EF4-FFF2-40B4-BE49-F238E27FC236}">
                <a16:creationId xmlns:a16="http://schemas.microsoft.com/office/drawing/2014/main" id="{5300996D-BD1E-713B-EB1F-1676792D253E}"/>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7" name="Text Placeholder 13">
            <a:extLst>
              <a:ext uri="{FF2B5EF4-FFF2-40B4-BE49-F238E27FC236}">
                <a16:creationId xmlns:a16="http://schemas.microsoft.com/office/drawing/2014/main" id="{A3FF4F30-BDDF-EDA3-7322-4607C36A5E7D}"/>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pic>
        <p:nvPicPr>
          <p:cNvPr id="8" name="Graphic 7">
            <a:extLst>
              <a:ext uri="{FF2B5EF4-FFF2-40B4-BE49-F238E27FC236}">
                <a16:creationId xmlns:a16="http://schemas.microsoft.com/office/drawing/2014/main" id="{358F7FEC-7459-ECD1-BFFD-787C5DCE387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01200" y="5242561"/>
            <a:ext cx="2099131" cy="563182"/>
          </a:xfrm>
          <a:prstGeom prst="rect">
            <a:avLst/>
          </a:prstGeom>
        </p:spPr>
      </p:pic>
      <p:sp>
        <p:nvSpPr>
          <p:cNvPr id="9" name="TextBox 8">
            <a:extLst>
              <a:ext uri="{FF2B5EF4-FFF2-40B4-BE49-F238E27FC236}">
                <a16:creationId xmlns:a16="http://schemas.microsoft.com/office/drawing/2014/main" id="{3BE35008-8BFB-32A4-47CA-58985E334369}"/>
              </a:ext>
            </a:extLst>
          </p:cNvPr>
          <p:cNvSpPr txBox="1"/>
          <p:nvPr userDrawn="1"/>
        </p:nvSpPr>
        <p:spPr>
          <a:xfrm>
            <a:off x="36576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
        <p:nvSpPr>
          <p:cNvPr id="11" name="Date Placeholder 3">
            <a:extLst>
              <a:ext uri="{FF2B5EF4-FFF2-40B4-BE49-F238E27FC236}">
                <a16:creationId xmlns:a16="http://schemas.microsoft.com/office/drawing/2014/main" id="{C5752AA3-DFE0-8CAF-3EDA-82FEAA870252}"/>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accent6"/>
                </a:solidFill>
              </a:defRPr>
            </a:lvl1pPr>
          </a:lstStyle>
          <a:p>
            <a:r>
              <a:rPr lang="en-US" dirty="0"/>
              <a:t>MONTH 00, YEAR</a:t>
            </a:r>
          </a:p>
        </p:txBody>
      </p:sp>
    </p:spTree>
    <p:extLst>
      <p:ext uri="{BB962C8B-B14F-4D97-AF65-F5344CB8AC3E}">
        <p14:creationId xmlns:p14="http://schemas.microsoft.com/office/powerpoint/2010/main" val="227263409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3" orient="horz" pos="2137">
          <p15:clr>
            <a:srgbClr val="FBAE40"/>
          </p15:clr>
        </p15:guide>
        <p15:guide id="4"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d Title with Image Full Screen">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D717B4C1-0823-A6DE-219F-1A0ABD9188C4}"/>
              </a:ext>
            </a:extLst>
          </p:cNvPr>
          <p:cNvSpPr>
            <a:spLocks noGrp="1"/>
          </p:cNvSpPr>
          <p:nvPr>
            <p:ph type="pic" sz="quarter" idx="18" hasCustomPrompt="1"/>
          </p:nvPr>
        </p:nvSpPr>
        <p:spPr>
          <a:xfrm>
            <a:off x="0" y="2"/>
            <a:ext cx="12192000" cy="6857998"/>
          </a:xfrm>
          <a:solidFill>
            <a:schemeClr val="accent5"/>
          </a:solidFill>
        </p:spPr>
        <p:txBody>
          <a:bodyPr tIns="1097280" anchor="ctr" anchorCtr="0"/>
          <a:lstStyle>
            <a:lvl1pPr marL="0" indent="0" algn="ctr">
              <a:buNone/>
              <a:defRPr b="1"/>
            </a:lvl1pPr>
          </a:lstStyle>
          <a:p>
            <a:r>
              <a:rPr lang="en-GB"/>
              <a:t>Click icon to insert picture.</a:t>
            </a:r>
          </a:p>
        </p:txBody>
      </p:sp>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accent1"/>
                </a:solidFill>
                <a:latin typeface="+mj-lt"/>
              </a:defRPr>
            </a:lvl1pPr>
          </a:lstStyle>
          <a:p>
            <a:r>
              <a:rPr lang="en-GB" dirty="0"/>
              <a:t>CLICK TO EDIT MASTER TITLE STYLE</a:t>
            </a:r>
          </a:p>
        </p:txBody>
      </p:sp>
      <p:sp>
        <p:nvSpPr>
          <p:cNvPr id="16" name="Text Placeholder 14">
            <a:extLst>
              <a:ext uri="{FF2B5EF4-FFF2-40B4-BE49-F238E27FC236}">
                <a16:creationId xmlns:a16="http://schemas.microsoft.com/office/drawing/2014/main" id="{31984DF6-4245-DD15-D393-82880D6B0E97}"/>
              </a:ext>
            </a:extLst>
          </p:cNvPr>
          <p:cNvSpPr>
            <a:spLocks noGrp="1"/>
          </p:cNvSpPr>
          <p:nvPr>
            <p:ph type="body" sz="quarter" idx="19" hasCustomPrompt="1"/>
          </p:nvPr>
        </p:nvSpPr>
        <p:spPr>
          <a:xfrm>
            <a:off x="365760" y="6473952"/>
            <a:ext cx="2286000" cy="163079"/>
          </a:xfrm>
        </p:spPr>
        <p:txBody>
          <a:bodyPr/>
          <a:lstStyle>
            <a:lvl1pPr marL="0" indent="0">
              <a:buFontTx/>
              <a:buNone/>
              <a:defRPr sz="700" spc="70" baseline="0">
                <a:solidFill>
                  <a:schemeClr val="accent1"/>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4" name="Date Placeholder 3">
            <a:extLst>
              <a:ext uri="{FF2B5EF4-FFF2-40B4-BE49-F238E27FC236}">
                <a16:creationId xmlns:a16="http://schemas.microsoft.com/office/drawing/2014/main" id="{2A9C64B0-F892-1F33-E2CC-63B45E538B2A}"/>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accent1"/>
                </a:solidFill>
              </a:defRPr>
            </a:lvl1pPr>
          </a:lstStyle>
          <a:p>
            <a:r>
              <a:rPr lang="en-US" dirty="0"/>
              <a:t>MONTH 00, YEAR</a:t>
            </a:r>
          </a:p>
        </p:txBody>
      </p:sp>
      <p:sp>
        <p:nvSpPr>
          <p:cNvPr id="5" name="Text Placeholder 22">
            <a:extLst>
              <a:ext uri="{FF2B5EF4-FFF2-40B4-BE49-F238E27FC236}">
                <a16:creationId xmlns:a16="http://schemas.microsoft.com/office/drawing/2014/main" id="{11527F4C-763A-7422-5BD5-FBA830E66B39}"/>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6" name="Text Placeholder 13">
            <a:extLst>
              <a:ext uri="{FF2B5EF4-FFF2-40B4-BE49-F238E27FC236}">
                <a16:creationId xmlns:a16="http://schemas.microsoft.com/office/drawing/2014/main" id="{BD78F0E5-378F-FB32-8AB8-492F29E26ADE}"/>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7" name="Text Placeholder 13">
            <a:extLst>
              <a:ext uri="{FF2B5EF4-FFF2-40B4-BE49-F238E27FC236}">
                <a16:creationId xmlns:a16="http://schemas.microsoft.com/office/drawing/2014/main" id="{F3F36D49-1FCB-9DE6-807A-F3E160B622F5}"/>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sp>
        <p:nvSpPr>
          <p:cNvPr id="10" name="Text Placeholder 27">
            <a:extLst>
              <a:ext uri="{FF2B5EF4-FFF2-40B4-BE49-F238E27FC236}">
                <a16:creationId xmlns:a16="http://schemas.microsoft.com/office/drawing/2014/main" id="{A9CAA31F-11CE-5EF5-CE9D-7770A57F3D01}"/>
              </a:ext>
            </a:extLst>
          </p:cNvPr>
          <p:cNvSpPr>
            <a:spLocks noGrp="1" noChangeAspect="1"/>
          </p:cNvSpPr>
          <p:nvPr>
            <p:ph type="body" sz="quarter" idx="20" hasCustomPrompt="1"/>
          </p:nvPr>
        </p:nvSpPr>
        <p:spPr>
          <a:xfrm>
            <a:off x="9601200" y="5242561"/>
            <a:ext cx="2099131" cy="565853"/>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Tree>
    <p:extLst>
      <p:ext uri="{BB962C8B-B14F-4D97-AF65-F5344CB8AC3E}">
        <p14:creationId xmlns:p14="http://schemas.microsoft.com/office/powerpoint/2010/main" val="112959905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3" orient="horz" pos="2137">
          <p15:clr>
            <a:srgbClr val="FBAE40"/>
          </p15:clr>
        </p15:guide>
        <p15:guide id="4"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Title with Video">
    <p:spTree>
      <p:nvGrpSpPr>
        <p:cNvPr id="1" name=""/>
        <p:cNvGrpSpPr/>
        <p:nvPr/>
      </p:nvGrpSpPr>
      <p:grpSpPr>
        <a:xfrm>
          <a:off x="0" y="0"/>
          <a:ext cx="0" cy="0"/>
          <a:chOff x="0" y="0"/>
          <a:chExt cx="0" cy="0"/>
        </a:xfrm>
      </p:grpSpPr>
      <p:sp>
        <p:nvSpPr>
          <p:cNvPr id="55" name="Media Placeholder 54">
            <a:extLst>
              <a:ext uri="{FF2B5EF4-FFF2-40B4-BE49-F238E27FC236}">
                <a16:creationId xmlns:a16="http://schemas.microsoft.com/office/drawing/2014/main" id="{DECBE143-3B88-6F7A-681B-EAE3300DCCEE}"/>
              </a:ext>
            </a:extLst>
          </p:cNvPr>
          <p:cNvSpPr>
            <a:spLocks noGrp="1"/>
          </p:cNvSpPr>
          <p:nvPr>
            <p:ph type="media" sz="quarter" idx="17" hasCustomPrompt="1"/>
          </p:nvPr>
        </p:nvSpPr>
        <p:spPr>
          <a:xfrm>
            <a:off x="0" y="-1726"/>
            <a:ext cx="12192000" cy="4946904"/>
          </a:xfrm>
          <a:solidFill>
            <a:schemeClr val="accent5"/>
          </a:solidFill>
        </p:spPr>
        <p:txBody>
          <a:bodyPr tIns="2926080"/>
          <a:lstStyle>
            <a:lvl1pPr marL="0" indent="0" algn="ctr">
              <a:buNone/>
              <a:defRPr b="1"/>
            </a:lvl1pPr>
          </a:lstStyle>
          <a:p>
            <a:r>
              <a:rPr lang="en-GB"/>
              <a:t>Click icon to insert video.</a:t>
            </a:r>
          </a:p>
        </p:txBody>
      </p:sp>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bg1"/>
                </a:solidFill>
                <a:latin typeface="+mj-lt"/>
              </a:defRPr>
            </a:lvl1pPr>
          </a:lstStyle>
          <a:p>
            <a:r>
              <a:rPr lang="en-GB" dirty="0"/>
              <a:t>CLICK TO EDIT MASTER TITLE STYLE</a:t>
            </a:r>
          </a:p>
        </p:txBody>
      </p:sp>
      <p:sp>
        <p:nvSpPr>
          <p:cNvPr id="4" name="Text Placeholder 22">
            <a:extLst>
              <a:ext uri="{FF2B5EF4-FFF2-40B4-BE49-F238E27FC236}">
                <a16:creationId xmlns:a16="http://schemas.microsoft.com/office/drawing/2014/main" id="{F7F3EDA9-5C35-23BF-5A55-3A2782B53629}"/>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5" name="Text Placeholder 13">
            <a:extLst>
              <a:ext uri="{FF2B5EF4-FFF2-40B4-BE49-F238E27FC236}">
                <a16:creationId xmlns:a16="http://schemas.microsoft.com/office/drawing/2014/main" id="{4947799D-1942-558B-99EB-945BCA1F1AC8}"/>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6" name="Text Placeholder 13">
            <a:extLst>
              <a:ext uri="{FF2B5EF4-FFF2-40B4-BE49-F238E27FC236}">
                <a16:creationId xmlns:a16="http://schemas.microsoft.com/office/drawing/2014/main" id="{25B2956C-47C4-A12C-136C-5DD9FEAFBA3B}"/>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pic>
        <p:nvPicPr>
          <p:cNvPr id="7" name="Graphic 6">
            <a:extLst>
              <a:ext uri="{FF2B5EF4-FFF2-40B4-BE49-F238E27FC236}">
                <a16:creationId xmlns:a16="http://schemas.microsoft.com/office/drawing/2014/main" id="{AEFEF6C3-0E50-4F5E-86BB-B9167E4BC4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01200" y="5242561"/>
            <a:ext cx="2099131" cy="563182"/>
          </a:xfrm>
          <a:prstGeom prst="rect">
            <a:avLst/>
          </a:prstGeom>
        </p:spPr>
      </p:pic>
      <p:sp>
        <p:nvSpPr>
          <p:cNvPr id="8" name="TextBox 7">
            <a:extLst>
              <a:ext uri="{FF2B5EF4-FFF2-40B4-BE49-F238E27FC236}">
                <a16:creationId xmlns:a16="http://schemas.microsoft.com/office/drawing/2014/main" id="{CDC96A9A-3956-C263-F399-77398BC813AD}"/>
              </a:ext>
            </a:extLst>
          </p:cNvPr>
          <p:cNvSpPr txBox="1"/>
          <p:nvPr userDrawn="1"/>
        </p:nvSpPr>
        <p:spPr>
          <a:xfrm>
            <a:off x="36576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
        <p:nvSpPr>
          <p:cNvPr id="9" name="Date Placeholder 3">
            <a:extLst>
              <a:ext uri="{FF2B5EF4-FFF2-40B4-BE49-F238E27FC236}">
                <a16:creationId xmlns:a16="http://schemas.microsoft.com/office/drawing/2014/main" id="{8146C5B0-F79C-D498-8A0C-8DBD25150F3D}"/>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accent6"/>
                </a:solidFill>
              </a:defRPr>
            </a:lvl1pPr>
          </a:lstStyle>
          <a:p>
            <a:r>
              <a:rPr lang="en-US" dirty="0"/>
              <a:t>MONTH 00, YEAR</a:t>
            </a:r>
          </a:p>
        </p:txBody>
      </p:sp>
    </p:spTree>
    <p:extLst>
      <p:ext uri="{BB962C8B-B14F-4D97-AF65-F5344CB8AC3E}">
        <p14:creationId xmlns:p14="http://schemas.microsoft.com/office/powerpoint/2010/main" val="17423774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5" orient="horz" pos="2137">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hite Title with Video Full Screen">
    <p:spTree>
      <p:nvGrpSpPr>
        <p:cNvPr id="1" name=""/>
        <p:cNvGrpSpPr/>
        <p:nvPr/>
      </p:nvGrpSpPr>
      <p:grpSpPr>
        <a:xfrm>
          <a:off x="0" y="0"/>
          <a:ext cx="0" cy="0"/>
          <a:chOff x="0" y="0"/>
          <a:chExt cx="0" cy="0"/>
        </a:xfrm>
      </p:grpSpPr>
      <p:sp>
        <p:nvSpPr>
          <p:cNvPr id="55" name="Media Placeholder 54">
            <a:extLst>
              <a:ext uri="{FF2B5EF4-FFF2-40B4-BE49-F238E27FC236}">
                <a16:creationId xmlns:a16="http://schemas.microsoft.com/office/drawing/2014/main" id="{DECBE143-3B88-6F7A-681B-EAE3300DCCEE}"/>
              </a:ext>
            </a:extLst>
          </p:cNvPr>
          <p:cNvSpPr>
            <a:spLocks noGrp="1"/>
          </p:cNvSpPr>
          <p:nvPr>
            <p:ph type="media" sz="quarter" idx="17" hasCustomPrompt="1"/>
          </p:nvPr>
        </p:nvSpPr>
        <p:spPr>
          <a:xfrm>
            <a:off x="0" y="6910"/>
            <a:ext cx="12192000" cy="6857999"/>
          </a:xfrm>
          <a:solidFill>
            <a:schemeClr val="accent5"/>
          </a:solidFill>
        </p:spPr>
        <p:txBody>
          <a:bodyPr tIns="3657600"/>
          <a:lstStyle>
            <a:lvl1pPr marL="0" indent="0" algn="ctr">
              <a:buNone/>
              <a:defRPr b="1"/>
            </a:lvl1pPr>
          </a:lstStyle>
          <a:p>
            <a:r>
              <a:rPr lang="en-GB"/>
              <a:t>Click icon to insert video.</a:t>
            </a:r>
          </a:p>
        </p:txBody>
      </p:sp>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bg1"/>
                </a:solidFill>
                <a:latin typeface="+mj-lt"/>
              </a:defRPr>
            </a:lvl1pPr>
          </a:lstStyle>
          <a:p>
            <a:r>
              <a:rPr lang="en-GB" dirty="0"/>
              <a:t>CLICK TO EDIT MASTER TITLE STYLE</a:t>
            </a:r>
          </a:p>
        </p:txBody>
      </p:sp>
      <p:sp>
        <p:nvSpPr>
          <p:cNvPr id="3" name="Text Placeholder 27">
            <a:extLst>
              <a:ext uri="{FF2B5EF4-FFF2-40B4-BE49-F238E27FC236}">
                <a16:creationId xmlns:a16="http://schemas.microsoft.com/office/drawing/2014/main" id="{36538920-4DF5-70C2-4EB6-001BBF9E53E3}"/>
              </a:ext>
            </a:extLst>
          </p:cNvPr>
          <p:cNvSpPr>
            <a:spLocks noGrp="1" noChangeAspect="1"/>
          </p:cNvSpPr>
          <p:nvPr>
            <p:ph type="body" sz="quarter" idx="20" hasCustomPrompt="1"/>
          </p:nvPr>
        </p:nvSpPr>
        <p:spPr>
          <a:xfrm>
            <a:off x="9601200" y="5242561"/>
            <a:ext cx="2099131" cy="565853"/>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
        <p:nvSpPr>
          <p:cNvPr id="4" name="Text Placeholder 14">
            <a:extLst>
              <a:ext uri="{FF2B5EF4-FFF2-40B4-BE49-F238E27FC236}">
                <a16:creationId xmlns:a16="http://schemas.microsoft.com/office/drawing/2014/main" id="{246EDEEE-A2DF-A8EF-242F-815A677269AF}"/>
              </a:ext>
            </a:extLst>
          </p:cNvPr>
          <p:cNvSpPr>
            <a:spLocks noGrp="1"/>
          </p:cNvSpPr>
          <p:nvPr>
            <p:ph type="body" sz="quarter" idx="19" hasCustomPrompt="1"/>
          </p:nvPr>
        </p:nvSpPr>
        <p:spPr>
          <a:xfrm>
            <a:off x="365760" y="6473952"/>
            <a:ext cx="2286000" cy="163079"/>
          </a:xfrm>
        </p:spPr>
        <p:txBody>
          <a:bodyPr/>
          <a:lstStyle>
            <a:lvl1pPr marL="0" indent="0">
              <a:buFontTx/>
              <a:buNone/>
              <a:defRPr sz="700" spc="70" baseline="0">
                <a:solidFill>
                  <a:schemeClr val="bg1"/>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6" name="Text Placeholder 22">
            <a:extLst>
              <a:ext uri="{FF2B5EF4-FFF2-40B4-BE49-F238E27FC236}">
                <a16:creationId xmlns:a16="http://schemas.microsoft.com/office/drawing/2014/main" id="{330F1834-FA1C-88A9-BD5A-33CDF3F3A507}"/>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bg1"/>
                </a:solidFill>
              </a:defRPr>
            </a:lvl1pPr>
          </a:lstStyle>
          <a:p>
            <a:pPr lvl="0"/>
            <a:r>
              <a:rPr lang="en-US" dirty="0"/>
              <a:t>CONFIDENTIAL</a:t>
            </a:r>
          </a:p>
        </p:txBody>
      </p:sp>
      <p:sp>
        <p:nvSpPr>
          <p:cNvPr id="7" name="Text Placeholder 13">
            <a:extLst>
              <a:ext uri="{FF2B5EF4-FFF2-40B4-BE49-F238E27FC236}">
                <a16:creationId xmlns:a16="http://schemas.microsoft.com/office/drawing/2014/main" id="{3916A531-EC77-E0E6-3BFA-EBBA0375C434}"/>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8" name="Text Placeholder 13">
            <a:extLst>
              <a:ext uri="{FF2B5EF4-FFF2-40B4-BE49-F238E27FC236}">
                <a16:creationId xmlns:a16="http://schemas.microsoft.com/office/drawing/2014/main" id="{889CDD53-BE19-9582-F4D3-D02F3494F59F}"/>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bg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sp>
        <p:nvSpPr>
          <p:cNvPr id="9" name="Date Placeholder 3">
            <a:extLst>
              <a:ext uri="{FF2B5EF4-FFF2-40B4-BE49-F238E27FC236}">
                <a16:creationId xmlns:a16="http://schemas.microsoft.com/office/drawing/2014/main" id="{CB46943C-1141-91E2-907F-0849D8D9AAEE}"/>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bg1"/>
                </a:solidFill>
              </a:defRPr>
            </a:lvl1pPr>
          </a:lstStyle>
          <a:p>
            <a:r>
              <a:rPr lang="en-US" dirty="0"/>
              <a:t>MONTH 00, YEAR</a:t>
            </a:r>
          </a:p>
        </p:txBody>
      </p:sp>
    </p:spTree>
    <p:extLst>
      <p:ext uri="{BB962C8B-B14F-4D97-AF65-F5344CB8AC3E}">
        <p14:creationId xmlns:p14="http://schemas.microsoft.com/office/powerpoint/2010/main" val="27478785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5" orient="horz" pos="2137">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d Title with Video">
    <p:spTree>
      <p:nvGrpSpPr>
        <p:cNvPr id="1" name=""/>
        <p:cNvGrpSpPr/>
        <p:nvPr/>
      </p:nvGrpSpPr>
      <p:grpSpPr>
        <a:xfrm>
          <a:off x="0" y="0"/>
          <a:ext cx="0" cy="0"/>
          <a:chOff x="0" y="0"/>
          <a:chExt cx="0" cy="0"/>
        </a:xfrm>
      </p:grpSpPr>
      <p:sp>
        <p:nvSpPr>
          <p:cNvPr id="55" name="Media Placeholder 54">
            <a:extLst>
              <a:ext uri="{FF2B5EF4-FFF2-40B4-BE49-F238E27FC236}">
                <a16:creationId xmlns:a16="http://schemas.microsoft.com/office/drawing/2014/main" id="{DECBE143-3B88-6F7A-681B-EAE3300DCCEE}"/>
              </a:ext>
            </a:extLst>
          </p:cNvPr>
          <p:cNvSpPr>
            <a:spLocks noGrp="1"/>
          </p:cNvSpPr>
          <p:nvPr>
            <p:ph type="media" sz="quarter" idx="17" hasCustomPrompt="1"/>
          </p:nvPr>
        </p:nvSpPr>
        <p:spPr>
          <a:xfrm>
            <a:off x="0" y="-1726"/>
            <a:ext cx="12192000" cy="4946904"/>
          </a:xfrm>
          <a:solidFill>
            <a:schemeClr val="accent5"/>
          </a:solidFill>
        </p:spPr>
        <p:txBody>
          <a:bodyPr tIns="2926080"/>
          <a:lstStyle>
            <a:lvl1pPr marL="0" indent="0" algn="ctr">
              <a:buNone/>
              <a:defRPr b="1"/>
            </a:lvl1pPr>
          </a:lstStyle>
          <a:p>
            <a:r>
              <a:rPr lang="en-GB"/>
              <a:t>Click icon to insert video.</a:t>
            </a:r>
          </a:p>
        </p:txBody>
      </p:sp>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accent1"/>
                </a:solidFill>
                <a:latin typeface="+mj-lt"/>
              </a:defRPr>
            </a:lvl1pPr>
          </a:lstStyle>
          <a:p>
            <a:r>
              <a:rPr lang="en-GB" dirty="0"/>
              <a:t>CLICK TO EDIT MASTER TITLE STYLE</a:t>
            </a:r>
          </a:p>
        </p:txBody>
      </p:sp>
      <p:sp>
        <p:nvSpPr>
          <p:cNvPr id="4" name="Text Placeholder 22">
            <a:extLst>
              <a:ext uri="{FF2B5EF4-FFF2-40B4-BE49-F238E27FC236}">
                <a16:creationId xmlns:a16="http://schemas.microsoft.com/office/drawing/2014/main" id="{8276B388-0111-CDE0-6C43-5AF216286528}"/>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5" name="Text Placeholder 13">
            <a:extLst>
              <a:ext uri="{FF2B5EF4-FFF2-40B4-BE49-F238E27FC236}">
                <a16:creationId xmlns:a16="http://schemas.microsoft.com/office/drawing/2014/main" id="{E62B5570-BF2B-22C4-3944-32BE2ECEA084}"/>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6" name="Text Placeholder 13">
            <a:extLst>
              <a:ext uri="{FF2B5EF4-FFF2-40B4-BE49-F238E27FC236}">
                <a16:creationId xmlns:a16="http://schemas.microsoft.com/office/drawing/2014/main" id="{41D57C78-6E7A-45DD-A4E8-EF873F3C68BB}"/>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pic>
        <p:nvPicPr>
          <p:cNvPr id="7" name="Graphic 6">
            <a:extLst>
              <a:ext uri="{FF2B5EF4-FFF2-40B4-BE49-F238E27FC236}">
                <a16:creationId xmlns:a16="http://schemas.microsoft.com/office/drawing/2014/main" id="{B6EEF162-16CA-BCA8-B9CD-8D80239FCB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01200" y="5242561"/>
            <a:ext cx="2099131" cy="563182"/>
          </a:xfrm>
          <a:prstGeom prst="rect">
            <a:avLst/>
          </a:prstGeom>
        </p:spPr>
      </p:pic>
      <p:sp>
        <p:nvSpPr>
          <p:cNvPr id="8" name="TextBox 7">
            <a:extLst>
              <a:ext uri="{FF2B5EF4-FFF2-40B4-BE49-F238E27FC236}">
                <a16:creationId xmlns:a16="http://schemas.microsoft.com/office/drawing/2014/main" id="{2705425F-2A51-79E7-0308-45725490CBF8}"/>
              </a:ext>
            </a:extLst>
          </p:cNvPr>
          <p:cNvSpPr txBox="1"/>
          <p:nvPr userDrawn="1"/>
        </p:nvSpPr>
        <p:spPr>
          <a:xfrm>
            <a:off x="36576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
        <p:nvSpPr>
          <p:cNvPr id="9" name="Date Placeholder 3">
            <a:extLst>
              <a:ext uri="{FF2B5EF4-FFF2-40B4-BE49-F238E27FC236}">
                <a16:creationId xmlns:a16="http://schemas.microsoft.com/office/drawing/2014/main" id="{BD6790A2-DA96-00D3-D409-76E1858FFEB1}"/>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accent6"/>
                </a:solidFill>
              </a:defRPr>
            </a:lvl1pPr>
          </a:lstStyle>
          <a:p>
            <a:r>
              <a:rPr lang="en-US" dirty="0"/>
              <a:t>MONTH 00, YEAR</a:t>
            </a:r>
          </a:p>
        </p:txBody>
      </p:sp>
    </p:spTree>
    <p:extLst>
      <p:ext uri="{BB962C8B-B14F-4D97-AF65-F5344CB8AC3E}">
        <p14:creationId xmlns:p14="http://schemas.microsoft.com/office/powerpoint/2010/main" val="53731985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5" orient="horz" pos="2137">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d Title with Video Full Screen">
    <p:spTree>
      <p:nvGrpSpPr>
        <p:cNvPr id="1" name=""/>
        <p:cNvGrpSpPr/>
        <p:nvPr/>
      </p:nvGrpSpPr>
      <p:grpSpPr>
        <a:xfrm>
          <a:off x="0" y="0"/>
          <a:ext cx="0" cy="0"/>
          <a:chOff x="0" y="0"/>
          <a:chExt cx="0" cy="0"/>
        </a:xfrm>
      </p:grpSpPr>
      <p:sp>
        <p:nvSpPr>
          <p:cNvPr id="3" name="Media Placeholder 54">
            <a:extLst>
              <a:ext uri="{FF2B5EF4-FFF2-40B4-BE49-F238E27FC236}">
                <a16:creationId xmlns:a16="http://schemas.microsoft.com/office/drawing/2014/main" id="{5663C367-F6A2-334A-37C4-64C0DF3A52CC}"/>
              </a:ext>
            </a:extLst>
          </p:cNvPr>
          <p:cNvSpPr>
            <a:spLocks noGrp="1"/>
          </p:cNvSpPr>
          <p:nvPr>
            <p:ph type="media" sz="quarter" idx="18" hasCustomPrompt="1"/>
          </p:nvPr>
        </p:nvSpPr>
        <p:spPr>
          <a:xfrm>
            <a:off x="0" y="6911"/>
            <a:ext cx="12192000" cy="6857998"/>
          </a:xfrm>
          <a:solidFill>
            <a:schemeClr val="accent5"/>
          </a:solidFill>
        </p:spPr>
        <p:txBody>
          <a:bodyPr tIns="3657600"/>
          <a:lstStyle>
            <a:lvl1pPr marL="0" indent="0" algn="ctr">
              <a:buNone/>
              <a:defRPr b="1"/>
            </a:lvl1pPr>
          </a:lstStyle>
          <a:p>
            <a:r>
              <a:rPr lang="en-GB"/>
              <a:t>Click icon to insert video.</a:t>
            </a:r>
          </a:p>
        </p:txBody>
      </p:sp>
      <p:sp>
        <p:nvSpPr>
          <p:cNvPr id="2" name="Title 1">
            <a:extLst>
              <a:ext uri="{FF2B5EF4-FFF2-40B4-BE49-F238E27FC236}">
                <a16:creationId xmlns:a16="http://schemas.microsoft.com/office/drawing/2014/main" id="{39EE708D-76B7-963F-B2DC-89477B8EAE2D}"/>
              </a:ext>
            </a:extLst>
          </p:cNvPr>
          <p:cNvSpPr>
            <a:spLocks noGrp="1"/>
          </p:cNvSpPr>
          <p:nvPr>
            <p:ph type="ctrTitle" hasCustomPrompt="1"/>
          </p:nvPr>
        </p:nvSpPr>
        <p:spPr>
          <a:xfrm>
            <a:off x="287363" y="198267"/>
            <a:ext cx="11617274" cy="1080000"/>
          </a:xfrm>
        </p:spPr>
        <p:txBody>
          <a:bodyPr anchor="b">
            <a:noAutofit/>
          </a:bodyPr>
          <a:lstStyle>
            <a:lvl1pPr algn="ctr">
              <a:defRPr sz="4800" spc="100" baseline="0">
                <a:solidFill>
                  <a:schemeClr val="accent1"/>
                </a:solidFill>
                <a:latin typeface="+mj-lt"/>
              </a:defRPr>
            </a:lvl1pPr>
          </a:lstStyle>
          <a:p>
            <a:r>
              <a:rPr lang="en-GB" dirty="0"/>
              <a:t>CLICK TO EDIT MASTER TITLE STYLE</a:t>
            </a:r>
          </a:p>
        </p:txBody>
      </p:sp>
      <p:sp>
        <p:nvSpPr>
          <p:cNvPr id="4" name="Text Placeholder 27">
            <a:extLst>
              <a:ext uri="{FF2B5EF4-FFF2-40B4-BE49-F238E27FC236}">
                <a16:creationId xmlns:a16="http://schemas.microsoft.com/office/drawing/2014/main" id="{E2CF818B-3D42-8D1A-B9DB-AAC2E8CC8C07}"/>
              </a:ext>
            </a:extLst>
          </p:cNvPr>
          <p:cNvSpPr>
            <a:spLocks noGrp="1" noChangeAspect="1"/>
          </p:cNvSpPr>
          <p:nvPr>
            <p:ph type="body" sz="quarter" idx="20" hasCustomPrompt="1"/>
          </p:nvPr>
        </p:nvSpPr>
        <p:spPr>
          <a:xfrm>
            <a:off x="9601200" y="5242561"/>
            <a:ext cx="2099131" cy="565853"/>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
        <p:nvSpPr>
          <p:cNvPr id="5" name="Text Placeholder 14">
            <a:extLst>
              <a:ext uri="{FF2B5EF4-FFF2-40B4-BE49-F238E27FC236}">
                <a16:creationId xmlns:a16="http://schemas.microsoft.com/office/drawing/2014/main" id="{5F5F003D-21A3-1948-775C-6B1753314251}"/>
              </a:ext>
            </a:extLst>
          </p:cNvPr>
          <p:cNvSpPr>
            <a:spLocks noGrp="1"/>
          </p:cNvSpPr>
          <p:nvPr>
            <p:ph type="body" sz="quarter" idx="19" hasCustomPrompt="1"/>
          </p:nvPr>
        </p:nvSpPr>
        <p:spPr>
          <a:xfrm>
            <a:off x="365760" y="6473952"/>
            <a:ext cx="2286000" cy="152399"/>
          </a:xfrm>
        </p:spPr>
        <p:txBody>
          <a:bodyPr/>
          <a:lstStyle>
            <a:lvl1pPr marL="0" indent="0">
              <a:buFontTx/>
              <a:buNone/>
              <a:defRPr sz="700" spc="70" baseline="0">
                <a:solidFill>
                  <a:schemeClr val="accent6"/>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6" name="Date Placeholder 3">
            <a:extLst>
              <a:ext uri="{FF2B5EF4-FFF2-40B4-BE49-F238E27FC236}">
                <a16:creationId xmlns:a16="http://schemas.microsoft.com/office/drawing/2014/main" id="{65001D8B-E22C-8776-F8DE-7D8D4343F712}"/>
              </a:ext>
            </a:extLst>
          </p:cNvPr>
          <p:cNvSpPr>
            <a:spLocks noGrp="1"/>
          </p:cNvSpPr>
          <p:nvPr>
            <p:ph type="dt" sz="half" idx="2"/>
          </p:nvPr>
        </p:nvSpPr>
        <p:spPr>
          <a:xfrm>
            <a:off x="9220200" y="6400800"/>
            <a:ext cx="2581200" cy="236231"/>
          </a:xfrm>
          <a:prstGeom prst="rect">
            <a:avLst/>
          </a:prstGeom>
        </p:spPr>
        <p:txBody>
          <a:bodyPr vert="horz" lIns="91440" tIns="45720" rIns="91440" bIns="45720" rtlCol="0" anchor="t"/>
          <a:lstStyle>
            <a:lvl1pPr algn="r">
              <a:defRPr lang="en-US" sz="1200" b="0" smtClean="0">
                <a:solidFill>
                  <a:schemeClr val="accent6"/>
                </a:solidFill>
              </a:defRPr>
            </a:lvl1pPr>
          </a:lstStyle>
          <a:p>
            <a:r>
              <a:rPr lang="en-US" dirty="0"/>
              <a:t>MONTH 00, YEAR</a:t>
            </a:r>
          </a:p>
        </p:txBody>
      </p:sp>
      <p:sp>
        <p:nvSpPr>
          <p:cNvPr id="7" name="Text Placeholder 22">
            <a:extLst>
              <a:ext uri="{FF2B5EF4-FFF2-40B4-BE49-F238E27FC236}">
                <a16:creationId xmlns:a16="http://schemas.microsoft.com/office/drawing/2014/main" id="{7B6223F3-3712-EAF3-285B-4FC04C955338}"/>
              </a:ext>
            </a:extLst>
          </p:cNvPr>
          <p:cNvSpPr>
            <a:spLocks noGrp="1"/>
          </p:cNvSpPr>
          <p:nvPr>
            <p:ph type="body" sz="quarter" idx="16" hasCustomPrompt="1"/>
          </p:nvPr>
        </p:nvSpPr>
        <p:spPr>
          <a:xfrm>
            <a:off x="36576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8" name="Text Placeholder 13">
            <a:extLst>
              <a:ext uri="{FF2B5EF4-FFF2-40B4-BE49-F238E27FC236}">
                <a16:creationId xmlns:a16="http://schemas.microsoft.com/office/drawing/2014/main" id="{D2FE952F-D1DB-F7F7-7DD2-533D5B267B52}"/>
              </a:ext>
            </a:extLst>
          </p:cNvPr>
          <p:cNvSpPr>
            <a:spLocks noGrp="1"/>
          </p:cNvSpPr>
          <p:nvPr>
            <p:ph type="body" sz="quarter" idx="14" hasCustomPrompt="1"/>
          </p:nvPr>
        </p:nvSpPr>
        <p:spPr>
          <a:xfrm>
            <a:off x="365760" y="5160265"/>
            <a:ext cx="6495074" cy="432000"/>
          </a:xfrm>
        </p:spPr>
        <p:txBody>
          <a:bodyPr wrap="none" anchor="t">
            <a:noAutofit/>
          </a:bodyPr>
          <a:lstStyle>
            <a:lvl1pPr marL="0" indent="0">
              <a:buNone/>
              <a:defRPr sz="2200" b="1" spc="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Name of Presenter Here</a:t>
            </a:r>
          </a:p>
        </p:txBody>
      </p:sp>
      <p:sp>
        <p:nvSpPr>
          <p:cNvPr id="9" name="Text Placeholder 13">
            <a:extLst>
              <a:ext uri="{FF2B5EF4-FFF2-40B4-BE49-F238E27FC236}">
                <a16:creationId xmlns:a16="http://schemas.microsoft.com/office/drawing/2014/main" id="{E44F50B1-171D-017E-6D1F-6FE646CACBF0}"/>
              </a:ext>
            </a:extLst>
          </p:cNvPr>
          <p:cNvSpPr>
            <a:spLocks noGrp="1"/>
          </p:cNvSpPr>
          <p:nvPr>
            <p:ph type="body" sz="quarter" idx="15" hasCustomPrompt="1"/>
          </p:nvPr>
        </p:nvSpPr>
        <p:spPr>
          <a:xfrm>
            <a:off x="365760" y="5498593"/>
            <a:ext cx="6495074" cy="728541"/>
          </a:xfrm>
        </p:spPr>
        <p:txBody>
          <a:bodyPr wrap="none" anchor="t">
            <a:noAutofit/>
          </a:bodyPr>
          <a:lstStyle>
            <a:lvl1pPr marL="0" indent="0">
              <a:spcBef>
                <a:spcPts val="0"/>
              </a:spcBef>
              <a:buNone/>
              <a:defRPr sz="1800" b="0" spc="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Insert Title of Presenter Here</a:t>
            </a:r>
          </a:p>
          <a:p>
            <a:pPr lvl="0"/>
            <a:r>
              <a:rPr lang="en-GB" dirty="0"/>
              <a:t>Two Lines</a:t>
            </a:r>
          </a:p>
        </p:txBody>
      </p:sp>
    </p:spTree>
    <p:extLst>
      <p:ext uri="{BB962C8B-B14F-4D97-AF65-F5344CB8AC3E}">
        <p14:creationId xmlns:p14="http://schemas.microsoft.com/office/powerpoint/2010/main" val="423687333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3" orient="horz" pos="2137">
          <p15:clr>
            <a:srgbClr val="FBAE40"/>
          </p15:clr>
        </p15:guide>
        <p15:guide id="4"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ew Topic - Utah Re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1C26EE-4D3A-F8E3-3216-222406F01F23}"/>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bg1"/>
                </a:solidFill>
              </a:rPr>
              <a:t>© UNIVERSITY OF UTAH HEALTH</a:t>
            </a:r>
          </a:p>
        </p:txBody>
      </p:sp>
      <p:sp>
        <p:nvSpPr>
          <p:cNvPr id="2" name="Title 1">
            <a:extLst>
              <a:ext uri="{FF2B5EF4-FFF2-40B4-BE49-F238E27FC236}">
                <a16:creationId xmlns:a16="http://schemas.microsoft.com/office/drawing/2014/main" id="{58419CA0-E28A-6C38-6349-E9A40FBE0F8B}"/>
              </a:ext>
            </a:extLst>
          </p:cNvPr>
          <p:cNvSpPr>
            <a:spLocks noGrp="1"/>
          </p:cNvSpPr>
          <p:nvPr>
            <p:ph type="title" hasCustomPrompt="1"/>
          </p:nvPr>
        </p:nvSpPr>
        <p:spPr>
          <a:xfrm>
            <a:off x="838200" y="2002632"/>
            <a:ext cx="10515600" cy="2852737"/>
          </a:xfrm>
        </p:spPr>
        <p:txBody>
          <a:bodyPr anchor="ctr"/>
          <a:lstStyle>
            <a:lvl1pPr algn="ctr">
              <a:defRPr sz="4800" spc="100" baseline="0">
                <a:solidFill>
                  <a:schemeClr val="bg1"/>
                </a:solidFill>
              </a:defRPr>
            </a:lvl1pPr>
          </a:lstStyle>
          <a:p>
            <a:r>
              <a:rPr lang="en-US" dirty="0"/>
              <a:t>Click to edit</a:t>
            </a:r>
            <a:br>
              <a:rPr lang="en-US" dirty="0"/>
            </a:br>
            <a:r>
              <a:rPr lang="en-US" dirty="0"/>
              <a:t>Master title style</a:t>
            </a:r>
            <a:endParaRPr lang="en-GB" dirty="0"/>
          </a:p>
        </p:txBody>
      </p:sp>
      <p:sp>
        <p:nvSpPr>
          <p:cNvPr id="7" name="Text Placeholder 22">
            <a:extLst>
              <a:ext uri="{FF2B5EF4-FFF2-40B4-BE49-F238E27FC236}">
                <a16:creationId xmlns:a16="http://schemas.microsoft.com/office/drawing/2014/main" id="{1B9D486F-DEA6-0D5C-89A0-C286069C09CA}"/>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bg1"/>
                </a:solidFill>
              </a:defRPr>
            </a:lvl1pPr>
          </a:lstStyle>
          <a:p>
            <a:pPr lvl="0"/>
            <a:r>
              <a:rPr lang="en-US" dirty="0"/>
              <a:t>CONFIDENTIAL</a:t>
            </a:r>
          </a:p>
        </p:txBody>
      </p:sp>
      <p:pic>
        <p:nvPicPr>
          <p:cNvPr id="15" name="Graphic 14">
            <a:extLst>
              <a:ext uri="{FF2B5EF4-FFF2-40B4-BE49-F238E27FC236}">
                <a16:creationId xmlns:a16="http://schemas.microsoft.com/office/drawing/2014/main" id="{7D8F8333-CF89-2BF4-BE55-A491C4AB2F2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Tree>
    <p:extLst>
      <p:ext uri="{BB962C8B-B14F-4D97-AF65-F5344CB8AC3E}">
        <p14:creationId xmlns:p14="http://schemas.microsoft.com/office/powerpoint/2010/main" val="25721536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ew Topic - Lake Powell">
    <p:bg>
      <p:bgPr>
        <a:solidFill>
          <a:schemeClr val="accent4"/>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78739B43-26E3-44B7-FF2C-418AAAAEA75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itle 1">
            <a:extLst>
              <a:ext uri="{FF2B5EF4-FFF2-40B4-BE49-F238E27FC236}">
                <a16:creationId xmlns:a16="http://schemas.microsoft.com/office/drawing/2014/main" id="{58419CA0-E28A-6C38-6349-E9A40FBE0F8B}"/>
              </a:ext>
            </a:extLst>
          </p:cNvPr>
          <p:cNvSpPr>
            <a:spLocks noGrp="1"/>
          </p:cNvSpPr>
          <p:nvPr>
            <p:ph type="title" hasCustomPrompt="1"/>
          </p:nvPr>
        </p:nvSpPr>
        <p:spPr>
          <a:xfrm>
            <a:off x="838200" y="2002632"/>
            <a:ext cx="10515600" cy="2852737"/>
          </a:xfrm>
        </p:spPr>
        <p:txBody>
          <a:bodyPr anchor="ctr"/>
          <a:lstStyle>
            <a:lvl1pPr algn="ctr">
              <a:defRPr sz="4800" spc="100" baseline="0">
                <a:solidFill>
                  <a:schemeClr val="bg1"/>
                </a:solidFill>
              </a:defRPr>
            </a:lvl1pPr>
          </a:lstStyle>
          <a:p>
            <a:r>
              <a:rPr lang="en-US" dirty="0"/>
              <a:t>Click to edit</a:t>
            </a:r>
            <a:br>
              <a:rPr lang="en-US" dirty="0"/>
            </a:br>
            <a:r>
              <a:rPr lang="en-US" dirty="0"/>
              <a:t>Master title style</a:t>
            </a:r>
            <a:endParaRPr lang="en-GB" dirty="0"/>
          </a:p>
        </p:txBody>
      </p:sp>
      <p:sp>
        <p:nvSpPr>
          <p:cNvPr id="10" name="Text Placeholder 22">
            <a:extLst>
              <a:ext uri="{FF2B5EF4-FFF2-40B4-BE49-F238E27FC236}">
                <a16:creationId xmlns:a16="http://schemas.microsoft.com/office/drawing/2014/main" id="{9CBB839E-9D61-43AC-3B2F-E15EE12157A1}"/>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bg1"/>
                </a:solidFill>
              </a:defRPr>
            </a:lvl1pPr>
          </a:lstStyle>
          <a:p>
            <a:pPr lvl="0"/>
            <a:r>
              <a:rPr lang="en-US" dirty="0"/>
              <a:t>CONFIDENTIAL</a:t>
            </a:r>
          </a:p>
        </p:txBody>
      </p:sp>
      <p:sp>
        <p:nvSpPr>
          <p:cNvPr id="3" name="TextBox 2">
            <a:extLst>
              <a:ext uri="{FF2B5EF4-FFF2-40B4-BE49-F238E27FC236}">
                <a16:creationId xmlns:a16="http://schemas.microsoft.com/office/drawing/2014/main" id="{5ED8B69F-1F79-4171-0DC6-3F75693F6666}"/>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bg1"/>
                </a:solidFill>
              </a:rPr>
              <a:t>© UNIVERSITY OF UTAH HEALTH</a:t>
            </a:r>
          </a:p>
        </p:txBody>
      </p:sp>
    </p:spTree>
    <p:extLst>
      <p:ext uri="{BB962C8B-B14F-4D97-AF65-F5344CB8AC3E}">
        <p14:creationId xmlns:p14="http://schemas.microsoft.com/office/powerpoint/2010/main" val="24503909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ew Topic - 50% Black">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19CA0-E28A-6C38-6349-E9A40FBE0F8B}"/>
              </a:ext>
            </a:extLst>
          </p:cNvPr>
          <p:cNvSpPr>
            <a:spLocks noGrp="1"/>
          </p:cNvSpPr>
          <p:nvPr>
            <p:ph type="title" hasCustomPrompt="1"/>
          </p:nvPr>
        </p:nvSpPr>
        <p:spPr>
          <a:xfrm>
            <a:off x="838200" y="2002632"/>
            <a:ext cx="10515600" cy="2852737"/>
          </a:xfrm>
        </p:spPr>
        <p:txBody>
          <a:bodyPr anchor="ctr"/>
          <a:lstStyle>
            <a:lvl1pPr algn="ctr">
              <a:defRPr sz="4800" spc="100" baseline="0">
                <a:solidFill>
                  <a:schemeClr val="bg1"/>
                </a:solidFill>
              </a:defRPr>
            </a:lvl1pPr>
          </a:lstStyle>
          <a:p>
            <a:r>
              <a:rPr lang="en-US" dirty="0"/>
              <a:t>Click to edit</a:t>
            </a:r>
            <a:br>
              <a:rPr lang="en-US" dirty="0"/>
            </a:br>
            <a:r>
              <a:rPr lang="en-US" dirty="0"/>
              <a:t>Master title style</a:t>
            </a:r>
            <a:endParaRPr lang="en-GB" dirty="0"/>
          </a:p>
        </p:txBody>
      </p:sp>
      <p:sp>
        <p:nvSpPr>
          <p:cNvPr id="10" name="Text Placeholder 22">
            <a:extLst>
              <a:ext uri="{FF2B5EF4-FFF2-40B4-BE49-F238E27FC236}">
                <a16:creationId xmlns:a16="http://schemas.microsoft.com/office/drawing/2014/main" id="{FD928D8F-0A0C-8E76-D7E0-3DBBBBAEB2CE}"/>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bg1"/>
                </a:solidFill>
              </a:defRPr>
            </a:lvl1pPr>
          </a:lstStyle>
          <a:p>
            <a:pPr lvl="0"/>
            <a:r>
              <a:rPr lang="en-US" dirty="0"/>
              <a:t>CONFIDENTIAL</a:t>
            </a:r>
          </a:p>
        </p:txBody>
      </p:sp>
      <p:pic>
        <p:nvPicPr>
          <p:cNvPr id="15" name="Graphic 14">
            <a:extLst>
              <a:ext uri="{FF2B5EF4-FFF2-40B4-BE49-F238E27FC236}">
                <a16:creationId xmlns:a16="http://schemas.microsoft.com/office/drawing/2014/main" id="{683E1F01-5395-940C-8715-0873E2FF1BA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69E7F581-DEA2-38CC-AA32-8F39BA8BFD35}"/>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bg1"/>
                </a:solidFill>
              </a:rPr>
              <a:t>© UNIVERSITY OF UTAH HEALTH</a:t>
            </a:r>
          </a:p>
        </p:txBody>
      </p:sp>
    </p:spTree>
    <p:extLst>
      <p:ext uri="{BB962C8B-B14F-4D97-AF65-F5344CB8AC3E}">
        <p14:creationId xmlns:p14="http://schemas.microsoft.com/office/powerpoint/2010/main" val="363720913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19CA0-E28A-6C38-6349-E9A40FBE0F8B}"/>
              </a:ext>
            </a:extLst>
          </p:cNvPr>
          <p:cNvSpPr>
            <a:spLocks noGrp="1"/>
          </p:cNvSpPr>
          <p:nvPr>
            <p:ph type="title" hasCustomPrompt="1"/>
          </p:nvPr>
        </p:nvSpPr>
        <p:spPr>
          <a:xfrm>
            <a:off x="838200" y="2002632"/>
            <a:ext cx="10515600" cy="2852737"/>
          </a:xfrm>
        </p:spPr>
        <p:txBody>
          <a:bodyPr anchor="ctr"/>
          <a:lstStyle>
            <a:lvl1pPr algn="ctr">
              <a:defRPr sz="4800" spc="100" baseline="0">
                <a:solidFill>
                  <a:schemeClr val="accent1"/>
                </a:solidFill>
              </a:defRPr>
            </a:lvl1pPr>
          </a:lstStyle>
          <a:p>
            <a:r>
              <a:rPr lang="en-US" dirty="0"/>
              <a:t>Click to edit</a:t>
            </a:r>
            <a:br>
              <a:rPr lang="en-US" dirty="0"/>
            </a:br>
            <a:r>
              <a:rPr lang="en-US" dirty="0"/>
              <a:t>Master title style</a:t>
            </a:r>
            <a:endParaRPr lang="en-GB" dirty="0"/>
          </a:p>
        </p:txBody>
      </p:sp>
      <p:sp>
        <p:nvSpPr>
          <p:cNvPr id="37" name="TextBox 36">
            <a:extLst>
              <a:ext uri="{FF2B5EF4-FFF2-40B4-BE49-F238E27FC236}">
                <a16:creationId xmlns:a16="http://schemas.microsoft.com/office/drawing/2014/main" id="{E133DF31-76A4-F844-04AD-D6C2EDF5DC8D}"/>
              </a:ext>
            </a:extLst>
          </p:cNvPr>
          <p:cNvSpPr txBox="1"/>
          <p:nvPr userDrawn="1"/>
        </p:nvSpPr>
        <p:spPr>
          <a:xfrm>
            <a:off x="274320" y="6375028"/>
            <a:ext cx="3028950" cy="215444"/>
          </a:xfrm>
          <a:prstGeom prst="rect">
            <a:avLst/>
          </a:prstGeom>
          <a:noFill/>
        </p:spPr>
        <p:txBody>
          <a:bodyPr wrap="square">
            <a:spAutoFit/>
          </a:bodyPr>
          <a:lstStyle/>
          <a:p>
            <a:r>
              <a:rPr lang="en-US" sz="800" b="0" i="0" u="none" strike="noStrike" kern="0" spc="70">
                <a:solidFill>
                  <a:schemeClr val="bg1"/>
                </a:solidFill>
                <a:effectLst/>
                <a:latin typeface="+mn-lt"/>
                <a:ea typeface="Times New Roman" panose="02020603050405020304" pitchFamily="18" charset="0"/>
                <a:cs typeface="Sofia Pro Light"/>
              </a:rPr>
              <a:t>© UNIVERSITY OF UTAH HEALTH   |   CONFIDENTIAL</a:t>
            </a:r>
            <a:endParaRPr lang="en-US">
              <a:solidFill>
                <a:schemeClr val="bg1"/>
              </a:solidFill>
              <a:latin typeface="+mn-lt"/>
            </a:endParaRPr>
          </a:p>
        </p:txBody>
      </p:sp>
      <p:sp>
        <p:nvSpPr>
          <p:cNvPr id="4" name="Text Placeholder 22">
            <a:extLst>
              <a:ext uri="{FF2B5EF4-FFF2-40B4-BE49-F238E27FC236}">
                <a16:creationId xmlns:a16="http://schemas.microsoft.com/office/drawing/2014/main" id="{87BAEF53-E361-3CB6-10C9-7175669DA9B3}"/>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pic>
        <p:nvPicPr>
          <p:cNvPr id="10" name="Graphic 9">
            <a:extLst>
              <a:ext uri="{FF2B5EF4-FFF2-40B4-BE49-F238E27FC236}">
                <a16:creationId xmlns:a16="http://schemas.microsoft.com/office/drawing/2014/main" id="{406A0299-6DF2-304F-03F5-56725945C75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F84A1AD5-69A4-AFD4-5D76-39C83EE97ACD}"/>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40256858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AB505CB-FD1B-EC22-DFB3-C13AFFFE990F}"/>
              </a:ext>
            </a:extLst>
          </p:cNvPr>
          <p:cNvSpPr>
            <a:spLocks noGrp="1"/>
          </p:cNvSpPr>
          <p:nvPr>
            <p:ph type="pic" sz="quarter" idx="22" hasCustomPrompt="1"/>
          </p:nvPr>
        </p:nvSpPr>
        <p:spPr>
          <a:xfrm>
            <a:off x="0" y="0"/>
            <a:ext cx="12192000" cy="6858000"/>
          </a:xfrm>
          <a:solidFill>
            <a:schemeClr val="accent5"/>
          </a:solidFill>
        </p:spPr>
        <p:txBody>
          <a:bodyPr tIns="3840480"/>
          <a:lstStyle>
            <a:lvl1pPr marL="0" indent="0" algn="ctr">
              <a:buNone/>
              <a:defRPr b="1"/>
            </a:lvl1pPr>
          </a:lstStyle>
          <a:p>
            <a:pPr marL="0" marR="0" lvl="0" indent="0" algn="ctr" defTabSz="914400" rtl="0" eaLnBrk="1" fontAlgn="auto" latinLnBrk="0" hangingPunct="1">
              <a:lnSpc>
                <a:spcPct val="95000"/>
              </a:lnSpc>
              <a:spcBef>
                <a:spcPts val="1200"/>
              </a:spcBef>
              <a:spcAft>
                <a:spcPts val="0"/>
              </a:spcAft>
              <a:buClr>
                <a:schemeClr val="accent1"/>
              </a:buClr>
              <a:buSzTx/>
              <a:buFont typeface="Arial" panose="020B0604020202020204" pitchFamily="34" charset="0"/>
              <a:buNone/>
              <a:tabLst/>
              <a:defRPr/>
            </a:pPr>
            <a:r>
              <a:rPr lang="en-US"/>
              <a:t>Click to insert picture</a:t>
            </a:r>
          </a:p>
        </p:txBody>
      </p:sp>
      <p:sp>
        <p:nvSpPr>
          <p:cNvPr id="6" name="Text Placeholder 22">
            <a:extLst>
              <a:ext uri="{FF2B5EF4-FFF2-40B4-BE49-F238E27FC236}">
                <a16:creationId xmlns:a16="http://schemas.microsoft.com/office/drawing/2014/main" id="{31E95AF4-9935-7C78-C86C-CFFADBF1E299}"/>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bg1"/>
                </a:solidFill>
              </a:defRPr>
            </a:lvl1pPr>
          </a:lstStyle>
          <a:p>
            <a:pPr lvl="0"/>
            <a:r>
              <a:rPr lang="en-US" dirty="0"/>
              <a:t>CONFIDENTIAL</a:t>
            </a:r>
          </a:p>
        </p:txBody>
      </p:sp>
      <p:sp>
        <p:nvSpPr>
          <p:cNvPr id="7" name="Text Placeholder 14">
            <a:extLst>
              <a:ext uri="{FF2B5EF4-FFF2-40B4-BE49-F238E27FC236}">
                <a16:creationId xmlns:a16="http://schemas.microsoft.com/office/drawing/2014/main" id="{706E72FA-5EB8-18D0-DFEB-22E8C414C3DE}"/>
              </a:ext>
            </a:extLst>
          </p:cNvPr>
          <p:cNvSpPr>
            <a:spLocks noGrp="1"/>
          </p:cNvSpPr>
          <p:nvPr>
            <p:ph type="body" sz="quarter" idx="19" hasCustomPrompt="1"/>
          </p:nvPr>
        </p:nvSpPr>
        <p:spPr>
          <a:xfrm>
            <a:off x="274320" y="6473952"/>
            <a:ext cx="2286000" cy="155448"/>
          </a:xfrm>
        </p:spPr>
        <p:txBody>
          <a:bodyPr/>
          <a:lstStyle>
            <a:lvl1pPr marL="0" indent="0">
              <a:buFontTx/>
              <a:buNone/>
              <a:defRPr sz="700" spc="70" baseline="0">
                <a:solidFill>
                  <a:schemeClr val="bg1"/>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17" name="Text Placeholder 21">
            <a:extLst>
              <a:ext uri="{FF2B5EF4-FFF2-40B4-BE49-F238E27FC236}">
                <a16:creationId xmlns:a16="http://schemas.microsoft.com/office/drawing/2014/main" id="{479C5379-79FA-0BFF-5528-5BA41038C6B4}"/>
              </a:ext>
            </a:extLst>
          </p:cNvPr>
          <p:cNvSpPr>
            <a:spLocks noGrp="1" noChangeAspect="1"/>
          </p:cNvSpPr>
          <p:nvPr>
            <p:ph type="body" sz="quarter" idx="21" hasCustomPrompt="1"/>
          </p:nvPr>
        </p:nvSpPr>
        <p:spPr>
          <a:xfrm>
            <a:off x="10745399" y="6279815"/>
            <a:ext cx="1114350" cy="29260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
        <p:nvSpPr>
          <p:cNvPr id="18" name="Title 1">
            <a:extLst>
              <a:ext uri="{FF2B5EF4-FFF2-40B4-BE49-F238E27FC236}">
                <a16:creationId xmlns:a16="http://schemas.microsoft.com/office/drawing/2014/main" id="{68D441AD-07E9-7D02-6EF9-484877A5E0DB}"/>
              </a:ext>
            </a:extLst>
          </p:cNvPr>
          <p:cNvSpPr>
            <a:spLocks noGrp="1"/>
          </p:cNvSpPr>
          <p:nvPr>
            <p:ph type="title" hasCustomPrompt="1"/>
          </p:nvPr>
        </p:nvSpPr>
        <p:spPr>
          <a:xfrm>
            <a:off x="838200" y="2002632"/>
            <a:ext cx="10515600" cy="2852737"/>
          </a:xfrm>
        </p:spPr>
        <p:txBody>
          <a:bodyPr anchor="ctr"/>
          <a:lstStyle>
            <a:lvl1pPr algn="ctr">
              <a:defRPr sz="4800" spc="100" baseline="0">
                <a:solidFill>
                  <a:schemeClr val="bg1"/>
                </a:solidFill>
              </a:defRPr>
            </a:lvl1pPr>
          </a:lstStyle>
          <a:p>
            <a:r>
              <a:rPr lang="en-US" dirty="0"/>
              <a:t>Click to edit</a:t>
            </a:r>
            <a:br>
              <a:rPr lang="en-US" dirty="0"/>
            </a:br>
            <a:r>
              <a:rPr lang="en-US" dirty="0"/>
              <a:t>Master title style</a:t>
            </a:r>
            <a:endParaRPr lang="en-GB" dirty="0"/>
          </a:p>
        </p:txBody>
      </p:sp>
    </p:spTree>
    <p:extLst>
      <p:ext uri="{BB962C8B-B14F-4D97-AF65-F5344CB8AC3E}">
        <p14:creationId xmlns:p14="http://schemas.microsoft.com/office/powerpoint/2010/main" val="10962464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amp; Subtitl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2E716AB-0591-9F3E-C705-E51856C95BDF}"/>
              </a:ext>
            </a:extLst>
          </p:cNvPr>
          <p:cNvSpPr>
            <a:spLocks noGrp="1"/>
          </p:cNvSpPr>
          <p:nvPr>
            <p:ph type="title"/>
          </p:nvPr>
        </p:nvSpPr>
        <p:spPr/>
        <p:txBody>
          <a:bodyPr/>
          <a:lstStyle>
            <a:lvl1pPr>
              <a:defRPr sz="4000" spc="100" baseline="0"/>
            </a:lvl1pPr>
          </a:lstStyle>
          <a:p>
            <a:r>
              <a:rPr lang="en-US"/>
              <a:t>Click to edit Master title style</a:t>
            </a:r>
            <a:endParaRPr lang="en-GB" dirty="0"/>
          </a:p>
        </p:txBody>
      </p:sp>
      <p:sp>
        <p:nvSpPr>
          <p:cNvPr id="5" name="Text Placeholder 22">
            <a:extLst>
              <a:ext uri="{FF2B5EF4-FFF2-40B4-BE49-F238E27FC236}">
                <a16:creationId xmlns:a16="http://schemas.microsoft.com/office/drawing/2014/main" id="{B1004F0E-B965-F515-F0A9-614BDEB25E59}"/>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8" name="Text Placeholder 41">
            <a:extLst>
              <a:ext uri="{FF2B5EF4-FFF2-40B4-BE49-F238E27FC236}">
                <a16:creationId xmlns:a16="http://schemas.microsoft.com/office/drawing/2014/main" id="{94918B4B-62A3-C4FC-F234-949B6EF63EFF}"/>
              </a:ext>
            </a:extLst>
          </p:cNvPr>
          <p:cNvSpPr>
            <a:spLocks noGrp="1"/>
          </p:cNvSpPr>
          <p:nvPr>
            <p:ph type="body" sz="quarter" idx="13"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9" name="Text Placeholder 22">
            <a:extLst>
              <a:ext uri="{FF2B5EF4-FFF2-40B4-BE49-F238E27FC236}">
                <a16:creationId xmlns:a16="http://schemas.microsoft.com/office/drawing/2014/main" id="{1ECF3413-BB91-EBA4-1384-CFB66B773A2C}"/>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2" name="Graphic 11">
            <a:extLst>
              <a:ext uri="{FF2B5EF4-FFF2-40B4-BE49-F238E27FC236}">
                <a16:creationId xmlns:a16="http://schemas.microsoft.com/office/drawing/2014/main" id="{A77DA63E-987A-2270-1D1E-418C200289A7}"/>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B7473D8C-8144-CE13-ABFE-278F190996E0}"/>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6820469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2E716AB-0591-9F3E-C705-E51856C95BDF}"/>
              </a:ext>
            </a:extLst>
          </p:cNvPr>
          <p:cNvSpPr>
            <a:spLocks noGrp="1"/>
          </p:cNvSpPr>
          <p:nvPr>
            <p:ph type="title"/>
          </p:nvPr>
        </p:nvSpPr>
        <p:spPr/>
        <p:txBody>
          <a:bodyPr/>
          <a:lstStyle>
            <a:lvl1pPr>
              <a:defRPr sz="4000" spc="100" baseline="0"/>
            </a:lvl1pPr>
          </a:lstStyle>
          <a:p>
            <a:r>
              <a:rPr lang="en-US"/>
              <a:t>Click to edit Master title style</a:t>
            </a:r>
            <a:endParaRPr lang="en-GB" dirty="0"/>
          </a:p>
        </p:txBody>
      </p:sp>
      <p:sp>
        <p:nvSpPr>
          <p:cNvPr id="38" name="Text Placeholder 37">
            <a:extLst>
              <a:ext uri="{FF2B5EF4-FFF2-40B4-BE49-F238E27FC236}">
                <a16:creationId xmlns:a16="http://schemas.microsoft.com/office/drawing/2014/main" id="{05876085-8857-A72F-059F-41E97ADD84B8}"/>
              </a:ext>
            </a:extLst>
          </p:cNvPr>
          <p:cNvSpPr>
            <a:spLocks noGrp="1"/>
          </p:cNvSpPr>
          <p:nvPr>
            <p:ph type="body" sz="quarter" idx="12"/>
          </p:nvPr>
        </p:nvSpPr>
        <p:spPr>
          <a:xfrm>
            <a:off x="2132076" y="1627632"/>
            <a:ext cx="7927848" cy="4178808"/>
          </a:xfrm>
        </p:spPr>
        <p:txBody>
          <a:bodyPr numCol="1" anchor="ctr" anchorCtr="0">
            <a:noAutofit/>
          </a:bodyPr>
          <a:lstStyle>
            <a:lvl1pPr>
              <a:spcBef>
                <a:spcPts val="2400"/>
              </a:spcBef>
              <a:defRPr sz="1800"/>
            </a:lvl1pPr>
            <a:lvl2pPr>
              <a:spcBef>
                <a:spcPts val="2400"/>
              </a:spcBef>
              <a:defRPr sz="1800"/>
            </a:lvl2pPr>
            <a:lvl3pPr>
              <a:spcBef>
                <a:spcPts val="2400"/>
              </a:spcBef>
              <a:defRPr sz="1800"/>
            </a:lvl3pPr>
            <a:lvl4pPr>
              <a:spcBef>
                <a:spcPts val="2400"/>
              </a:spcBef>
              <a:defRPr sz="1800"/>
            </a:lvl4pPr>
            <a:lvl5pPr>
              <a:spcBef>
                <a:spcPts val="2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2" name="Text Placeholder 41">
            <a:extLst>
              <a:ext uri="{FF2B5EF4-FFF2-40B4-BE49-F238E27FC236}">
                <a16:creationId xmlns:a16="http://schemas.microsoft.com/office/drawing/2014/main" id="{2B9AA718-AD1E-26F1-9F12-15F7A289AD46}"/>
              </a:ext>
            </a:extLst>
          </p:cNvPr>
          <p:cNvSpPr>
            <a:spLocks noGrp="1"/>
          </p:cNvSpPr>
          <p:nvPr>
            <p:ph type="body" sz="quarter" idx="13"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10" name="Text Placeholder 22">
            <a:extLst>
              <a:ext uri="{FF2B5EF4-FFF2-40B4-BE49-F238E27FC236}">
                <a16:creationId xmlns:a16="http://schemas.microsoft.com/office/drawing/2014/main" id="{33AEB84E-AEF6-5641-BF01-68258E59AE25}"/>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5" name="Text Placeholder 22">
            <a:extLst>
              <a:ext uri="{FF2B5EF4-FFF2-40B4-BE49-F238E27FC236}">
                <a16:creationId xmlns:a16="http://schemas.microsoft.com/office/drawing/2014/main" id="{0C3C0E0C-B82F-4930-2B9B-DD28C7E3D11E}"/>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6" name="Graphic 15">
            <a:extLst>
              <a:ext uri="{FF2B5EF4-FFF2-40B4-BE49-F238E27FC236}">
                <a16:creationId xmlns:a16="http://schemas.microsoft.com/office/drawing/2014/main" id="{E14877B0-B980-F288-420F-358722826D5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1B7DFFE0-27CE-8808-AF51-38B986A8AE71}"/>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389796548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1 Column No Bullets">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2E716AB-0591-9F3E-C705-E51856C95BDF}"/>
              </a:ext>
            </a:extLst>
          </p:cNvPr>
          <p:cNvSpPr>
            <a:spLocks noGrp="1"/>
          </p:cNvSpPr>
          <p:nvPr>
            <p:ph type="title"/>
          </p:nvPr>
        </p:nvSpPr>
        <p:spPr/>
        <p:txBody>
          <a:bodyPr/>
          <a:lstStyle>
            <a:lvl1pPr>
              <a:defRPr sz="4000" spc="100" baseline="0"/>
            </a:lvl1pPr>
          </a:lstStyle>
          <a:p>
            <a:r>
              <a:rPr lang="en-US"/>
              <a:t>Click to edit Master title style</a:t>
            </a:r>
            <a:endParaRPr lang="en-GB" dirty="0"/>
          </a:p>
        </p:txBody>
      </p:sp>
      <p:sp>
        <p:nvSpPr>
          <p:cNvPr id="38" name="Text Placeholder 37">
            <a:extLst>
              <a:ext uri="{FF2B5EF4-FFF2-40B4-BE49-F238E27FC236}">
                <a16:creationId xmlns:a16="http://schemas.microsoft.com/office/drawing/2014/main" id="{05876085-8857-A72F-059F-41E97ADD84B8}"/>
              </a:ext>
            </a:extLst>
          </p:cNvPr>
          <p:cNvSpPr>
            <a:spLocks noGrp="1"/>
          </p:cNvSpPr>
          <p:nvPr>
            <p:ph type="body" sz="quarter" idx="12"/>
          </p:nvPr>
        </p:nvSpPr>
        <p:spPr>
          <a:xfrm>
            <a:off x="2132076" y="1627632"/>
            <a:ext cx="7927848" cy="4178808"/>
          </a:xfrm>
        </p:spPr>
        <p:txBody>
          <a:bodyPr numCol="1" anchor="ctr" anchorCtr="0">
            <a:noAutofit/>
          </a:bodyPr>
          <a:lstStyle>
            <a:lvl1pPr marL="0" indent="0">
              <a:spcBef>
                <a:spcPts val="2400"/>
              </a:spcBef>
              <a:buFontTx/>
              <a:buNone/>
              <a:defRPr sz="1800"/>
            </a:lvl1pPr>
            <a:lvl2pPr marL="457200" indent="0">
              <a:spcBef>
                <a:spcPts val="2400"/>
              </a:spcBef>
              <a:buFontTx/>
              <a:buNone/>
              <a:defRPr sz="1800"/>
            </a:lvl2pPr>
            <a:lvl3pPr marL="914400" indent="0">
              <a:spcBef>
                <a:spcPts val="2400"/>
              </a:spcBef>
              <a:buFontTx/>
              <a:buNone/>
              <a:defRPr sz="1800"/>
            </a:lvl3pPr>
            <a:lvl4pPr marL="1371600" indent="0">
              <a:spcBef>
                <a:spcPts val="2400"/>
              </a:spcBef>
              <a:buFontTx/>
              <a:buNone/>
              <a:defRPr sz="1800"/>
            </a:lvl4pPr>
            <a:lvl5pPr marL="1828800" indent="0">
              <a:spcBef>
                <a:spcPts val="2400"/>
              </a:spcBef>
              <a:buFontTx/>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2" name="Text Placeholder 41">
            <a:extLst>
              <a:ext uri="{FF2B5EF4-FFF2-40B4-BE49-F238E27FC236}">
                <a16:creationId xmlns:a16="http://schemas.microsoft.com/office/drawing/2014/main" id="{2B9AA718-AD1E-26F1-9F12-15F7A289AD46}"/>
              </a:ext>
            </a:extLst>
          </p:cNvPr>
          <p:cNvSpPr>
            <a:spLocks noGrp="1"/>
          </p:cNvSpPr>
          <p:nvPr>
            <p:ph type="body" sz="quarter" idx="13"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10" name="Text Placeholder 22">
            <a:extLst>
              <a:ext uri="{FF2B5EF4-FFF2-40B4-BE49-F238E27FC236}">
                <a16:creationId xmlns:a16="http://schemas.microsoft.com/office/drawing/2014/main" id="{33AEB84E-AEF6-5641-BF01-68258E59AE25}"/>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3" name="Text Placeholder 22">
            <a:extLst>
              <a:ext uri="{FF2B5EF4-FFF2-40B4-BE49-F238E27FC236}">
                <a16:creationId xmlns:a16="http://schemas.microsoft.com/office/drawing/2014/main" id="{C9136403-8F22-27C8-A19C-119533D18FD0}"/>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4" name="Graphic 13">
            <a:extLst>
              <a:ext uri="{FF2B5EF4-FFF2-40B4-BE49-F238E27FC236}">
                <a16:creationId xmlns:a16="http://schemas.microsoft.com/office/drawing/2014/main" id="{BA000CE9-FE92-AE04-C7C0-374A7BEB2A9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0AED85C0-748F-C3C8-226A-990BC6E82590}"/>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205320946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2E716AB-0591-9F3E-C705-E51856C95BDF}"/>
              </a:ext>
            </a:extLst>
          </p:cNvPr>
          <p:cNvSpPr>
            <a:spLocks noGrp="1"/>
          </p:cNvSpPr>
          <p:nvPr>
            <p:ph type="title"/>
          </p:nvPr>
        </p:nvSpPr>
        <p:spPr/>
        <p:txBody>
          <a:bodyPr/>
          <a:lstStyle>
            <a:lvl1pPr>
              <a:defRPr sz="4000" spc="100" baseline="0"/>
            </a:lvl1pPr>
          </a:lstStyle>
          <a:p>
            <a:r>
              <a:rPr lang="en-US"/>
              <a:t>Click to edit Master title style</a:t>
            </a:r>
            <a:endParaRPr lang="en-GB" dirty="0"/>
          </a:p>
        </p:txBody>
      </p:sp>
      <p:sp>
        <p:nvSpPr>
          <p:cNvPr id="38" name="Text Placeholder 37">
            <a:extLst>
              <a:ext uri="{FF2B5EF4-FFF2-40B4-BE49-F238E27FC236}">
                <a16:creationId xmlns:a16="http://schemas.microsoft.com/office/drawing/2014/main" id="{05876085-8857-A72F-059F-41E97ADD84B8}"/>
              </a:ext>
            </a:extLst>
          </p:cNvPr>
          <p:cNvSpPr>
            <a:spLocks noGrp="1"/>
          </p:cNvSpPr>
          <p:nvPr>
            <p:ph type="body" sz="quarter" idx="12"/>
          </p:nvPr>
        </p:nvSpPr>
        <p:spPr>
          <a:xfrm>
            <a:off x="905256" y="1627632"/>
            <a:ext cx="4846320" cy="4178808"/>
          </a:xfrm>
        </p:spPr>
        <p:txBody>
          <a:bodyPr anchor="t" anchorCtr="0">
            <a:noAutofit/>
          </a:bodyPr>
          <a:lstStyle>
            <a:lvl1pPr>
              <a:spcBef>
                <a:spcPts val="2400"/>
              </a:spcBef>
              <a:defRPr sz="1800"/>
            </a:lvl1pPr>
            <a:lvl2pPr>
              <a:spcBef>
                <a:spcPts val="2400"/>
              </a:spcBef>
              <a:defRPr sz="1800"/>
            </a:lvl2pPr>
            <a:lvl3pPr>
              <a:spcBef>
                <a:spcPts val="2400"/>
              </a:spcBef>
              <a:defRPr sz="1800"/>
            </a:lvl3pPr>
            <a:lvl4pPr>
              <a:spcBef>
                <a:spcPts val="2400"/>
              </a:spcBef>
              <a:defRPr sz="1800"/>
            </a:lvl4pPr>
            <a:lvl5pPr>
              <a:spcBef>
                <a:spcPts val="2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2" name="Text Placeholder 41">
            <a:extLst>
              <a:ext uri="{FF2B5EF4-FFF2-40B4-BE49-F238E27FC236}">
                <a16:creationId xmlns:a16="http://schemas.microsoft.com/office/drawing/2014/main" id="{2B9AA718-AD1E-26F1-9F12-15F7A289AD46}"/>
              </a:ext>
            </a:extLst>
          </p:cNvPr>
          <p:cNvSpPr>
            <a:spLocks noGrp="1"/>
          </p:cNvSpPr>
          <p:nvPr>
            <p:ph type="body" sz="quarter" idx="13"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3" name="Text Placeholder 37">
            <a:extLst>
              <a:ext uri="{FF2B5EF4-FFF2-40B4-BE49-F238E27FC236}">
                <a16:creationId xmlns:a16="http://schemas.microsoft.com/office/drawing/2014/main" id="{53623D7D-7A03-BD79-254A-1CCB09D0088A}"/>
              </a:ext>
            </a:extLst>
          </p:cNvPr>
          <p:cNvSpPr>
            <a:spLocks noGrp="1"/>
          </p:cNvSpPr>
          <p:nvPr>
            <p:ph type="body" sz="quarter" idx="15"/>
          </p:nvPr>
        </p:nvSpPr>
        <p:spPr>
          <a:xfrm>
            <a:off x="6327648" y="1627632"/>
            <a:ext cx="4846320" cy="4178808"/>
          </a:xfrm>
        </p:spPr>
        <p:txBody>
          <a:bodyPr anchor="t" anchorCtr="0">
            <a:noAutofit/>
          </a:bodyPr>
          <a:lstStyle>
            <a:lvl1pPr>
              <a:spcBef>
                <a:spcPts val="2400"/>
              </a:spcBef>
              <a:defRPr sz="1800"/>
            </a:lvl1pPr>
            <a:lvl2pPr>
              <a:spcBef>
                <a:spcPts val="2400"/>
              </a:spcBef>
              <a:defRPr sz="1800"/>
            </a:lvl2pPr>
            <a:lvl3pPr>
              <a:spcBef>
                <a:spcPts val="2400"/>
              </a:spcBef>
              <a:defRPr sz="1800"/>
            </a:lvl3pPr>
            <a:lvl4pPr>
              <a:spcBef>
                <a:spcPts val="2400"/>
              </a:spcBef>
              <a:defRPr sz="1800"/>
            </a:lvl4pPr>
            <a:lvl5pPr>
              <a:spcBef>
                <a:spcPts val="2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22">
            <a:extLst>
              <a:ext uri="{FF2B5EF4-FFF2-40B4-BE49-F238E27FC236}">
                <a16:creationId xmlns:a16="http://schemas.microsoft.com/office/drawing/2014/main" id="{0566B743-B5B2-2036-BEC3-DBBE223959E6}"/>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6" name="Text Placeholder 22">
            <a:extLst>
              <a:ext uri="{FF2B5EF4-FFF2-40B4-BE49-F238E27FC236}">
                <a16:creationId xmlns:a16="http://schemas.microsoft.com/office/drawing/2014/main" id="{6B0C51D9-ADFC-1E6A-C41D-9B3AAD894F0B}"/>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7" name="Graphic 16">
            <a:extLst>
              <a:ext uri="{FF2B5EF4-FFF2-40B4-BE49-F238E27FC236}">
                <a16:creationId xmlns:a16="http://schemas.microsoft.com/office/drawing/2014/main" id="{0E5380BD-76BB-DA65-8A6E-725E1A03264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E6C1FB87-83B2-BC70-87C2-361CE69078A7}"/>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23632965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2E716AB-0591-9F3E-C705-E51856C95BDF}"/>
              </a:ext>
            </a:extLst>
          </p:cNvPr>
          <p:cNvSpPr>
            <a:spLocks noGrp="1"/>
          </p:cNvSpPr>
          <p:nvPr>
            <p:ph type="title"/>
          </p:nvPr>
        </p:nvSpPr>
        <p:spPr/>
        <p:txBody>
          <a:bodyPr/>
          <a:lstStyle>
            <a:lvl1pPr>
              <a:defRPr sz="4000" spc="100" baseline="0"/>
            </a:lvl1pPr>
          </a:lstStyle>
          <a:p>
            <a:r>
              <a:rPr lang="en-US"/>
              <a:t>Click to edit Master title style</a:t>
            </a:r>
            <a:endParaRPr lang="en-GB" dirty="0"/>
          </a:p>
        </p:txBody>
      </p:sp>
      <p:sp>
        <p:nvSpPr>
          <p:cNvPr id="38" name="Text Placeholder 37">
            <a:extLst>
              <a:ext uri="{FF2B5EF4-FFF2-40B4-BE49-F238E27FC236}">
                <a16:creationId xmlns:a16="http://schemas.microsoft.com/office/drawing/2014/main" id="{05876085-8857-A72F-059F-41E97ADD84B8}"/>
              </a:ext>
            </a:extLst>
          </p:cNvPr>
          <p:cNvSpPr>
            <a:spLocks noGrp="1"/>
          </p:cNvSpPr>
          <p:nvPr>
            <p:ph type="body" sz="quarter" idx="12"/>
          </p:nvPr>
        </p:nvSpPr>
        <p:spPr>
          <a:xfrm>
            <a:off x="905256" y="2066173"/>
            <a:ext cx="4663440" cy="3696619"/>
          </a:xfrm>
        </p:spPr>
        <p:txBody>
          <a:bodyPr anchor="t" anchorCtr="0">
            <a:noAutofit/>
          </a:bodyPr>
          <a:lstStyle>
            <a:lvl1pPr marL="0" indent="0">
              <a:spcBef>
                <a:spcPts val="2400"/>
              </a:spcBef>
              <a:buFontTx/>
              <a:buNone/>
              <a:defRPr sz="1800"/>
            </a:lvl1pPr>
            <a:lvl2pPr marL="457200" indent="0">
              <a:spcBef>
                <a:spcPts val="2400"/>
              </a:spcBef>
              <a:buFontTx/>
              <a:buNone/>
              <a:defRPr sz="1800"/>
            </a:lvl2pPr>
            <a:lvl3pPr marL="914400" indent="0">
              <a:spcBef>
                <a:spcPts val="2400"/>
              </a:spcBef>
              <a:buFontTx/>
              <a:buNone/>
              <a:defRPr sz="1800"/>
            </a:lvl3pPr>
            <a:lvl4pPr marL="1371600" indent="0">
              <a:spcBef>
                <a:spcPts val="2400"/>
              </a:spcBef>
              <a:buFontTx/>
              <a:buNone/>
              <a:defRPr sz="1800"/>
            </a:lvl4pPr>
            <a:lvl5pPr marL="1828800" indent="0">
              <a:spcBef>
                <a:spcPts val="2400"/>
              </a:spcBef>
              <a:buFontTx/>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2" name="Text Placeholder 41">
            <a:extLst>
              <a:ext uri="{FF2B5EF4-FFF2-40B4-BE49-F238E27FC236}">
                <a16:creationId xmlns:a16="http://schemas.microsoft.com/office/drawing/2014/main" id="{2B9AA718-AD1E-26F1-9F12-15F7A289AD46}"/>
              </a:ext>
            </a:extLst>
          </p:cNvPr>
          <p:cNvSpPr>
            <a:spLocks noGrp="1"/>
          </p:cNvSpPr>
          <p:nvPr>
            <p:ph type="body" sz="quarter" idx="13"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3" name="Text Placeholder 37">
            <a:extLst>
              <a:ext uri="{FF2B5EF4-FFF2-40B4-BE49-F238E27FC236}">
                <a16:creationId xmlns:a16="http://schemas.microsoft.com/office/drawing/2014/main" id="{53623D7D-7A03-BD79-254A-1CCB09D0088A}"/>
              </a:ext>
            </a:extLst>
          </p:cNvPr>
          <p:cNvSpPr>
            <a:spLocks noGrp="1"/>
          </p:cNvSpPr>
          <p:nvPr>
            <p:ph type="body" sz="quarter" idx="15"/>
          </p:nvPr>
        </p:nvSpPr>
        <p:spPr>
          <a:xfrm>
            <a:off x="6327648" y="2066173"/>
            <a:ext cx="4663440" cy="3696619"/>
          </a:xfrm>
        </p:spPr>
        <p:txBody>
          <a:bodyPr anchor="t" anchorCtr="0">
            <a:noAutofit/>
          </a:bodyPr>
          <a:lstStyle>
            <a:lvl1pPr marL="0" indent="0">
              <a:spcBef>
                <a:spcPts val="2400"/>
              </a:spcBef>
              <a:buFontTx/>
              <a:buNone/>
              <a:defRPr sz="1800"/>
            </a:lvl1pPr>
            <a:lvl2pPr marL="457200" indent="0">
              <a:spcBef>
                <a:spcPts val="2400"/>
              </a:spcBef>
              <a:buFontTx/>
              <a:buNone/>
              <a:defRPr sz="1800"/>
            </a:lvl2pPr>
            <a:lvl3pPr marL="914400" indent="0">
              <a:spcBef>
                <a:spcPts val="2400"/>
              </a:spcBef>
              <a:buFontTx/>
              <a:buNone/>
              <a:defRPr sz="1800"/>
            </a:lvl3pPr>
            <a:lvl4pPr marL="1371600" indent="0">
              <a:spcBef>
                <a:spcPts val="2400"/>
              </a:spcBef>
              <a:buFontTx/>
              <a:buNone/>
              <a:defRPr sz="1800"/>
            </a:lvl4pPr>
            <a:lvl5pPr marL="1828800" indent="0">
              <a:spcBef>
                <a:spcPts val="2400"/>
              </a:spcBef>
              <a:buFontTx/>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22">
            <a:extLst>
              <a:ext uri="{FF2B5EF4-FFF2-40B4-BE49-F238E27FC236}">
                <a16:creationId xmlns:a16="http://schemas.microsoft.com/office/drawing/2014/main" id="{0566B743-B5B2-2036-BEC3-DBBE223959E6}"/>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0" name="Text Placeholder 22">
            <a:extLst>
              <a:ext uri="{FF2B5EF4-FFF2-40B4-BE49-F238E27FC236}">
                <a16:creationId xmlns:a16="http://schemas.microsoft.com/office/drawing/2014/main" id="{854C693F-46E0-7C31-CC70-A9CD277ABC57}"/>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4" name="Graphic 13">
            <a:extLst>
              <a:ext uri="{FF2B5EF4-FFF2-40B4-BE49-F238E27FC236}">
                <a16:creationId xmlns:a16="http://schemas.microsoft.com/office/drawing/2014/main" id="{2B491EE2-936E-D68F-8FC0-501CA7471C8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C3F1627B-A5E4-98C9-0C3E-10E7868AF43F}"/>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104484572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2 Rows No Bullets">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05876085-8857-A72F-059F-41E97ADD84B8}"/>
              </a:ext>
            </a:extLst>
          </p:cNvPr>
          <p:cNvSpPr>
            <a:spLocks noGrp="1"/>
          </p:cNvSpPr>
          <p:nvPr>
            <p:ph type="body" sz="quarter" idx="12" hasCustomPrompt="1"/>
          </p:nvPr>
        </p:nvSpPr>
        <p:spPr>
          <a:xfrm>
            <a:off x="3657600" y="2048256"/>
            <a:ext cx="5349240" cy="1581912"/>
          </a:xfrm>
        </p:spPr>
        <p:txBody>
          <a:bodyPr>
            <a:noAutofit/>
          </a:bodyPr>
          <a:lstStyle>
            <a:lvl1pPr marL="0" indent="0">
              <a:spcBef>
                <a:spcPts val="600"/>
              </a:spcBef>
              <a:buNone/>
              <a:defRPr sz="2000" b="1"/>
            </a:lvl1pPr>
            <a:lvl2pPr marL="0" indent="0">
              <a:spcBef>
                <a:spcPts val="600"/>
              </a:spcBef>
              <a:buNone/>
              <a:defRPr sz="1800"/>
            </a:lvl2pPr>
          </a:lstStyle>
          <a:p>
            <a:pPr lvl="0"/>
            <a:r>
              <a:rPr lang="en-US" dirty="0"/>
              <a:t>Click to edit master text styles</a:t>
            </a:r>
          </a:p>
          <a:p>
            <a:pPr lvl="1"/>
            <a:r>
              <a:rPr lang="en-US" dirty="0"/>
              <a:t>Second level</a:t>
            </a:r>
          </a:p>
        </p:txBody>
      </p:sp>
      <p:sp>
        <p:nvSpPr>
          <p:cNvPr id="20" name="Text Placeholder 37">
            <a:extLst>
              <a:ext uri="{FF2B5EF4-FFF2-40B4-BE49-F238E27FC236}">
                <a16:creationId xmlns:a16="http://schemas.microsoft.com/office/drawing/2014/main" id="{12D8C380-D62E-5885-F6DE-7AACCF76C631}"/>
              </a:ext>
            </a:extLst>
          </p:cNvPr>
          <p:cNvSpPr>
            <a:spLocks noGrp="1"/>
          </p:cNvSpPr>
          <p:nvPr>
            <p:ph type="body" sz="quarter" idx="15" hasCustomPrompt="1"/>
          </p:nvPr>
        </p:nvSpPr>
        <p:spPr>
          <a:xfrm>
            <a:off x="3657600" y="3950208"/>
            <a:ext cx="5349240" cy="1581912"/>
          </a:xfrm>
        </p:spPr>
        <p:txBody>
          <a:bodyPr>
            <a:noAutofit/>
          </a:bodyPr>
          <a:lstStyle>
            <a:lvl1pPr marL="0" indent="0">
              <a:spcBef>
                <a:spcPts val="600"/>
              </a:spcBef>
              <a:buNone/>
              <a:defRPr sz="2000" b="1"/>
            </a:lvl1pPr>
            <a:lvl2pPr marL="0" indent="0">
              <a:spcBef>
                <a:spcPts val="600"/>
              </a:spcBef>
              <a:buNone/>
              <a:defRPr sz="1800"/>
            </a:lvl2pPr>
          </a:lstStyle>
          <a:p>
            <a:pPr lvl="0"/>
            <a:r>
              <a:rPr lang="en-US" dirty="0"/>
              <a:t>Click to edit master text styles</a:t>
            </a:r>
          </a:p>
          <a:p>
            <a:pPr lvl="1"/>
            <a:r>
              <a:rPr lang="en-US" dirty="0"/>
              <a:t>Second level</a:t>
            </a:r>
          </a:p>
        </p:txBody>
      </p:sp>
      <p:sp>
        <p:nvSpPr>
          <p:cNvPr id="21" name="Title 10">
            <a:extLst>
              <a:ext uri="{FF2B5EF4-FFF2-40B4-BE49-F238E27FC236}">
                <a16:creationId xmlns:a16="http://schemas.microsoft.com/office/drawing/2014/main" id="{62AA8CB7-B42A-89F3-CAD9-9D5428889FF8}"/>
              </a:ext>
            </a:extLst>
          </p:cNvPr>
          <p:cNvSpPr>
            <a:spLocks noGrp="1"/>
          </p:cNvSpPr>
          <p:nvPr>
            <p:ph type="title"/>
          </p:nvPr>
        </p:nvSpPr>
        <p:spPr>
          <a:xfrm>
            <a:off x="365760" y="365760"/>
            <a:ext cx="10958513" cy="504000"/>
          </a:xfrm>
        </p:spPr>
        <p:txBody>
          <a:bodyPr/>
          <a:lstStyle>
            <a:lvl1pPr>
              <a:defRPr sz="4000" spc="100" baseline="0"/>
            </a:lvl1pPr>
          </a:lstStyle>
          <a:p>
            <a:r>
              <a:rPr lang="en-US"/>
              <a:t>Click to edit Master title style</a:t>
            </a:r>
            <a:endParaRPr lang="en-GB" dirty="0"/>
          </a:p>
        </p:txBody>
      </p:sp>
      <p:sp>
        <p:nvSpPr>
          <p:cNvPr id="22" name="Text Placeholder 41">
            <a:extLst>
              <a:ext uri="{FF2B5EF4-FFF2-40B4-BE49-F238E27FC236}">
                <a16:creationId xmlns:a16="http://schemas.microsoft.com/office/drawing/2014/main" id="{64E0978F-3F43-BB61-D362-2D2C24505B83}"/>
              </a:ext>
            </a:extLst>
          </p:cNvPr>
          <p:cNvSpPr>
            <a:spLocks noGrp="1"/>
          </p:cNvSpPr>
          <p:nvPr>
            <p:ph type="body" sz="quarter" idx="13" hasCustomPrompt="1"/>
          </p:nvPr>
        </p:nvSpPr>
        <p:spPr>
          <a:xfrm>
            <a:off x="365760" y="1097280"/>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11" name="Text Placeholder 22">
            <a:extLst>
              <a:ext uri="{FF2B5EF4-FFF2-40B4-BE49-F238E27FC236}">
                <a16:creationId xmlns:a16="http://schemas.microsoft.com/office/drawing/2014/main" id="{670B787C-F428-7475-BEFD-2AEA70D2E3F1}"/>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6" name="Text Placeholder 22">
            <a:extLst>
              <a:ext uri="{FF2B5EF4-FFF2-40B4-BE49-F238E27FC236}">
                <a16:creationId xmlns:a16="http://schemas.microsoft.com/office/drawing/2014/main" id="{04AE5322-31F4-76C3-2E80-8F7AA84FE832}"/>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7" name="Graphic 16">
            <a:extLst>
              <a:ext uri="{FF2B5EF4-FFF2-40B4-BE49-F238E27FC236}">
                <a16:creationId xmlns:a16="http://schemas.microsoft.com/office/drawing/2014/main" id="{FF5F5712-592F-7103-83B3-C35733E72A8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3D79A07E-9D82-1FA6-6A43-491338803AD0}"/>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232834720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DABE5E8-0CC9-9DB9-BE83-7986CB21B102}"/>
              </a:ext>
            </a:extLst>
          </p:cNvPr>
          <p:cNvSpPr>
            <a:spLocks noGrp="1"/>
          </p:cNvSpPr>
          <p:nvPr>
            <p:ph sz="quarter" idx="14"/>
          </p:nvPr>
        </p:nvSpPr>
        <p:spPr>
          <a:xfrm>
            <a:off x="901701" y="1616400"/>
            <a:ext cx="10387012" cy="4195762"/>
          </a:xfrm>
        </p:spPr>
        <p:txBody>
          <a:bodyPr/>
          <a:lstStyle>
            <a:lvl1pPr marL="0" indent="0">
              <a:buFontTx/>
              <a:buNone/>
              <a:defRPr sz="180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itle 10">
            <a:extLst>
              <a:ext uri="{FF2B5EF4-FFF2-40B4-BE49-F238E27FC236}">
                <a16:creationId xmlns:a16="http://schemas.microsoft.com/office/drawing/2014/main" id="{AEC37EA4-B1C7-CE41-BDA0-FB18689432FB}"/>
              </a:ext>
            </a:extLst>
          </p:cNvPr>
          <p:cNvSpPr>
            <a:spLocks noGrp="1"/>
          </p:cNvSpPr>
          <p:nvPr>
            <p:ph type="title"/>
          </p:nvPr>
        </p:nvSpPr>
        <p:spPr>
          <a:xfrm>
            <a:off x="365760" y="365760"/>
            <a:ext cx="10958513" cy="504000"/>
          </a:xfrm>
        </p:spPr>
        <p:txBody>
          <a:bodyPr/>
          <a:lstStyle>
            <a:lvl1pPr>
              <a:defRPr sz="4000" spc="100" baseline="0"/>
            </a:lvl1pPr>
          </a:lstStyle>
          <a:p>
            <a:r>
              <a:rPr lang="en-US"/>
              <a:t>Click to edit Master title style</a:t>
            </a:r>
            <a:endParaRPr lang="en-GB" dirty="0"/>
          </a:p>
        </p:txBody>
      </p:sp>
      <p:sp>
        <p:nvSpPr>
          <p:cNvPr id="23" name="Text Placeholder 41">
            <a:extLst>
              <a:ext uri="{FF2B5EF4-FFF2-40B4-BE49-F238E27FC236}">
                <a16:creationId xmlns:a16="http://schemas.microsoft.com/office/drawing/2014/main" id="{2B1E35B4-82B6-BEFB-267C-5D807AC10490}"/>
              </a:ext>
            </a:extLst>
          </p:cNvPr>
          <p:cNvSpPr>
            <a:spLocks noGrp="1"/>
          </p:cNvSpPr>
          <p:nvPr>
            <p:ph type="body" sz="quarter" idx="13"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3" name="Text Placeholder 22">
            <a:extLst>
              <a:ext uri="{FF2B5EF4-FFF2-40B4-BE49-F238E27FC236}">
                <a16:creationId xmlns:a16="http://schemas.microsoft.com/office/drawing/2014/main" id="{B954005D-9D0C-79BE-BDFF-EBE8804AE1D9}"/>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3" name="Text Placeholder 22">
            <a:extLst>
              <a:ext uri="{FF2B5EF4-FFF2-40B4-BE49-F238E27FC236}">
                <a16:creationId xmlns:a16="http://schemas.microsoft.com/office/drawing/2014/main" id="{79CDCA7E-26FB-7BFD-C5BB-D756E0DD4646}"/>
              </a:ext>
            </a:extLst>
          </p:cNvPr>
          <p:cNvSpPr>
            <a:spLocks noGrp="1"/>
          </p:cNvSpPr>
          <p:nvPr>
            <p:ph type="body" sz="quarter" idx="22"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4" name="Graphic 13">
            <a:extLst>
              <a:ext uri="{FF2B5EF4-FFF2-40B4-BE49-F238E27FC236}">
                <a16:creationId xmlns:a16="http://schemas.microsoft.com/office/drawing/2014/main" id="{6721C146-AB45-7528-B07A-4CC90425BC9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8967E0DC-31F0-6BE9-315A-2C4A8478BA65}"/>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23973010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a - Content &amp; Imag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3AAA48B3-0D7E-D822-4FA7-3C0BF04C0637}"/>
              </a:ext>
            </a:extLst>
          </p:cNvPr>
          <p:cNvSpPr>
            <a:spLocks noGrp="1"/>
          </p:cNvSpPr>
          <p:nvPr>
            <p:ph type="body" sz="quarter" idx="12"/>
          </p:nvPr>
        </p:nvSpPr>
        <p:spPr>
          <a:xfrm>
            <a:off x="901700" y="1627632"/>
            <a:ext cx="4846320" cy="4178808"/>
          </a:xfrm>
        </p:spPr>
        <p:txBody>
          <a:bodyPr anchor="ctr" anchorCtr="0"/>
          <a:lstStyle>
            <a:lvl1pPr>
              <a:spcBef>
                <a:spcPts val="2400"/>
              </a:spcBef>
              <a:defRPr sz="1800"/>
            </a:lvl1pPr>
            <a:lvl2pPr>
              <a:spcBef>
                <a:spcPts val="2400"/>
              </a:spcBef>
              <a:defRPr sz="1800"/>
            </a:lvl2pPr>
            <a:lvl3pPr>
              <a:spcBef>
                <a:spcPts val="2400"/>
              </a:spcBef>
              <a:defRPr sz="1800"/>
            </a:lvl3pPr>
            <a:lvl4pPr>
              <a:spcBef>
                <a:spcPts val="2400"/>
              </a:spcBef>
              <a:defRPr sz="1800"/>
            </a:lvl4pPr>
            <a:lvl5pPr>
              <a:spcBef>
                <a:spcPts val="2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itle 10">
            <a:extLst>
              <a:ext uri="{FF2B5EF4-FFF2-40B4-BE49-F238E27FC236}">
                <a16:creationId xmlns:a16="http://schemas.microsoft.com/office/drawing/2014/main" id="{CC404518-79F1-9916-B1CA-D2030B5BA739}"/>
              </a:ext>
            </a:extLst>
          </p:cNvPr>
          <p:cNvSpPr>
            <a:spLocks noGrp="1"/>
          </p:cNvSpPr>
          <p:nvPr>
            <p:ph type="title"/>
          </p:nvPr>
        </p:nvSpPr>
        <p:spPr>
          <a:xfrm>
            <a:off x="365760" y="365760"/>
            <a:ext cx="10958513" cy="504000"/>
          </a:xfrm>
        </p:spPr>
        <p:txBody>
          <a:bodyPr/>
          <a:lstStyle>
            <a:lvl1pPr>
              <a:defRPr sz="4000" spc="100" baseline="0"/>
            </a:lvl1pPr>
          </a:lstStyle>
          <a:p>
            <a:r>
              <a:rPr lang="en-US"/>
              <a:t>Click to edit Master title style</a:t>
            </a:r>
            <a:endParaRPr lang="en-GB" dirty="0"/>
          </a:p>
        </p:txBody>
      </p:sp>
      <p:sp>
        <p:nvSpPr>
          <p:cNvPr id="16" name="Text Placeholder 41">
            <a:extLst>
              <a:ext uri="{FF2B5EF4-FFF2-40B4-BE49-F238E27FC236}">
                <a16:creationId xmlns:a16="http://schemas.microsoft.com/office/drawing/2014/main" id="{F02F6C36-CCB3-C9F3-8050-1340BF5EE9E4}"/>
              </a:ext>
            </a:extLst>
          </p:cNvPr>
          <p:cNvSpPr>
            <a:spLocks noGrp="1"/>
          </p:cNvSpPr>
          <p:nvPr>
            <p:ph type="body" sz="quarter" idx="14"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47" name="Picture Placeholder 3">
            <a:extLst>
              <a:ext uri="{FF2B5EF4-FFF2-40B4-BE49-F238E27FC236}">
                <a16:creationId xmlns:a16="http://schemas.microsoft.com/office/drawing/2014/main" id="{46D25D84-1544-E99D-5BB2-3F1F48D1CA6D}"/>
              </a:ext>
            </a:extLst>
          </p:cNvPr>
          <p:cNvSpPr>
            <a:spLocks noGrp="1"/>
          </p:cNvSpPr>
          <p:nvPr>
            <p:ph type="pic" sz="quarter" idx="17" hasCustomPrompt="1"/>
          </p:nvPr>
        </p:nvSpPr>
        <p:spPr>
          <a:xfrm>
            <a:off x="6249988" y="1617663"/>
            <a:ext cx="5942012" cy="4209233"/>
          </a:xfrm>
          <a:solidFill>
            <a:schemeClr val="accent5"/>
          </a:solidFill>
        </p:spPr>
        <p:txBody>
          <a:bodyPr tIns="1097280" anchor="ctr" anchorCtr="0"/>
          <a:lstStyle>
            <a:lvl1pPr marL="0" indent="0" algn="ctr">
              <a:buNone/>
              <a:defRPr b="1"/>
            </a:lvl1pPr>
          </a:lstStyle>
          <a:p>
            <a:r>
              <a:rPr lang="en-GB"/>
              <a:t>Click icon to insert picture.</a:t>
            </a:r>
          </a:p>
        </p:txBody>
      </p:sp>
      <p:sp>
        <p:nvSpPr>
          <p:cNvPr id="4" name="Text Placeholder 22">
            <a:extLst>
              <a:ext uri="{FF2B5EF4-FFF2-40B4-BE49-F238E27FC236}">
                <a16:creationId xmlns:a16="http://schemas.microsoft.com/office/drawing/2014/main" id="{35359E55-47E8-7002-A665-3EDC6E3359AF}"/>
              </a:ext>
            </a:extLst>
          </p:cNvPr>
          <p:cNvSpPr>
            <a:spLocks noGrp="1"/>
          </p:cNvSpPr>
          <p:nvPr>
            <p:ph type="body" sz="quarter" idx="18"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2" name="Text Placeholder 22">
            <a:extLst>
              <a:ext uri="{FF2B5EF4-FFF2-40B4-BE49-F238E27FC236}">
                <a16:creationId xmlns:a16="http://schemas.microsoft.com/office/drawing/2014/main" id="{2737A6ED-F672-F8D6-AAD0-4D64281E7028}"/>
              </a:ext>
            </a:extLst>
          </p:cNvPr>
          <p:cNvSpPr>
            <a:spLocks noGrp="1"/>
          </p:cNvSpPr>
          <p:nvPr>
            <p:ph type="body" sz="quarter" idx="22"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3" name="Graphic 12">
            <a:extLst>
              <a:ext uri="{FF2B5EF4-FFF2-40B4-BE49-F238E27FC236}">
                <a16:creationId xmlns:a16="http://schemas.microsoft.com/office/drawing/2014/main" id="{AE8A9DF5-26E4-4100-5503-5AAC666B332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00593021-97C9-CA2C-49F3-B13F5B8E7444}"/>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8700768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b - Content &amp; Image">
    <p:spTree>
      <p:nvGrpSpPr>
        <p:cNvPr id="1" name=""/>
        <p:cNvGrpSpPr/>
        <p:nvPr/>
      </p:nvGrpSpPr>
      <p:grpSpPr>
        <a:xfrm>
          <a:off x="0" y="0"/>
          <a:ext cx="0" cy="0"/>
          <a:chOff x="0" y="0"/>
          <a:chExt cx="0" cy="0"/>
        </a:xfrm>
      </p:grpSpPr>
      <p:sp>
        <p:nvSpPr>
          <p:cNvPr id="47" name="Picture Placeholder 3">
            <a:extLst>
              <a:ext uri="{FF2B5EF4-FFF2-40B4-BE49-F238E27FC236}">
                <a16:creationId xmlns:a16="http://schemas.microsoft.com/office/drawing/2014/main" id="{46D25D84-1544-E99D-5BB2-3F1F48D1CA6D}"/>
              </a:ext>
            </a:extLst>
          </p:cNvPr>
          <p:cNvSpPr>
            <a:spLocks noGrp="1"/>
          </p:cNvSpPr>
          <p:nvPr>
            <p:ph type="pic" sz="quarter" idx="17" hasCustomPrompt="1"/>
          </p:nvPr>
        </p:nvSpPr>
        <p:spPr>
          <a:xfrm>
            <a:off x="0" y="1617663"/>
            <a:ext cx="5942012" cy="4209233"/>
          </a:xfrm>
          <a:solidFill>
            <a:schemeClr val="accent5"/>
          </a:solidFill>
        </p:spPr>
        <p:txBody>
          <a:bodyPr tIns="1097280" anchor="ctr" anchorCtr="0"/>
          <a:lstStyle>
            <a:lvl1pPr marL="0" indent="0" algn="ctr">
              <a:buNone/>
              <a:defRPr b="1"/>
            </a:lvl1pPr>
          </a:lstStyle>
          <a:p>
            <a:r>
              <a:rPr lang="en-GB"/>
              <a:t>Click icon to insert picture.</a:t>
            </a:r>
          </a:p>
        </p:txBody>
      </p:sp>
      <p:sp>
        <p:nvSpPr>
          <p:cNvPr id="10" name="Text Placeholder 37">
            <a:extLst>
              <a:ext uri="{FF2B5EF4-FFF2-40B4-BE49-F238E27FC236}">
                <a16:creationId xmlns:a16="http://schemas.microsoft.com/office/drawing/2014/main" id="{3AAA48B3-0D7E-D822-4FA7-3C0BF04C0637}"/>
              </a:ext>
            </a:extLst>
          </p:cNvPr>
          <p:cNvSpPr>
            <a:spLocks noGrp="1"/>
          </p:cNvSpPr>
          <p:nvPr>
            <p:ph type="body" sz="quarter" idx="12"/>
          </p:nvPr>
        </p:nvSpPr>
        <p:spPr>
          <a:xfrm>
            <a:off x="6327648" y="1627632"/>
            <a:ext cx="4846320" cy="4178808"/>
          </a:xfrm>
        </p:spPr>
        <p:txBody>
          <a:bodyPr anchor="ctr" anchorCtr="0"/>
          <a:lstStyle>
            <a:lvl1pPr>
              <a:spcBef>
                <a:spcPts val="2400"/>
              </a:spcBef>
              <a:defRPr sz="1800"/>
            </a:lvl1pPr>
            <a:lvl2pPr>
              <a:spcBef>
                <a:spcPts val="2400"/>
              </a:spcBef>
              <a:defRPr sz="1800"/>
            </a:lvl2pPr>
            <a:lvl3pPr>
              <a:spcBef>
                <a:spcPts val="2400"/>
              </a:spcBef>
              <a:defRPr sz="1800"/>
            </a:lvl3pPr>
            <a:lvl4pPr>
              <a:spcBef>
                <a:spcPts val="2400"/>
              </a:spcBef>
              <a:defRPr sz="1800"/>
            </a:lvl4pPr>
            <a:lvl5pPr>
              <a:spcBef>
                <a:spcPts val="2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itle 10">
            <a:extLst>
              <a:ext uri="{FF2B5EF4-FFF2-40B4-BE49-F238E27FC236}">
                <a16:creationId xmlns:a16="http://schemas.microsoft.com/office/drawing/2014/main" id="{CC404518-79F1-9916-B1CA-D2030B5BA739}"/>
              </a:ext>
            </a:extLst>
          </p:cNvPr>
          <p:cNvSpPr>
            <a:spLocks noGrp="1"/>
          </p:cNvSpPr>
          <p:nvPr>
            <p:ph type="title"/>
          </p:nvPr>
        </p:nvSpPr>
        <p:spPr>
          <a:xfrm>
            <a:off x="365760" y="365760"/>
            <a:ext cx="10958513" cy="504000"/>
          </a:xfrm>
        </p:spPr>
        <p:txBody>
          <a:bodyPr/>
          <a:lstStyle>
            <a:lvl1pPr>
              <a:defRPr sz="4000" spc="100" baseline="0"/>
            </a:lvl1pPr>
          </a:lstStyle>
          <a:p>
            <a:r>
              <a:rPr lang="en-US"/>
              <a:t>Click to edit Master title style</a:t>
            </a:r>
            <a:endParaRPr lang="en-GB" dirty="0"/>
          </a:p>
        </p:txBody>
      </p:sp>
      <p:sp>
        <p:nvSpPr>
          <p:cNvPr id="16" name="Text Placeholder 41">
            <a:extLst>
              <a:ext uri="{FF2B5EF4-FFF2-40B4-BE49-F238E27FC236}">
                <a16:creationId xmlns:a16="http://schemas.microsoft.com/office/drawing/2014/main" id="{F02F6C36-CCB3-C9F3-8050-1340BF5EE9E4}"/>
              </a:ext>
            </a:extLst>
          </p:cNvPr>
          <p:cNvSpPr>
            <a:spLocks noGrp="1"/>
          </p:cNvSpPr>
          <p:nvPr>
            <p:ph type="body" sz="quarter" idx="14"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4" name="Text Placeholder 22">
            <a:extLst>
              <a:ext uri="{FF2B5EF4-FFF2-40B4-BE49-F238E27FC236}">
                <a16:creationId xmlns:a16="http://schemas.microsoft.com/office/drawing/2014/main" id="{F35AC6BD-BC86-B1A1-3D4B-F3200D06E84F}"/>
              </a:ext>
            </a:extLst>
          </p:cNvPr>
          <p:cNvSpPr>
            <a:spLocks noGrp="1"/>
          </p:cNvSpPr>
          <p:nvPr>
            <p:ph type="body" sz="quarter" idx="18"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2" name="Text Placeholder 22">
            <a:extLst>
              <a:ext uri="{FF2B5EF4-FFF2-40B4-BE49-F238E27FC236}">
                <a16:creationId xmlns:a16="http://schemas.microsoft.com/office/drawing/2014/main" id="{636AE607-0612-0087-C63B-92C2E100E651}"/>
              </a:ext>
            </a:extLst>
          </p:cNvPr>
          <p:cNvSpPr>
            <a:spLocks noGrp="1"/>
          </p:cNvSpPr>
          <p:nvPr>
            <p:ph type="body" sz="quarter" idx="22"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3" name="Graphic 12">
            <a:extLst>
              <a:ext uri="{FF2B5EF4-FFF2-40B4-BE49-F238E27FC236}">
                <a16:creationId xmlns:a16="http://schemas.microsoft.com/office/drawing/2014/main" id="{AF9DC1F1-B99A-D8CF-8CE5-9D75EA27C61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57C9F38D-668F-AA71-5F44-4AD05F3C2D39}"/>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13183440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s x2">
    <p:spTree>
      <p:nvGrpSpPr>
        <p:cNvPr id="1" name=""/>
        <p:cNvGrpSpPr/>
        <p:nvPr/>
      </p:nvGrpSpPr>
      <p:grpSpPr>
        <a:xfrm>
          <a:off x="0" y="0"/>
          <a:ext cx="0" cy="0"/>
          <a:chOff x="0" y="0"/>
          <a:chExt cx="0" cy="0"/>
        </a:xfrm>
      </p:grpSpPr>
      <p:sp>
        <p:nvSpPr>
          <p:cNvPr id="15" name="Title 10">
            <a:extLst>
              <a:ext uri="{FF2B5EF4-FFF2-40B4-BE49-F238E27FC236}">
                <a16:creationId xmlns:a16="http://schemas.microsoft.com/office/drawing/2014/main" id="{E5995176-0232-612F-BBBA-9473DBFF1641}"/>
              </a:ext>
            </a:extLst>
          </p:cNvPr>
          <p:cNvSpPr>
            <a:spLocks noGrp="1"/>
          </p:cNvSpPr>
          <p:nvPr>
            <p:ph type="title"/>
          </p:nvPr>
        </p:nvSpPr>
        <p:spPr>
          <a:xfrm>
            <a:off x="365760" y="365760"/>
            <a:ext cx="10958513" cy="504000"/>
          </a:xfrm>
        </p:spPr>
        <p:txBody>
          <a:bodyPr/>
          <a:lstStyle>
            <a:lvl1pPr>
              <a:defRPr sz="4000" spc="100" baseline="0"/>
            </a:lvl1pPr>
          </a:lstStyle>
          <a:p>
            <a:r>
              <a:rPr lang="en-US"/>
              <a:t>Click to edit Master title style</a:t>
            </a:r>
            <a:endParaRPr lang="en-GB" dirty="0"/>
          </a:p>
        </p:txBody>
      </p:sp>
      <p:sp>
        <p:nvSpPr>
          <p:cNvPr id="16" name="Text Placeholder 41">
            <a:extLst>
              <a:ext uri="{FF2B5EF4-FFF2-40B4-BE49-F238E27FC236}">
                <a16:creationId xmlns:a16="http://schemas.microsoft.com/office/drawing/2014/main" id="{3DD72EE2-4128-3CC7-2136-15C1134D2B48}"/>
              </a:ext>
            </a:extLst>
          </p:cNvPr>
          <p:cNvSpPr>
            <a:spLocks noGrp="1"/>
          </p:cNvSpPr>
          <p:nvPr>
            <p:ph type="body" sz="quarter" idx="13" hasCustomPrompt="1"/>
          </p:nvPr>
        </p:nvSpPr>
        <p:spPr>
          <a:xfrm>
            <a:off x="365760" y="1095208"/>
            <a:ext cx="10956970" cy="360000"/>
          </a:xfrm>
        </p:spPr>
        <p:txBody>
          <a:bodyPr>
            <a:noAutofit/>
          </a:bodyPr>
          <a:lstStyle>
            <a:lvl1pPr marL="0" indent="0">
              <a:buNone/>
              <a:defRPr sz="2000" b="1" cap="all" spc="100" baseline="0">
                <a:solidFill>
                  <a:schemeClr val="tx2"/>
                </a:solidFill>
                <a:latin typeface="+mn-lt"/>
              </a:defRPr>
            </a:lvl1pPr>
          </a:lstStyle>
          <a:p>
            <a:pPr lvl="0"/>
            <a:r>
              <a:rPr lang="en-GB" dirty="0"/>
              <a:t>INSERT SUBTITLE HERE</a:t>
            </a:r>
          </a:p>
        </p:txBody>
      </p:sp>
      <p:sp>
        <p:nvSpPr>
          <p:cNvPr id="47" name="Picture Placeholder 3">
            <a:extLst>
              <a:ext uri="{FF2B5EF4-FFF2-40B4-BE49-F238E27FC236}">
                <a16:creationId xmlns:a16="http://schemas.microsoft.com/office/drawing/2014/main" id="{E5527100-A0BE-9E5F-BCF0-550C9E08DF29}"/>
              </a:ext>
            </a:extLst>
          </p:cNvPr>
          <p:cNvSpPr>
            <a:spLocks noGrp="1"/>
          </p:cNvSpPr>
          <p:nvPr>
            <p:ph type="pic" sz="quarter" idx="17" hasCustomPrompt="1"/>
          </p:nvPr>
        </p:nvSpPr>
        <p:spPr>
          <a:xfrm>
            <a:off x="6249988" y="1617663"/>
            <a:ext cx="5942012" cy="4209233"/>
          </a:xfrm>
          <a:solidFill>
            <a:schemeClr val="accent5"/>
          </a:solidFill>
        </p:spPr>
        <p:txBody>
          <a:bodyPr tIns="1097280" anchor="ctr" anchorCtr="0"/>
          <a:lstStyle>
            <a:lvl1pPr marL="0" indent="0" algn="ctr">
              <a:buNone/>
              <a:defRPr b="1"/>
            </a:lvl1pPr>
          </a:lstStyle>
          <a:p>
            <a:r>
              <a:rPr lang="en-GB"/>
              <a:t>Click icon to insert picture.</a:t>
            </a:r>
          </a:p>
        </p:txBody>
      </p:sp>
      <p:sp>
        <p:nvSpPr>
          <p:cNvPr id="48" name="Picture Placeholder 3">
            <a:extLst>
              <a:ext uri="{FF2B5EF4-FFF2-40B4-BE49-F238E27FC236}">
                <a16:creationId xmlns:a16="http://schemas.microsoft.com/office/drawing/2014/main" id="{DDB54451-9D10-8852-2ED1-4E654FF6A697}"/>
              </a:ext>
            </a:extLst>
          </p:cNvPr>
          <p:cNvSpPr>
            <a:spLocks noGrp="1"/>
          </p:cNvSpPr>
          <p:nvPr>
            <p:ph type="pic" sz="quarter" idx="18" hasCustomPrompt="1"/>
          </p:nvPr>
        </p:nvSpPr>
        <p:spPr>
          <a:xfrm>
            <a:off x="0" y="1617663"/>
            <a:ext cx="5942012" cy="4209233"/>
          </a:xfrm>
          <a:solidFill>
            <a:schemeClr val="accent5"/>
          </a:solidFill>
        </p:spPr>
        <p:txBody>
          <a:bodyPr tIns="1097280" anchor="ctr" anchorCtr="0"/>
          <a:lstStyle>
            <a:lvl1pPr marL="0" indent="0" algn="ctr">
              <a:buNone/>
              <a:defRPr b="1"/>
            </a:lvl1pPr>
          </a:lstStyle>
          <a:p>
            <a:r>
              <a:rPr lang="en-GB"/>
              <a:t>Click icon to insert picture.</a:t>
            </a:r>
          </a:p>
        </p:txBody>
      </p:sp>
      <p:sp>
        <p:nvSpPr>
          <p:cNvPr id="4" name="Text Placeholder 22">
            <a:extLst>
              <a:ext uri="{FF2B5EF4-FFF2-40B4-BE49-F238E27FC236}">
                <a16:creationId xmlns:a16="http://schemas.microsoft.com/office/drawing/2014/main" id="{4D5BDE08-905F-9506-F612-2C32237EDF03}"/>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2" name="Text Placeholder 22">
            <a:extLst>
              <a:ext uri="{FF2B5EF4-FFF2-40B4-BE49-F238E27FC236}">
                <a16:creationId xmlns:a16="http://schemas.microsoft.com/office/drawing/2014/main" id="{4EF8F06F-6348-9251-AF43-C57D1E348A3C}"/>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3" name="Graphic 12">
            <a:extLst>
              <a:ext uri="{FF2B5EF4-FFF2-40B4-BE49-F238E27FC236}">
                <a16:creationId xmlns:a16="http://schemas.microsoft.com/office/drawing/2014/main" id="{767A4BDD-DCCC-8E71-7748-4F0F5241FF8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7A3B43A0-95AF-11FC-8AB1-607C1E2DF4B0}"/>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382240479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s x3">
    <p:spTree>
      <p:nvGrpSpPr>
        <p:cNvPr id="1" name=""/>
        <p:cNvGrpSpPr/>
        <p:nvPr/>
      </p:nvGrpSpPr>
      <p:grpSpPr>
        <a:xfrm>
          <a:off x="0" y="0"/>
          <a:ext cx="0" cy="0"/>
          <a:chOff x="0" y="0"/>
          <a:chExt cx="0" cy="0"/>
        </a:xfrm>
      </p:grpSpPr>
      <p:sp>
        <p:nvSpPr>
          <p:cNvPr id="47" name="Picture Placeholder 3">
            <a:extLst>
              <a:ext uri="{FF2B5EF4-FFF2-40B4-BE49-F238E27FC236}">
                <a16:creationId xmlns:a16="http://schemas.microsoft.com/office/drawing/2014/main" id="{E5527100-A0BE-9E5F-BCF0-550C9E08DF29}"/>
              </a:ext>
            </a:extLst>
          </p:cNvPr>
          <p:cNvSpPr>
            <a:spLocks noGrp="1"/>
          </p:cNvSpPr>
          <p:nvPr>
            <p:ph type="pic" sz="quarter" idx="17" hasCustomPrompt="1"/>
          </p:nvPr>
        </p:nvSpPr>
        <p:spPr>
          <a:xfrm>
            <a:off x="6249988" y="0"/>
            <a:ext cx="5942012" cy="2743200"/>
          </a:xfrm>
          <a:solidFill>
            <a:schemeClr val="accent5"/>
          </a:solidFill>
        </p:spPr>
        <p:txBody>
          <a:bodyPr tIns="1097280" anchor="ctr" anchorCtr="0"/>
          <a:lstStyle>
            <a:lvl1pPr marL="0" indent="0" algn="ctr">
              <a:buNone/>
              <a:defRPr b="1"/>
            </a:lvl1pPr>
          </a:lstStyle>
          <a:p>
            <a:r>
              <a:rPr lang="en-GB"/>
              <a:t>Click icon to insert picture.</a:t>
            </a:r>
          </a:p>
        </p:txBody>
      </p:sp>
      <p:sp>
        <p:nvSpPr>
          <p:cNvPr id="48" name="Picture Placeholder 3">
            <a:extLst>
              <a:ext uri="{FF2B5EF4-FFF2-40B4-BE49-F238E27FC236}">
                <a16:creationId xmlns:a16="http://schemas.microsoft.com/office/drawing/2014/main" id="{DDB54451-9D10-8852-2ED1-4E654FF6A697}"/>
              </a:ext>
            </a:extLst>
          </p:cNvPr>
          <p:cNvSpPr>
            <a:spLocks noGrp="1"/>
          </p:cNvSpPr>
          <p:nvPr>
            <p:ph type="pic" sz="quarter" idx="18" hasCustomPrompt="1"/>
          </p:nvPr>
        </p:nvSpPr>
        <p:spPr>
          <a:xfrm>
            <a:off x="0" y="1"/>
            <a:ext cx="5942012" cy="5826896"/>
          </a:xfrm>
          <a:solidFill>
            <a:schemeClr val="accent5"/>
          </a:solidFill>
        </p:spPr>
        <p:txBody>
          <a:bodyPr tIns="1097280" anchor="ctr" anchorCtr="0"/>
          <a:lstStyle>
            <a:lvl1pPr marL="0" indent="0" algn="ctr">
              <a:buNone/>
              <a:defRPr b="1"/>
            </a:lvl1pPr>
          </a:lstStyle>
          <a:p>
            <a:r>
              <a:rPr lang="en-GB"/>
              <a:t>Click icon to insert picture.</a:t>
            </a:r>
          </a:p>
        </p:txBody>
      </p:sp>
      <p:sp>
        <p:nvSpPr>
          <p:cNvPr id="6" name="Picture Placeholder 3">
            <a:extLst>
              <a:ext uri="{FF2B5EF4-FFF2-40B4-BE49-F238E27FC236}">
                <a16:creationId xmlns:a16="http://schemas.microsoft.com/office/drawing/2014/main" id="{438578BC-EF98-02EA-3F15-975F9E263202}"/>
              </a:ext>
            </a:extLst>
          </p:cNvPr>
          <p:cNvSpPr>
            <a:spLocks noGrp="1"/>
          </p:cNvSpPr>
          <p:nvPr>
            <p:ph type="pic" sz="quarter" idx="19" hasCustomPrompt="1"/>
          </p:nvPr>
        </p:nvSpPr>
        <p:spPr>
          <a:xfrm>
            <a:off x="6249988" y="3083696"/>
            <a:ext cx="5942012" cy="2743200"/>
          </a:xfrm>
          <a:solidFill>
            <a:schemeClr val="accent5"/>
          </a:solidFill>
        </p:spPr>
        <p:txBody>
          <a:bodyPr tIns="1097280" anchor="ctr" anchorCtr="0"/>
          <a:lstStyle>
            <a:lvl1pPr marL="0" indent="0" algn="ctr">
              <a:buNone/>
              <a:defRPr b="1"/>
            </a:lvl1pPr>
          </a:lstStyle>
          <a:p>
            <a:r>
              <a:rPr lang="en-GB"/>
              <a:t>Click icon to insert picture.</a:t>
            </a:r>
          </a:p>
        </p:txBody>
      </p:sp>
      <p:sp>
        <p:nvSpPr>
          <p:cNvPr id="4" name="Text Placeholder 22">
            <a:extLst>
              <a:ext uri="{FF2B5EF4-FFF2-40B4-BE49-F238E27FC236}">
                <a16:creationId xmlns:a16="http://schemas.microsoft.com/office/drawing/2014/main" id="{969480FA-7679-1F5B-4CA4-606B3B755DC2}"/>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2" name="Text Placeholder 22">
            <a:extLst>
              <a:ext uri="{FF2B5EF4-FFF2-40B4-BE49-F238E27FC236}">
                <a16:creationId xmlns:a16="http://schemas.microsoft.com/office/drawing/2014/main" id="{50F4555F-DD86-6119-F3B9-47B974911744}"/>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3" name="Graphic 12">
            <a:extLst>
              <a:ext uri="{FF2B5EF4-FFF2-40B4-BE49-F238E27FC236}">
                <a16:creationId xmlns:a16="http://schemas.microsoft.com/office/drawing/2014/main" id="{A8BC7EA4-621B-8D70-E4F1-88D3BBB623B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2" name="TextBox 1">
            <a:extLst>
              <a:ext uri="{FF2B5EF4-FFF2-40B4-BE49-F238E27FC236}">
                <a16:creationId xmlns:a16="http://schemas.microsoft.com/office/drawing/2014/main" id="{C8063C40-9262-07C2-B955-C0FEA4628A73}"/>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38062092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 x1">
    <p:spTree>
      <p:nvGrpSpPr>
        <p:cNvPr id="1" name=""/>
        <p:cNvGrpSpPr/>
        <p:nvPr/>
      </p:nvGrpSpPr>
      <p:grpSpPr>
        <a:xfrm>
          <a:off x="0" y="0"/>
          <a:ext cx="0" cy="0"/>
          <a:chOff x="0" y="0"/>
          <a:chExt cx="0" cy="0"/>
        </a:xfrm>
      </p:grpSpPr>
      <p:sp>
        <p:nvSpPr>
          <p:cNvPr id="10" name="Table Placeholder 9">
            <a:extLst>
              <a:ext uri="{FF2B5EF4-FFF2-40B4-BE49-F238E27FC236}">
                <a16:creationId xmlns:a16="http://schemas.microsoft.com/office/drawing/2014/main" id="{14E1589F-4F07-8E99-1C45-596BDA3700F7}"/>
              </a:ext>
            </a:extLst>
          </p:cNvPr>
          <p:cNvSpPr>
            <a:spLocks noGrp="1"/>
          </p:cNvSpPr>
          <p:nvPr>
            <p:ph type="tbl" sz="quarter" idx="10" hasCustomPrompt="1"/>
          </p:nvPr>
        </p:nvSpPr>
        <p:spPr>
          <a:xfrm>
            <a:off x="2209800" y="1783080"/>
            <a:ext cx="7772400" cy="3291840"/>
          </a:xfrm>
          <a:solidFill>
            <a:schemeClr val="accent5"/>
          </a:solidFill>
        </p:spPr>
        <p:txBody>
          <a:bodyPr tIns="2560320" anchor="t"/>
          <a:lstStyle>
            <a:lvl1pPr marL="0" indent="0" algn="ctr">
              <a:buFontTx/>
              <a:buNone/>
              <a:defRPr sz="2000" b="1">
                <a:solidFill>
                  <a:schemeClr val="tx1"/>
                </a:solidFill>
              </a:defRPr>
            </a:lvl1pPr>
          </a:lstStyle>
          <a:p>
            <a:r>
              <a:rPr lang="en-US"/>
              <a:t>Click icon to insert table.</a:t>
            </a:r>
          </a:p>
        </p:txBody>
      </p:sp>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err="1"/>
              <a:t>TaBLE</a:t>
            </a:r>
            <a:r>
              <a:rPr lang="en-GB" dirty="0"/>
              <a:t> OF CONTENTS</a:t>
            </a:r>
          </a:p>
        </p:txBody>
      </p:sp>
      <p:sp>
        <p:nvSpPr>
          <p:cNvPr id="4" name="Text Placeholder 22">
            <a:extLst>
              <a:ext uri="{FF2B5EF4-FFF2-40B4-BE49-F238E27FC236}">
                <a16:creationId xmlns:a16="http://schemas.microsoft.com/office/drawing/2014/main" id="{F048409A-D6CF-F9E4-9E75-CE518A373D30}"/>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7" name="Text Placeholder 22">
            <a:extLst>
              <a:ext uri="{FF2B5EF4-FFF2-40B4-BE49-F238E27FC236}">
                <a16:creationId xmlns:a16="http://schemas.microsoft.com/office/drawing/2014/main" id="{359A81F0-CA3A-1DDB-A76B-F018A6B3A31B}"/>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8" name="Graphic 17">
            <a:extLst>
              <a:ext uri="{FF2B5EF4-FFF2-40B4-BE49-F238E27FC236}">
                <a16:creationId xmlns:a16="http://schemas.microsoft.com/office/drawing/2014/main" id="{CCB0EB0D-15C8-BCCE-B683-15A2AF817D9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F14155A1-B1B4-F8DF-8AA3-97589A64E6C6}"/>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2523953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x2">
    <p:spTree>
      <p:nvGrpSpPr>
        <p:cNvPr id="1" name=""/>
        <p:cNvGrpSpPr/>
        <p:nvPr/>
      </p:nvGrpSpPr>
      <p:grpSpPr>
        <a:xfrm>
          <a:off x="0" y="0"/>
          <a:ext cx="0" cy="0"/>
          <a:chOff x="0" y="0"/>
          <a:chExt cx="0" cy="0"/>
        </a:xfrm>
      </p:grpSpPr>
      <p:sp>
        <p:nvSpPr>
          <p:cNvPr id="7" name="Table Placeholder 9">
            <a:extLst>
              <a:ext uri="{FF2B5EF4-FFF2-40B4-BE49-F238E27FC236}">
                <a16:creationId xmlns:a16="http://schemas.microsoft.com/office/drawing/2014/main" id="{53E862A5-319A-A4B7-6593-C6106DB471FE}"/>
              </a:ext>
            </a:extLst>
          </p:cNvPr>
          <p:cNvSpPr>
            <a:spLocks noGrp="1"/>
          </p:cNvSpPr>
          <p:nvPr>
            <p:ph type="tbl" sz="quarter" idx="10" hasCustomPrompt="1"/>
          </p:nvPr>
        </p:nvSpPr>
        <p:spPr>
          <a:xfrm>
            <a:off x="912096" y="1234440"/>
            <a:ext cx="4846321" cy="4530725"/>
          </a:xfrm>
          <a:solidFill>
            <a:schemeClr val="accent5"/>
          </a:solidFill>
        </p:spPr>
        <p:txBody>
          <a:bodyPr tIns="2560320" anchor="t"/>
          <a:lstStyle>
            <a:lvl1pPr marL="0" indent="0" algn="ctr">
              <a:buFontTx/>
              <a:buNone/>
              <a:defRPr sz="2000" b="1">
                <a:solidFill>
                  <a:schemeClr val="tx1"/>
                </a:solidFill>
              </a:defRPr>
            </a:lvl1pPr>
          </a:lstStyle>
          <a:p>
            <a:r>
              <a:rPr lang="en-US"/>
              <a:t>Click icon to insert table.</a:t>
            </a:r>
          </a:p>
        </p:txBody>
      </p:sp>
      <p:sp>
        <p:nvSpPr>
          <p:cNvPr id="8" name="Table Placeholder 9">
            <a:extLst>
              <a:ext uri="{FF2B5EF4-FFF2-40B4-BE49-F238E27FC236}">
                <a16:creationId xmlns:a16="http://schemas.microsoft.com/office/drawing/2014/main" id="{9A8CCD0E-BF3A-97CD-34BA-AE419ECD4937}"/>
              </a:ext>
            </a:extLst>
          </p:cNvPr>
          <p:cNvSpPr>
            <a:spLocks noGrp="1"/>
          </p:cNvSpPr>
          <p:nvPr>
            <p:ph type="tbl" sz="quarter" idx="41" hasCustomPrompt="1"/>
          </p:nvPr>
        </p:nvSpPr>
        <p:spPr>
          <a:xfrm>
            <a:off x="6311664" y="1234440"/>
            <a:ext cx="4846320" cy="4530725"/>
          </a:xfrm>
          <a:solidFill>
            <a:schemeClr val="accent5"/>
          </a:solidFill>
        </p:spPr>
        <p:txBody>
          <a:bodyPr tIns="2560320" anchor="t"/>
          <a:lstStyle>
            <a:lvl1pPr marL="0" indent="0" algn="ctr">
              <a:buFontTx/>
              <a:buNone/>
              <a:defRPr sz="2000" b="1">
                <a:solidFill>
                  <a:schemeClr val="tx1"/>
                </a:solidFill>
              </a:defRPr>
            </a:lvl1pPr>
          </a:lstStyle>
          <a:p>
            <a:r>
              <a:rPr lang="en-US"/>
              <a:t>Click icon to insert table.</a:t>
            </a:r>
          </a:p>
        </p:txBody>
      </p:sp>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err="1"/>
              <a:t>TaBLE</a:t>
            </a:r>
            <a:r>
              <a:rPr lang="en-GB" dirty="0"/>
              <a:t> OF CONTENTS</a:t>
            </a:r>
          </a:p>
        </p:txBody>
      </p:sp>
      <p:sp>
        <p:nvSpPr>
          <p:cNvPr id="4" name="Text Placeholder 22">
            <a:extLst>
              <a:ext uri="{FF2B5EF4-FFF2-40B4-BE49-F238E27FC236}">
                <a16:creationId xmlns:a16="http://schemas.microsoft.com/office/drawing/2014/main" id="{9F2C1FA8-4F46-1B47-8284-F9574ABB2580}"/>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9" name="Text Placeholder 22">
            <a:extLst>
              <a:ext uri="{FF2B5EF4-FFF2-40B4-BE49-F238E27FC236}">
                <a16:creationId xmlns:a16="http://schemas.microsoft.com/office/drawing/2014/main" id="{5700EABD-3161-E91D-8685-BF8A7783FC93}"/>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20" name="Graphic 19">
            <a:extLst>
              <a:ext uri="{FF2B5EF4-FFF2-40B4-BE49-F238E27FC236}">
                <a16:creationId xmlns:a16="http://schemas.microsoft.com/office/drawing/2014/main" id="{B64EC911-ED5B-A453-21A9-44A36650B1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C5B736EE-7FCA-387C-1DCC-8AD9739A5E8A}"/>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176100995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amp;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err="1"/>
              <a:t>TaBLE</a:t>
            </a:r>
            <a:r>
              <a:rPr lang="en-GB" dirty="0"/>
              <a:t> OF CONTENTS</a:t>
            </a:r>
          </a:p>
        </p:txBody>
      </p:sp>
      <p:sp>
        <p:nvSpPr>
          <p:cNvPr id="12" name="Picture Placeholder 3">
            <a:extLst>
              <a:ext uri="{FF2B5EF4-FFF2-40B4-BE49-F238E27FC236}">
                <a16:creationId xmlns:a16="http://schemas.microsoft.com/office/drawing/2014/main" id="{AA7A3162-D0D1-44E3-1533-548A09CA9B83}"/>
              </a:ext>
            </a:extLst>
          </p:cNvPr>
          <p:cNvSpPr>
            <a:spLocks noGrp="1"/>
          </p:cNvSpPr>
          <p:nvPr>
            <p:ph type="pic" sz="quarter" idx="18" hasCustomPrompt="1"/>
          </p:nvPr>
        </p:nvSpPr>
        <p:spPr>
          <a:xfrm>
            <a:off x="0" y="1234440"/>
            <a:ext cx="5942012" cy="4531496"/>
          </a:xfrm>
          <a:solidFill>
            <a:schemeClr val="accent5"/>
          </a:solidFill>
        </p:spPr>
        <p:txBody>
          <a:bodyPr tIns="1097280" anchor="ctr" anchorCtr="0"/>
          <a:lstStyle>
            <a:lvl1pPr marL="0" indent="0" algn="ctr">
              <a:buNone/>
              <a:defRPr b="1"/>
            </a:lvl1pPr>
          </a:lstStyle>
          <a:p>
            <a:r>
              <a:rPr lang="en-GB"/>
              <a:t>Click icon to insert picture.</a:t>
            </a:r>
          </a:p>
        </p:txBody>
      </p:sp>
      <p:sp>
        <p:nvSpPr>
          <p:cNvPr id="4" name="Text Placeholder 22">
            <a:extLst>
              <a:ext uri="{FF2B5EF4-FFF2-40B4-BE49-F238E27FC236}">
                <a16:creationId xmlns:a16="http://schemas.microsoft.com/office/drawing/2014/main" id="{93B7E868-3131-B82D-39E1-D225CCBE1F71}"/>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6" name="Table Placeholder 9">
            <a:extLst>
              <a:ext uri="{FF2B5EF4-FFF2-40B4-BE49-F238E27FC236}">
                <a16:creationId xmlns:a16="http://schemas.microsoft.com/office/drawing/2014/main" id="{FBB3C27D-DC39-54AB-CA1D-6A9D6D5CE255}"/>
              </a:ext>
            </a:extLst>
          </p:cNvPr>
          <p:cNvSpPr>
            <a:spLocks noGrp="1"/>
          </p:cNvSpPr>
          <p:nvPr>
            <p:ph type="tbl" sz="quarter" idx="41" hasCustomPrompt="1"/>
          </p:nvPr>
        </p:nvSpPr>
        <p:spPr>
          <a:xfrm>
            <a:off x="6311664" y="1234440"/>
            <a:ext cx="4846320" cy="4530725"/>
          </a:xfrm>
          <a:solidFill>
            <a:schemeClr val="accent5"/>
          </a:solidFill>
        </p:spPr>
        <p:txBody>
          <a:bodyPr tIns="2560320" anchor="t"/>
          <a:lstStyle>
            <a:lvl1pPr marL="0" indent="0" algn="ctr">
              <a:buFontTx/>
              <a:buNone/>
              <a:defRPr sz="2000" b="1">
                <a:solidFill>
                  <a:schemeClr val="tx1"/>
                </a:solidFill>
              </a:defRPr>
            </a:lvl1pPr>
          </a:lstStyle>
          <a:p>
            <a:r>
              <a:rPr lang="en-US"/>
              <a:t>Click icon to insert table.</a:t>
            </a:r>
          </a:p>
        </p:txBody>
      </p:sp>
      <p:sp>
        <p:nvSpPr>
          <p:cNvPr id="17" name="Text Placeholder 22">
            <a:extLst>
              <a:ext uri="{FF2B5EF4-FFF2-40B4-BE49-F238E27FC236}">
                <a16:creationId xmlns:a16="http://schemas.microsoft.com/office/drawing/2014/main" id="{6111678F-EFD8-712F-3522-77665572EDA1}"/>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8" name="Graphic 17">
            <a:extLst>
              <a:ext uri="{FF2B5EF4-FFF2-40B4-BE49-F238E27FC236}">
                <a16:creationId xmlns:a16="http://schemas.microsoft.com/office/drawing/2014/main" id="{2B2FF174-9A37-4822-988B-C55985B5BD8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6A23AEAE-DEAE-70B9-1308-1285317FB250}"/>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1981192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Table 2">
    <p:spTree>
      <p:nvGrpSpPr>
        <p:cNvPr id="1" name=""/>
        <p:cNvGrpSpPr/>
        <p:nvPr/>
      </p:nvGrpSpPr>
      <p:grpSpPr>
        <a:xfrm>
          <a:off x="0" y="0"/>
          <a:ext cx="0" cy="0"/>
          <a:chOff x="0" y="0"/>
          <a:chExt cx="0" cy="0"/>
        </a:xfrm>
      </p:grpSpPr>
      <p:sp>
        <p:nvSpPr>
          <p:cNvPr id="7" name="Table Placeholder 9">
            <a:extLst>
              <a:ext uri="{FF2B5EF4-FFF2-40B4-BE49-F238E27FC236}">
                <a16:creationId xmlns:a16="http://schemas.microsoft.com/office/drawing/2014/main" id="{1269A5B4-34AE-4DE1-0932-107F46BEA86D}"/>
              </a:ext>
            </a:extLst>
          </p:cNvPr>
          <p:cNvSpPr>
            <a:spLocks noGrp="1"/>
          </p:cNvSpPr>
          <p:nvPr>
            <p:ph type="tbl" sz="quarter" idx="10" hasCustomPrompt="1"/>
          </p:nvPr>
        </p:nvSpPr>
        <p:spPr>
          <a:xfrm>
            <a:off x="2667000" y="1600200"/>
            <a:ext cx="6858000" cy="4251960"/>
          </a:xfrm>
          <a:solidFill>
            <a:schemeClr val="accent5"/>
          </a:solidFill>
        </p:spPr>
        <p:txBody>
          <a:bodyPr tIns="2560320" anchor="t"/>
          <a:lstStyle>
            <a:lvl1pPr marL="0" indent="0" algn="ctr">
              <a:buFontTx/>
              <a:buNone/>
              <a:defRPr sz="2000" b="1">
                <a:solidFill>
                  <a:schemeClr val="tx1"/>
                </a:solidFill>
              </a:defRPr>
            </a:lvl1pPr>
          </a:lstStyle>
          <a:p>
            <a:r>
              <a:rPr lang="en-US"/>
              <a:t>Click icon to insert table.</a:t>
            </a:r>
          </a:p>
        </p:txBody>
      </p:sp>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lgn="l">
              <a:defRPr sz="4000" spc="100" baseline="0"/>
            </a:lvl1pPr>
          </a:lstStyle>
          <a:p>
            <a:r>
              <a:rPr lang="en-GB" dirty="0"/>
              <a:t>KEY TAKEAWAYS</a:t>
            </a:r>
          </a:p>
        </p:txBody>
      </p:sp>
      <p:sp>
        <p:nvSpPr>
          <p:cNvPr id="5" name="Text Placeholder 41">
            <a:extLst>
              <a:ext uri="{FF2B5EF4-FFF2-40B4-BE49-F238E27FC236}">
                <a16:creationId xmlns:a16="http://schemas.microsoft.com/office/drawing/2014/main" id="{19DA43B0-FB2E-9972-AB59-01AE7288124D}"/>
              </a:ext>
            </a:extLst>
          </p:cNvPr>
          <p:cNvSpPr>
            <a:spLocks noGrp="1"/>
          </p:cNvSpPr>
          <p:nvPr>
            <p:ph type="body" sz="quarter" idx="13" hasCustomPrompt="1"/>
          </p:nvPr>
        </p:nvSpPr>
        <p:spPr>
          <a:xfrm>
            <a:off x="365760" y="1095208"/>
            <a:ext cx="10956970" cy="360000"/>
          </a:xfrm>
        </p:spPr>
        <p:txBody>
          <a:bodyPr>
            <a:noAutofit/>
          </a:bodyPr>
          <a:lstStyle>
            <a:lvl1pPr marL="0" indent="0" algn="l">
              <a:buNone/>
              <a:defRPr sz="2000" b="1" cap="none" spc="100" baseline="0">
                <a:solidFill>
                  <a:schemeClr val="tx2"/>
                </a:solidFill>
                <a:latin typeface="+mn-lt"/>
              </a:defRPr>
            </a:lvl1pPr>
          </a:lstStyle>
          <a:p>
            <a:pPr lvl="0"/>
            <a:r>
              <a:rPr lang="en-GB" dirty="0"/>
              <a:t>INSERT SUBTITLE HERE</a:t>
            </a:r>
          </a:p>
        </p:txBody>
      </p:sp>
      <p:sp>
        <p:nvSpPr>
          <p:cNvPr id="6" name="Text Placeholder 22">
            <a:extLst>
              <a:ext uri="{FF2B5EF4-FFF2-40B4-BE49-F238E27FC236}">
                <a16:creationId xmlns:a16="http://schemas.microsoft.com/office/drawing/2014/main" id="{AD06FF77-AEFF-6EE6-3A8A-30EF2C7D5F73}"/>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2" name="Text Placeholder 22">
            <a:extLst>
              <a:ext uri="{FF2B5EF4-FFF2-40B4-BE49-F238E27FC236}">
                <a16:creationId xmlns:a16="http://schemas.microsoft.com/office/drawing/2014/main" id="{AC3EEDCC-0E79-78E5-DE51-F6E47CCBCD9D}"/>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4" name="Graphic 13">
            <a:extLst>
              <a:ext uri="{FF2B5EF4-FFF2-40B4-BE49-F238E27FC236}">
                <a16:creationId xmlns:a16="http://schemas.microsoft.com/office/drawing/2014/main" id="{68358E47-6128-6336-530F-7579662289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E7040E23-D67A-0CC2-D5EB-2D3290954BC1}"/>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2802138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able x2 &amp; Subtitle Boxes">
    <p:spTree>
      <p:nvGrpSpPr>
        <p:cNvPr id="1" name=""/>
        <p:cNvGrpSpPr/>
        <p:nvPr/>
      </p:nvGrpSpPr>
      <p:grpSpPr>
        <a:xfrm>
          <a:off x="0" y="0"/>
          <a:ext cx="0" cy="0"/>
          <a:chOff x="0" y="0"/>
          <a:chExt cx="0" cy="0"/>
        </a:xfrm>
      </p:grpSpPr>
      <p:sp>
        <p:nvSpPr>
          <p:cNvPr id="7" name="Table Placeholder 9">
            <a:extLst>
              <a:ext uri="{FF2B5EF4-FFF2-40B4-BE49-F238E27FC236}">
                <a16:creationId xmlns:a16="http://schemas.microsoft.com/office/drawing/2014/main" id="{4A6C9286-DD03-1D8F-A9D6-8EEB36AF3E8E}"/>
              </a:ext>
            </a:extLst>
          </p:cNvPr>
          <p:cNvSpPr>
            <a:spLocks noGrp="1"/>
          </p:cNvSpPr>
          <p:nvPr>
            <p:ph type="tbl" sz="quarter" idx="10" hasCustomPrompt="1"/>
          </p:nvPr>
        </p:nvSpPr>
        <p:spPr>
          <a:xfrm>
            <a:off x="614954" y="1824108"/>
            <a:ext cx="5029200" cy="4002017"/>
          </a:xfrm>
          <a:solidFill>
            <a:schemeClr val="accent5"/>
          </a:solidFill>
        </p:spPr>
        <p:txBody>
          <a:bodyPr tIns="2560320" anchor="t"/>
          <a:lstStyle>
            <a:lvl1pPr marL="0" indent="0" algn="ctr">
              <a:buFontTx/>
              <a:buNone/>
              <a:defRPr sz="2000" b="1">
                <a:solidFill>
                  <a:schemeClr val="tx1"/>
                </a:solidFill>
              </a:defRPr>
            </a:lvl1pPr>
          </a:lstStyle>
          <a:p>
            <a:r>
              <a:rPr lang="en-US"/>
              <a:t>Click icon to insert table.</a:t>
            </a:r>
          </a:p>
        </p:txBody>
      </p:sp>
      <p:sp>
        <p:nvSpPr>
          <p:cNvPr id="8" name="Table Placeholder 9">
            <a:extLst>
              <a:ext uri="{FF2B5EF4-FFF2-40B4-BE49-F238E27FC236}">
                <a16:creationId xmlns:a16="http://schemas.microsoft.com/office/drawing/2014/main" id="{307686F4-82F9-3646-4B6A-037357D7BC2F}"/>
              </a:ext>
            </a:extLst>
          </p:cNvPr>
          <p:cNvSpPr>
            <a:spLocks noGrp="1"/>
          </p:cNvSpPr>
          <p:nvPr>
            <p:ph type="tbl" sz="quarter" idx="41" hasCustomPrompt="1"/>
          </p:nvPr>
        </p:nvSpPr>
        <p:spPr>
          <a:xfrm>
            <a:off x="6311664" y="1824108"/>
            <a:ext cx="5029200" cy="4002017"/>
          </a:xfrm>
          <a:solidFill>
            <a:schemeClr val="accent5"/>
          </a:solidFill>
        </p:spPr>
        <p:txBody>
          <a:bodyPr tIns="2560320" anchor="t"/>
          <a:lstStyle>
            <a:lvl1pPr marL="0" indent="0" algn="ctr">
              <a:buFontTx/>
              <a:buNone/>
              <a:defRPr sz="2000" b="1">
                <a:solidFill>
                  <a:schemeClr val="tx1"/>
                </a:solidFill>
              </a:defRPr>
            </a:lvl1pPr>
          </a:lstStyle>
          <a:p>
            <a:r>
              <a:rPr lang="en-US"/>
              <a:t>Click icon to insert table.</a:t>
            </a:r>
          </a:p>
        </p:txBody>
      </p:sp>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a:t>THIS IS A STATS SLIDE</a:t>
            </a:r>
          </a:p>
        </p:txBody>
      </p:sp>
      <p:sp>
        <p:nvSpPr>
          <p:cNvPr id="5" name="Text Placeholder 4">
            <a:extLst>
              <a:ext uri="{FF2B5EF4-FFF2-40B4-BE49-F238E27FC236}">
                <a16:creationId xmlns:a16="http://schemas.microsoft.com/office/drawing/2014/main" id="{E42FDEB1-04F3-A013-2F74-6B74AF44E7F0}"/>
              </a:ext>
            </a:extLst>
          </p:cNvPr>
          <p:cNvSpPr>
            <a:spLocks noGrp="1"/>
          </p:cNvSpPr>
          <p:nvPr>
            <p:ph type="body" sz="quarter" idx="30" hasCustomPrompt="1"/>
          </p:nvPr>
        </p:nvSpPr>
        <p:spPr>
          <a:xfrm>
            <a:off x="614954" y="1320876"/>
            <a:ext cx="2517100" cy="306467"/>
          </a:xfrm>
          <a:prstGeom prst="roundRect">
            <a:avLst>
              <a:gd name="adj" fmla="val 16667"/>
            </a:avLst>
          </a:prstGeom>
          <a:solidFill>
            <a:schemeClr val="bg1"/>
          </a:solidFill>
          <a:ln w="12700">
            <a:solidFill>
              <a:schemeClr val="accent5"/>
            </a:solidFill>
          </a:ln>
        </p:spPr>
        <p:txBody>
          <a:bodyPr wrap="none" anchor="ctr">
            <a:spAutoFit/>
          </a:bodyPr>
          <a:lstStyle>
            <a:lvl1pPr marL="0" indent="0" algn="l">
              <a:lnSpc>
                <a:spcPct val="100000"/>
              </a:lnSpc>
              <a:buNone/>
              <a:defRPr sz="1200" b="1" spc="100" baseline="0">
                <a:solidFill>
                  <a:schemeClr val="tx1"/>
                </a:solidFill>
              </a:defRPr>
            </a:lvl1pPr>
          </a:lstStyle>
          <a:p>
            <a:pPr lvl="0"/>
            <a:r>
              <a:rPr lang="en-GB" dirty="0"/>
              <a:t>CLICK TO EDIT MASTER TEXT</a:t>
            </a:r>
          </a:p>
        </p:txBody>
      </p:sp>
      <p:sp>
        <p:nvSpPr>
          <p:cNvPr id="33" name="Text Placeholder 4">
            <a:extLst>
              <a:ext uri="{FF2B5EF4-FFF2-40B4-BE49-F238E27FC236}">
                <a16:creationId xmlns:a16="http://schemas.microsoft.com/office/drawing/2014/main" id="{29ADEB5B-C806-454E-7A67-E004C0104C00}"/>
              </a:ext>
            </a:extLst>
          </p:cNvPr>
          <p:cNvSpPr>
            <a:spLocks noGrp="1"/>
          </p:cNvSpPr>
          <p:nvPr>
            <p:ph type="body" sz="quarter" idx="39" hasCustomPrompt="1"/>
          </p:nvPr>
        </p:nvSpPr>
        <p:spPr>
          <a:xfrm>
            <a:off x="6299446" y="1320876"/>
            <a:ext cx="2517100" cy="306467"/>
          </a:xfrm>
          <a:prstGeom prst="roundRect">
            <a:avLst>
              <a:gd name="adj" fmla="val 16667"/>
            </a:avLst>
          </a:prstGeom>
          <a:solidFill>
            <a:schemeClr val="bg1"/>
          </a:solidFill>
          <a:ln w="12700">
            <a:solidFill>
              <a:schemeClr val="accent5"/>
            </a:solidFill>
          </a:ln>
        </p:spPr>
        <p:txBody>
          <a:bodyPr wrap="none" anchor="ctr">
            <a:spAutoFit/>
          </a:bodyPr>
          <a:lstStyle>
            <a:lvl1pPr marL="0" indent="0" algn="l">
              <a:lnSpc>
                <a:spcPct val="100000"/>
              </a:lnSpc>
              <a:buNone/>
              <a:defRPr sz="1200" b="1" spc="100" baseline="0">
                <a:solidFill>
                  <a:schemeClr val="tx1"/>
                </a:solidFill>
              </a:defRPr>
            </a:lvl1pPr>
          </a:lstStyle>
          <a:p>
            <a:pPr lvl="0"/>
            <a:r>
              <a:rPr lang="en-GB" dirty="0"/>
              <a:t>CLICK TO EDIT MASTER TEXT</a:t>
            </a:r>
          </a:p>
        </p:txBody>
      </p:sp>
      <p:sp>
        <p:nvSpPr>
          <p:cNvPr id="6" name="Text Placeholder 22">
            <a:extLst>
              <a:ext uri="{FF2B5EF4-FFF2-40B4-BE49-F238E27FC236}">
                <a16:creationId xmlns:a16="http://schemas.microsoft.com/office/drawing/2014/main" id="{898B5D37-4EE4-0B62-DBC8-B13C9AAAA76D}"/>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7" name="Text Placeholder 22">
            <a:extLst>
              <a:ext uri="{FF2B5EF4-FFF2-40B4-BE49-F238E27FC236}">
                <a16:creationId xmlns:a16="http://schemas.microsoft.com/office/drawing/2014/main" id="{484D3E2F-60D4-9722-6BAC-9349772F1771}"/>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8" name="Graphic 17">
            <a:extLst>
              <a:ext uri="{FF2B5EF4-FFF2-40B4-BE49-F238E27FC236}">
                <a16:creationId xmlns:a16="http://schemas.microsoft.com/office/drawing/2014/main" id="{FBF29F3D-E48F-AC8E-9610-EF499DC8384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3F7378D8-F820-CC5A-8026-80512F2B142D}"/>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169617046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x2">
    <p:spTree>
      <p:nvGrpSpPr>
        <p:cNvPr id="1" name=""/>
        <p:cNvGrpSpPr/>
        <p:nvPr/>
      </p:nvGrpSpPr>
      <p:grpSpPr>
        <a:xfrm>
          <a:off x="0" y="0"/>
          <a:ext cx="0" cy="0"/>
          <a:chOff x="0" y="0"/>
          <a:chExt cx="0" cy="0"/>
        </a:xfrm>
      </p:grpSpPr>
      <p:sp>
        <p:nvSpPr>
          <p:cNvPr id="12" name="Chart Placeholder 11">
            <a:extLst>
              <a:ext uri="{FF2B5EF4-FFF2-40B4-BE49-F238E27FC236}">
                <a16:creationId xmlns:a16="http://schemas.microsoft.com/office/drawing/2014/main" id="{FF580EFD-82D8-262A-1402-F3CB094A8A49}"/>
              </a:ext>
            </a:extLst>
          </p:cNvPr>
          <p:cNvSpPr>
            <a:spLocks noGrp="1"/>
          </p:cNvSpPr>
          <p:nvPr>
            <p:ph type="chart" sz="quarter" idx="41" hasCustomPrompt="1"/>
          </p:nvPr>
        </p:nvSpPr>
        <p:spPr>
          <a:xfrm>
            <a:off x="612648" y="1600200"/>
            <a:ext cx="5029200" cy="4251960"/>
          </a:xfrm>
          <a:solidFill>
            <a:schemeClr val="accent5"/>
          </a:solidFill>
        </p:spPr>
        <p:txBody>
          <a:bodyPr tIns="2560320"/>
          <a:lstStyle>
            <a:lvl1pPr marL="0" indent="0" algn="ctr">
              <a:buFontTx/>
              <a:buNone/>
              <a:defRPr b="1"/>
            </a:lvl1pPr>
          </a:lstStyle>
          <a:p>
            <a:r>
              <a:rPr lang="en-US"/>
              <a:t>Click icon to insert chart.</a:t>
            </a:r>
          </a:p>
        </p:txBody>
      </p:sp>
      <p:sp>
        <p:nvSpPr>
          <p:cNvPr id="15" name="Chart Placeholder 11">
            <a:extLst>
              <a:ext uri="{FF2B5EF4-FFF2-40B4-BE49-F238E27FC236}">
                <a16:creationId xmlns:a16="http://schemas.microsoft.com/office/drawing/2014/main" id="{3530636A-45AC-73C2-C367-23B4D2D4E4C5}"/>
              </a:ext>
            </a:extLst>
          </p:cNvPr>
          <p:cNvSpPr>
            <a:spLocks noGrp="1"/>
          </p:cNvSpPr>
          <p:nvPr>
            <p:ph type="chart" sz="quarter" idx="42" hasCustomPrompt="1"/>
          </p:nvPr>
        </p:nvSpPr>
        <p:spPr>
          <a:xfrm>
            <a:off x="6309360" y="1600200"/>
            <a:ext cx="5029200" cy="4251960"/>
          </a:xfrm>
          <a:solidFill>
            <a:schemeClr val="accent5"/>
          </a:solidFill>
        </p:spPr>
        <p:txBody>
          <a:bodyPr tIns="2560320"/>
          <a:lstStyle>
            <a:lvl1pPr marL="0" indent="0" algn="ctr">
              <a:buFontTx/>
              <a:buNone/>
              <a:defRPr b="1"/>
            </a:lvl1pPr>
          </a:lstStyle>
          <a:p>
            <a:r>
              <a:rPr lang="en-US"/>
              <a:t>Click icon to insert chart.</a:t>
            </a:r>
          </a:p>
        </p:txBody>
      </p:sp>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a:t>This is a chart slide</a:t>
            </a:r>
          </a:p>
        </p:txBody>
      </p:sp>
      <p:sp>
        <p:nvSpPr>
          <p:cNvPr id="16" name="Text Placeholder 41">
            <a:extLst>
              <a:ext uri="{FF2B5EF4-FFF2-40B4-BE49-F238E27FC236}">
                <a16:creationId xmlns:a16="http://schemas.microsoft.com/office/drawing/2014/main" id="{4F3A019D-83D1-2126-677A-11393D645598}"/>
              </a:ext>
            </a:extLst>
          </p:cNvPr>
          <p:cNvSpPr>
            <a:spLocks noGrp="1"/>
          </p:cNvSpPr>
          <p:nvPr>
            <p:ph type="body" sz="quarter" idx="13" hasCustomPrompt="1"/>
          </p:nvPr>
        </p:nvSpPr>
        <p:spPr>
          <a:xfrm>
            <a:off x="365760" y="1095208"/>
            <a:ext cx="10956970" cy="360000"/>
          </a:xfrm>
        </p:spPr>
        <p:txBody>
          <a:bodyPr>
            <a:noAutofit/>
          </a:bodyPr>
          <a:lstStyle>
            <a:lvl1pPr marL="0" indent="0" algn="l">
              <a:buNone/>
              <a:defRPr sz="2000" b="1" cap="none" spc="100" baseline="0">
                <a:solidFill>
                  <a:schemeClr val="tx2"/>
                </a:solidFill>
                <a:latin typeface="+mn-lt"/>
              </a:defRPr>
            </a:lvl1pPr>
          </a:lstStyle>
          <a:p>
            <a:pPr lvl="0"/>
            <a:r>
              <a:rPr lang="en-GB" dirty="0"/>
              <a:t>INSERT SUBTITLE HERE</a:t>
            </a:r>
          </a:p>
        </p:txBody>
      </p:sp>
      <p:sp>
        <p:nvSpPr>
          <p:cNvPr id="6" name="Text Placeholder 22">
            <a:extLst>
              <a:ext uri="{FF2B5EF4-FFF2-40B4-BE49-F238E27FC236}">
                <a16:creationId xmlns:a16="http://schemas.microsoft.com/office/drawing/2014/main" id="{6CD0E883-C672-2803-1900-85F2C82E9F35}"/>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7" name="Text Placeholder 22">
            <a:extLst>
              <a:ext uri="{FF2B5EF4-FFF2-40B4-BE49-F238E27FC236}">
                <a16:creationId xmlns:a16="http://schemas.microsoft.com/office/drawing/2014/main" id="{02369741-1912-77EA-090E-584697D2E733}"/>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8" name="Graphic 17">
            <a:extLst>
              <a:ext uri="{FF2B5EF4-FFF2-40B4-BE49-F238E27FC236}">
                <a16:creationId xmlns:a16="http://schemas.microsoft.com/office/drawing/2014/main" id="{6A7FA394-7384-7868-6EAA-FF3F1A7931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B88E834C-1205-4724-56C9-3A1EB0EDB2A7}"/>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18714971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martArt x2">
    <p:spTree>
      <p:nvGrpSpPr>
        <p:cNvPr id="1" name=""/>
        <p:cNvGrpSpPr/>
        <p:nvPr/>
      </p:nvGrpSpPr>
      <p:grpSpPr>
        <a:xfrm>
          <a:off x="0" y="0"/>
          <a:ext cx="0" cy="0"/>
          <a:chOff x="0" y="0"/>
          <a:chExt cx="0" cy="0"/>
        </a:xfrm>
      </p:grpSpPr>
      <p:sp>
        <p:nvSpPr>
          <p:cNvPr id="9" name="SmartArt Placeholder 7">
            <a:extLst>
              <a:ext uri="{FF2B5EF4-FFF2-40B4-BE49-F238E27FC236}">
                <a16:creationId xmlns:a16="http://schemas.microsoft.com/office/drawing/2014/main" id="{044EEDFA-B8E4-CA9E-E1DF-D1CFEE461BC3}"/>
              </a:ext>
            </a:extLst>
          </p:cNvPr>
          <p:cNvSpPr>
            <a:spLocks noGrp="1"/>
          </p:cNvSpPr>
          <p:nvPr>
            <p:ph type="dgm" sz="quarter" idx="44" hasCustomPrompt="1"/>
          </p:nvPr>
        </p:nvSpPr>
        <p:spPr>
          <a:xfrm>
            <a:off x="6309360" y="1819656"/>
            <a:ext cx="5029200" cy="4005072"/>
          </a:xfrm>
          <a:solidFill>
            <a:schemeClr val="accent5"/>
          </a:solidFill>
        </p:spPr>
        <p:txBody>
          <a:bodyPr tIns="2560320"/>
          <a:lstStyle>
            <a:lvl1pPr marL="0" indent="0" algn="ctr">
              <a:buFontTx/>
              <a:buNone/>
              <a:defRPr b="1"/>
            </a:lvl1pPr>
          </a:lstStyle>
          <a:p>
            <a:r>
              <a:rPr lang="en-US"/>
              <a:t>Click icon to insert SmartArt.</a:t>
            </a:r>
          </a:p>
        </p:txBody>
      </p:sp>
      <p:sp>
        <p:nvSpPr>
          <p:cNvPr id="8" name="SmartArt Placeholder 7">
            <a:extLst>
              <a:ext uri="{FF2B5EF4-FFF2-40B4-BE49-F238E27FC236}">
                <a16:creationId xmlns:a16="http://schemas.microsoft.com/office/drawing/2014/main" id="{504C11BB-7374-58B0-594C-787A0704787B}"/>
              </a:ext>
            </a:extLst>
          </p:cNvPr>
          <p:cNvSpPr>
            <a:spLocks noGrp="1"/>
          </p:cNvSpPr>
          <p:nvPr>
            <p:ph type="dgm" sz="quarter" idx="43" hasCustomPrompt="1"/>
          </p:nvPr>
        </p:nvSpPr>
        <p:spPr>
          <a:xfrm>
            <a:off x="612648" y="1819656"/>
            <a:ext cx="5029200" cy="4005072"/>
          </a:xfrm>
          <a:solidFill>
            <a:schemeClr val="accent5"/>
          </a:solidFill>
        </p:spPr>
        <p:txBody>
          <a:bodyPr tIns="2560320"/>
          <a:lstStyle>
            <a:lvl1pPr marL="0" indent="0" algn="ctr">
              <a:buFontTx/>
              <a:buNone/>
              <a:defRPr b="1"/>
            </a:lvl1pPr>
          </a:lstStyle>
          <a:p>
            <a:r>
              <a:rPr lang="en-US"/>
              <a:t>Click icon to insert SmartArt.</a:t>
            </a:r>
          </a:p>
        </p:txBody>
      </p:sp>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a:t>This is a SMARTART slide</a:t>
            </a:r>
          </a:p>
        </p:txBody>
      </p:sp>
      <p:sp>
        <p:nvSpPr>
          <p:cNvPr id="5" name="Text Placeholder 4">
            <a:extLst>
              <a:ext uri="{FF2B5EF4-FFF2-40B4-BE49-F238E27FC236}">
                <a16:creationId xmlns:a16="http://schemas.microsoft.com/office/drawing/2014/main" id="{E42FDEB1-04F3-A013-2F74-6B74AF44E7F0}"/>
              </a:ext>
            </a:extLst>
          </p:cNvPr>
          <p:cNvSpPr>
            <a:spLocks noGrp="1"/>
          </p:cNvSpPr>
          <p:nvPr>
            <p:ph type="body" sz="quarter" idx="30" hasCustomPrompt="1"/>
          </p:nvPr>
        </p:nvSpPr>
        <p:spPr>
          <a:xfrm>
            <a:off x="614954" y="1320876"/>
            <a:ext cx="2517100" cy="306467"/>
          </a:xfrm>
          <a:prstGeom prst="roundRect">
            <a:avLst>
              <a:gd name="adj" fmla="val 16667"/>
            </a:avLst>
          </a:prstGeom>
          <a:solidFill>
            <a:schemeClr val="bg1"/>
          </a:solidFill>
          <a:ln w="12700">
            <a:solidFill>
              <a:schemeClr val="accent5"/>
            </a:solidFill>
          </a:ln>
        </p:spPr>
        <p:txBody>
          <a:bodyPr wrap="none" anchor="ctr">
            <a:spAutoFit/>
          </a:bodyPr>
          <a:lstStyle>
            <a:lvl1pPr marL="0" indent="0" algn="l">
              <a:lnSpc>
                <a:spcPct val="100000"/>
              </a:lnSpc>
              <a:buNone/>
              <a:defRPr sz="1200" b="1" spc="100" baseline="0">
                <a:solidFill>
                  <a:schemeClr val="tx1"/>
                </a:solidFill>
              </a:defRPr>
            </a:lvl1pPr>
          </a:lstStyle>
          <a:p>
            <a:pPr lvl="0"/>
            <a:r>
              <a:rPr lang="en-GB" dirty="0"/>
              <a:t>CLICK TO EDIT MASTER TEXT</a:t>
            </a:r>
          </a:p>
        </p:txBody>
      </p:sp>
      <p:sp>
        <p:nvSpPr>
          <p:cNvPr id="33" name="Text Placeholder 4">
            <a:extLst>
              <a:ext uri="{FF2B5EF4-FFF2-40B4-BE49-F238E27FC236}">
                <a16:creationId xmlns:a16="http://schemas.microsoft.com/office/drawing/2014/main" id="{29ADEB5B-C806-454E-7A67-E004C0104C00}"/>
              </a:ext>
            </a:extLst>
          </p:cNvPr>
          <p:cNvSpPr>
            <a:spLocks noGrp="1"/>
          </p:cNvSpPr>
          <p:nvPr>
            <p:ph type="body" sz="quarter" idx="39" hasCustomPrompt="1"/>
          </p:nvPr>
        </p:nvSpPr>
        <p:spPr>
          <a:xfrm>
            <a:off x="6299446" y="1320876"/>
            <a:ext cx="2517100" cy="306467"/>
          </a:xfrm>
          <a:prstGeom prst="roundRect">
            <a:avLst>
              <a:gd name="adj" fmla="val 16667"/>
            </a:avLst>
          </a:prstGeom>
          <a:solidFill>
            <a:schemeClr val="bg1"/>
          </a:solidFill>
          <a:ln w="12700">
            <a:solidFill>
              <a:schemeClr val="accent5"/>
            </a:solidFill>
          </a:ln>
        </p:spPr>
        <p:txBody>
          <a:bodyPr wrap="none" anchor="ctr">
            <a:spAutoFit/>
          </a:bodyPr>
          <a:lstStyle>
            <a:lvl1pPr marL="0" indent="0" algn="l">
              <a:lnSpc>
                <a:spcPct val="100000"/>
              </a:lnSpc>
              <a:buNone/>
              <a:defRPr sz="1200" b="1" spc="100" baseline="0">
                <a:solidFill>
                  <a:schemeClr val="tx1"/>
                </a:solidFill>
              </a:defRPr>
            </a:lvl1pPr>
          </a:lstStyle>
          <a:p>
            <a:pPr lvl="0"/>
            <a:r>
              <a:rPr lang="en-GB" dirty="0"/>
              <a:t>CLICK TO EDIT MASTER TEXT</a:t>
            </a:r>
          </a:p>
        </p:txBody>
      </p:sp>
      <p:sp>
        <p:nvSpPr>
          <p:cNvPr id="6" name="Text Placeholder 22">
            <a:extLst>
              <a:ext uri="{FF2B5EF4-FFF2-40B4-BE49-F238E27FC236}">
                <a16:creationId xmlns:a16="http://schemas.microsoft.com/office/drawing/2014/main" id="{3EE402C0-B7A1-2EDD-76BB-90FBBA949554}"/>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7" name="Text Placeholder 22">
            <a:extLst>
              <a:ext uri="{FF2B5EF4-FFF2-40B4-BE49-F238E27FC236}">
                <a16:creationId xmlns:a16="http://schemas.microsoft.com/office/drawing/2014/main" id="{C519BCAA-DEBE-E78D-2F4A-C9DE925E26A4}"/>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8" name="Graphic 17">
            <a:extLst>
              <a:ext uri="{FF2B5EF4-FFF2-40B4-BE49-F238E27FC236}">
                <a16:creationId xmlns:a16="http://schemas.microsoft.com/office/drawing/2014/main" id="{2F99BA72-5263-3235-7788-F82B874B34B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FAEE2255-BABF-A194-4BA6-2C00F5760CB2}"/>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423643649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Layout with Portrai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a:t>MEET THE TEAM</a:t>
            </a:r>
          </a:p>
        </p:txBody>
      </p:sp>
      <p:sp>
        <p:nvSpPr>
          <p:cNvPr id="19" name="Text Placeholder 17">
            <a:extLst>
              <a:ext uri="{FF2B5EF4-FFF2-40B4-BE49-F238E27FC236}">
                <a16:creationId xmlns:a16="http://schemas.microsoft.com/office/drawing/2014/main" id="{71D9DE15-3F56-2585-BC73-B9975C128789}"/>
              </a:ext>
            </a:extLst>
          </p:cNvPr>
          <p:cNvSpPr>
            <a:spLocks noGrp="1"/>
          </p:cNvSpPr>
          <p:nvPr>
            <p:ph type="body" sz="quarter" idx="16" hasCustomPrompt="1"/>
          </p:nvPr>
        </p:nvSpPr>
        <p:spPr>
          <a:xfrm>
            <a:off x="1600200" y="1524000"/>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6" name="Picture Placeholder 5">
            <a:extLst>
              <a:ext uri="{FF2B5EF4-FFF2-40B4-BE49-F238E27FC236}">
                <a16:creationId xmlns:a16="http://schemas.microsoft.com/office/drawing/2014/main" id="{EEA8B604-1BAE-4D49-F54D-DCCAC1B85E16}"/>
              </a:ext>
            </a:extLst>
          </p:cNvPr>
          <p:cNvSpPr>
            <a:spLocks noGrp="1"/>
          </p:cNvSpPr>
          <p:nvPr>
            <p:ph type="pic" sz="quarter" idx="39" hasCustomPrompt="1"/>
          </p:nvPr>
        </p:nvSpPr>
        <p:spPr>
          <a:xfrm>
            <a:off x="457200" y="1445790"/>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35" name="Text Placeholder 17">
            <a:extLst>
              <a:ext uri="{FF2B5EF4-FFF2-40B4-BE49-F238E27FC236}">
                <a16:creationId xmlns:a16="http://schemas.microsoft.com/office/drawing/2014/main" id="{F93DEE52-F1A7-E732-1594-8641166B281C}"/>
              </a:ext>
            </a:extLst>
          </p:cNvPr>
          <p:cNvSpPr>
            <a:spLocks noGrp="1"/>
          </p:cNvSpPr>
          <p:nvPr>
            <p:ph type="body" sz="quarter" idx="41" hasCustomPrompt="1"/>
          </p:nvPr>
        </p:nvSpPr>
        <p:spPr>
          <a:xfrm>
            <a:off x="1600200" y="2190192"/>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69" name="Picture Placeholder 5">
            <a:extLst>
              <a:ext uri="{FF2B5EF4-FFF2-40B4-BE49-F238E27FC236}">
                <a16:creationId xmlns:a16="http://schemas.microsoft.com/office/drawing/2014/main" id="{0EC22661-8FAC-3102-C889-C06C88BD330B}"/>
              </a:ext>
            </a:extLst>
          </p:cNvPr>
          <p:cNvSpPr>
            <a:spLocks noGrp="1"/>
          </p:cNvSpPr>
          <p:nvPr>
            <p:ph type="pic" sz="quarter" idx="51" hasCustomPrompt="1"/>
          </p:nvPr>
        </p:nvSpPr>
        <p:spPr>
          <a:xfrm>
            <a:off x="457200" y="3075343"/>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71" name="Text Placeholder 17">
            <a:extLst>
              <a:ext uri="{FF2B5EF4-FFF2-40B4-BE49-F238E27FC236}">
                <a16:creationId xmlns:a16="http://schemas.microsoft.com/office/drawing/2014/main" id="{03131E18-579F-AC64-0472-42FF118E6BB5}"/>
              </a:ext>
            </a:extLst>
          </p:cNvPr>
          <p:cNvSpPr>
            <a:spLocks noGrp="1"/>
          </p:cNvSpPr>
          <p:nvPr>
            <p:ph type="body" sz="quarter" idx="53" hasCustomPrompt="1"/>
          </p:nvPr>
        </p:nvSpPr>
        <p:spPr>
          <a:xfrm>
            <a:off x="1600200" y="3832090"/>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84" name="Picture Placeholder 5">
            <a:extLst>
              <a:ext uri="{FF2B5EF4-FFF2-40B4-BE49-F238E27FC236}">
                <a16:creationId xmlns:a16="http://schemas.microsoft.com/office/drawing/2014/main" id="{51ED897F-7B4C-E6B2-B28E-1304FADCBD0D}"/>
              </a:ext>
            </a:extLst>
          </p:cNvPr>
          <p:cNvSpPr>
            <a:spLocks noGrp="1"/>
          </p:cNvSpPr>
          <p:nvPr>
            <p:ph type="pic" sz="quarter" idx="63" hasCustomPrompt="1"/>
          </p:nvPr>
        </p:nvSpPr>
        <p:spPr>
          <a:xfrm>
            <a:off x="457200" y="4675250"/>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86" name="Text Placeholder 17">
            <a:extLst>
              <a:ext uri="{FF2B5EF4-FFF2-40B4-BE49-F238E27FC236}">
                <a16:creationId xmlns:a16="http://schemas.microsoft.com/office/drawing/2014/main" id="{E1610D74-3981-DA37-58A7-35C260D76FE7}"/>
              </a:ext>
            </a:extLst>
          </p:cNvPr>
          <p:cNvSpPr>
            <a:spLocks noGrp="1"/>
          </p:cNvSpPr>
          <p:nvPr>
            <p:ph type="body" sz="quarter" idx="65" hasCustomPrompt="1"/>
          </p:nvPr>
        </p:nvSpPr>
        <p:spPr>
          <a:xfrm>
            <a:off x="1600200" y="5431200"/>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16" name="Text Placeholder 17">
            <a:extLst>
              <a:ext uri="{FF2B5EF4-FFF2-40B4-BE49-F238E27FC236}">
                <a16:creationId xmlns:a16="http://schemas.microsoft.com/office/drawing/2014/main" id="{AF5D57F1-D150-A9DF-F685-85949F2E93A2}"/>
              </a:ext>
            </a:extLst>
          </p:cNvPr>
          <p:cNvSpPr>
            <a:spLocks noGrp="1"/>
          </p:cNvSpPr>
          <p:nvPr>
            <p:ph type="body" sz="quarter" idx="76" hasCustomPrompt="1"/>
          </p:nvPr>
        </p:nvSpPr>
        <p:spPr>
          <a:xfrm>
            <a:off x="1600200" y="3165898"/>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41" name="Text Placeholder 17">
            <a:extLst>
              <a:ext uri="{FF2B5EF4-FFF2-40B4-BE49-F238E27FC236}">
                <a16:creationId xmlns:a16="http://schemas.microsoft.com/office/drawing/2014/main" id="{1415AA33-65D2-CCDD-15F7-0D8F2DECE070}"/>
              </a:ext>
            </a:extLst>
          </p:cNvPr>
          <p:cNvSpPr>
            <a:spLocks noGrp="1"/>
          </p:cNvSpPr>
          <p:nvPr>
            <p:ph type="body" sz="quarter" idx="81" hasCustomPrompt="1"/>
          </p:nvPr>
        </p:nvSpPr>
        <p:spPr>
          <a:xfrm>
            <a:off x="1600200" y="4752409"/>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42" name="Text Placeholder 17">
            <a:extLst>
              <a:ext uri="{FF2B5EF4-FFF2-40B4-BE49-F238E27FC236}">
                <a16:creationId xmlns:a16="http://schemas.microsoft.com/office/drawing/2014/main" id="{99A76F95-17BB-5F11-FB8F-F97483E9C3E3}"/>
              </a:ext>
            </a:extLst>
          </p:cNvPr>
          <p:cNvSpPr>
            <a:spLocks noGrp="1"/>
          </p:cNvSpPr>
          <p:nvPr>
            <p:ph type="body" sz="quarter" idx="82" hasCustomPrompt="1"/>
          </p:nvPr>
        </p:nvSpPr>
        <p:spPr>
          <a:xfrm>
            <a:off x="9299448" y="1524000"/>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43" name="Picture Placeholder 5">
            <a:extLst>
              <a:ext uri="{FF2B5EF4-FFF2-40B4-BE49-F238E27FC236}">
                <a16:creationId xmlns:a16="http://schemas.microsoft.com/office/drawing/2014/main" id="{39EFDD93-72BE-3682-2E14-EF331A4E435C}"/>
              </a:ext>
            </a:extLst>
          </p:cNvPr>
          <p:cNvSpPr>
            <a:spLocks noGrp="1"/>
          </p:cNvSpPr>
          <p:nvPr>
            <p:ph type="pic" sz="quarter" idx="83" hasCustomPrompt="1"/>
          </p:nvPr>
        </p:nvSpPr>
        <p:spPr>
          <a:xfrm>
            <a:off x="8156448" y="1445790"/>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44" name="Text Placeholder 17">
            <a:extLst>
              <a:ext uri="{FF2B5EF4-FFF2-40B4-BE49-F238E27FC236}">
                <a16:creationId xmlns:a16="http://schemas.microsoft.com/office/drawing/2014/main" id="{DD3CCB5E-AF58-8323-F975-05AF9BC06E37}"/>
              </a:ext>
            </a:extLst>
          </p:cNvPr>
          <p:cNvSpPr>
            <a:spLocks noGrp="1"/>
          </p:cNvSpPr>
          <p:nvPr>
            <p:ph type="body" sz="quarter" idx="84" hasCustomPrompt="1"/>
          </p:nvPr>
        </p:nvSpPr>
        <p:spPr>
          <a:xfrm>
            <a:off x="9299448" y="2190192"/>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45" name="Picture Placeholder 5">
            <a:extLst>
              <a:ext uri="{FF2B5EF4-FFF2-40B4-BE49-F238E27FC236}">
                <a16:creationId xmlns:a16="http://schemas.microsoft.com/office/drawing/2014/main" id="{5D46B875-DE3C-CE80-1A76-1A54E4B5624E}"/>
              </a:ext>
            </a:extLst>
          </p:cNvPr>
          <p:cNvSpPr>
            <a:spLocks noGrp="1"/>
          </p:cNvSpPr>
          <p:nvPr>
            <p:ph type="pic" sz="quarter" idx="85" hasCustomPrompt="1"/>
          </p:nvPr>
        </p:nvSpPr>
        <p:spPr>
          <a:xfrm>
            <a:off x="8156448" y="3075343"/>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46" name="Text Placeholder 17">
            <a:extLst>
              <a:ext uri="{FF2B5EF4-FFF2-40B4-BE49-F238E27FC236}">
                <a16:creationId xmlns:a16="http://schemas.microsoft.com/office/drawing/2014/main" id="{8F8A34EA-F9F8-B531-C9E5-BD389BF28674}"/>
              </a:ext>
            </a:extLst>
          </p:cNvPr>
          <p:cNvSpPr>
            <a:spLocks noGrp="1"/>
          </p:cNvSpPr>
          <p:nvPr>
            <p:ph type="body" sz="quarter" idx="86" hasCustomPrompt="1"/>
          </p:nvPr>
        </p:nvSpPr>
        <p:spPr>
          <a:xfrm>
            <a:off x="9299448" y="3832090"/>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47" name="Picture Placeholder 5">
            <a:extLst>
              <a:ext uri="{FF2B5EF4-FFF2-40B4-BE49-F238E27FC236}">
                <a16:creationId xmlns:a16="http://schemas.microsoft.com/office/drawing/2014/main" id="{232B562D-4EDF-BF3F-6CE3-BB33DE8E54E1}"/>
              </a:ext>
            </a:extLst>
          </p:cNvPr>
          <p:cNvSpPr>
            <a:spLocks noGrp="1"/>
          </p:cNvSpPr>
          <p:nvPr>
            <p:ph type="pic" sz="quarter" idx="87" hasCustomPrompt="1"/>
          </p:nvPr>
        </p:nvSpPr>
        <p:spPr>
          <a:xfrm>
            <a:off x="8156448" y="4675250"/>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48" name="Text Placeholder 17">
            <a:extLst>
              <a:ext uri="{FF2B5EF4-FFF2-40B4-BE49-F238E27FC236}">
                <a16:creationId xmlns:a16="http://schemas.microsoft.com/office/drawing/2014/main" id="{9C46AB45-19EA-B597-03A0-06D93B0C08FE}"/>
              </a:ext>
            </a:extLst>
          </p:cNvPr>
          <p:cNvSpPr>
            <a:spLocks noGrp="1"/>
          </p:cNvSpPr>
          <p:nvPr>
            <p:ph type="body" sz="quarter" idx="88" hasCustomPrompt="1"/>
          </p:nvPr>
        </p:nvSpPr>
        <p:spPr>
          <a:xfrm>
            <a:off x="9299448" y="5431200"/>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49" name="Text Placeholder 17">
            <a:extLst>
              <a:ext uri="{FF2B5EF4-FFF2-40B4-BE49-F238E27FC236}">
                <a16:creationId xmlns:a16="http://schemas.microsoft.com/office/drawing/2014/main" id="{BC16CC03-7511-FD74-4A30-455E0247CBA7}"/>
              </a:ext>
            </a:extLst>
          </p:cNvPr>
          <p:cNvSpPr>
            <a:spLocks noGrp="1"/>
          </p:cNvSpPr>
          <p:nvPr>
            <p:ph type="body" sz="quarter" idx="89" hasCustomPrompt="1"/>
          </p:nvPr>
        </p:nvSpPr>
        <p:spPr>
          <a:xfrm>
            <a:off x="9299448" y="3165898"/>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52" name="Text Placeholder 17">
            <a:extLst>
              <a:ext uri="{FF2B5EF4-FFF2-40B4-BE49-F238E27FC236}">
                <a16:creationId xmlns:a16="http://schemas.microsoft.com/office/drawing/2014/main" id="{9CD7920D-F5A8-181F-C476-D64100003AD9}"/>
              </a:ext>
            </a:extLst>
          </p:cNvPr>
          <p:cNvSpPr>
            <a:spLocks noGrp="1"/>
          </p:cNvSpPr>
          <p:nvPr>
            <p:ph type="body" sz="quarter" idx="90" hasCustomPrompt="1"/>
          </p:nvPr>
        </p:nvSpPr>
        <p:spPr>
          <a:xfrm>
            <a:off x="9299448" y="4752409"/>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55" name="Text Placeholder 17">
            <a:extLst>
              <a:ext uri="{FF2B5EF4-FFF2-40B4-BE49-F238E27FC236}">
                <a16:creationId xmlns:a16="http://schemas.microsoft.com/office/drawing/2014/main" id="{C4D8F1FD-06AE-2630-49AE-CCFE34695EF3}"/>
              </a:ext>
            </a:extLst>
          </p:cNvPr>
          <p:cNvSpPr>
            <a:spLocks noGrp="1"/>
          </p:cNvSpPr>
          <p:nvPr>
            <p:ph type="body" sz="quarter" idx="91" hasCustomPrompt="1"/>
          </p:nvPr>
        </p:nvSpPr>
        <p:spPr>
          <a:xfrm>
            <a:off x="5449824" y="1524000"/>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56" name="Picture Placeholder 5">
            <a:extLst>
              <a:ext uri="{FF2B5EF4-FFF2-40B4-BE49-F238E27FC236}">
                <a16:creationId xmlns:a16="http://schemas.microsoft.com/office/drawing/2014/main" id="{56350CA7-802C-7D52-1A00-EFA20475B826}"/>
              </a:ext>
            </a:extLst>
          </p:cNvPr>
          <p:cNvSpPr>
            <a:spLocks noGrp="1"/>
          </p:cNvSpPr>
          <p:nvPr>
            <p:ph type="pic" sz="quarter" idx="92" hasCustomPrompt="1"/>
          </p:nvPr>
        </p:nvSpPr>
        <p:spPr>
          <a:xfrm>
            <a:off x="4305090" y="1445790"/>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57" name="Text Placeholder 17">
            <a:extLst>
              <a:ext uri="{FF2B5EF4-FFF2-40B4-BE49-F238E27FC236}">
                <a16:creationId xmlns:a16="http://schemas.microsoft.com/office/drawing/2014/main" id="{3AEEBE56-3398-44B1-4F40-2156CB7B8E2D}"/>
              </a:ext>
            </a:extLst>
          </p:cNvPr>
          <p:cNvSpPr>
            <a:spLocks noGrp="1"/>
          </p:cNvSpPr>
          <p:nvPr>
            <p:ph type="body" sz="quarter" idx="93" hasCustomPrompt="1"/>
          </p:nvPr>
        </p:nvSpPr>
        <p:spPr>
          <a:xfrm>
            <a:off x="5448090" y="2190192"/>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58" name="Picture Placeholder 5">
            <a:extLst>
              <a:ext uri="{FF2B5EF4-FFF2-40B4-BE49-F238E27FC236}">
                <a16:creationId xmlns:a16="http://schemas.microsoft.com/office/drawing/2014/main" id="{D849E570-B9C5-AD6B-775C-4E909F90F83E}"/>
              </a:ext>
            </a:extLst>
          </p:cNvPr>
          <p:cNvSpPr>
            <a:spLocks noGrp="1"/>
          </p:cNvSpPr>
          <p:nvPr>
            <p:ph type="pic" sz="quarter" idx="94" hasCustomPrompt="1"/>
          </p:nvPr>
        </p:nvSpPr>
        <p:spPr>
          <a:xfrm>
            <a:off x="4305090" y="3075343"/>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59" name="Text Placeholder 17">
            <a:extLst>
              <a:ext uri="{FF2B5EF4-FFF2-40B4-BE49-F238E27FC236}">
                <a16:creationId xmlns:a16="http://schemas.microsoft.com/office/drawing/2014/main" id="{034CCEEA-CB5E-D731-442B-DC0EDC37B109}"/>
              </a:ext>
            </a:extLst>
          </p:cNvPr>
          <p:cNvSpPr>
            <a:spLocks noGrp="1"/>
          </p:cNvSpPr>
          <p:nvPr>
            <p:ph type="body" sz="quarter" idx="95" hasCustomPrompt="1"/>
          </p:nvPr>
        </p:nvSpPr>
        <p:spPr>
          <a:xfrm>
            <a:off x="5448090" y="3832090"/>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60" name="Picture Placeholder 5">
            <a:extLst>
              <a:ext uri="{FF2B5EF4-FFF2-40B4-BE49-F238E27FC236}">
                <a16:creationId xmlns:a16="http://schemas.microsoft.com/office/drawing/2014/main" id="{6BCA09BE-2A89-799F-454A-4655DD16E810}"/>
              </a:ext>
            </a:extLst>
          </p:cNvPr>
          <p:cNvSpPr>
            <a:spLocks noGrp="1"/>
          </p:cNvSpPr>
          <p:nvPr>
            <p:ph type="pic" sz="quarter" idx="96" hasCustomPrompt="1"/>
          </p:nvPr>
        </p:nvSpPr>
        <p:spPr>
          <a:xfrm>
            <a:off x="4305090" y="4675250"/>
            <a:ext cx="1052070" cy="1052069"/>
          </a:xfrm>
          <a:prstGeom prst="ellipse">
            <a:avLst/>
          </a:prstGeom>
          <a:solidFill>
            <a:schemeClr val="accent5"/>
          </a:solidFill>
        </p:spPr>
        <p:txBody>
          <a:bodyPr vert="horz" lIns="0" tIns="0" rIns="0" bIns="0" rtlCol="0" anchor="ctr">
            <a:normAutofit/>
          </a:bodyPr>
          <a:lstStyle>
            <a:lvl1pPr marL="0" indent="0">
              <a:buNone/>
              <a:defRPr lang="en-GB" sz="1100" b="1">
                <a:solidFill>
                  <a:schemeClr val="tx2"/>
                </a:solidFill>
              </a:defRPr>
            </a:lvl1pPr>
          </a:lstStyle>
          <a:p>
            <a:pPr marL="228600" lvl="0" indent="-228600" algn="ctr"/>
            <a:r>
              <a:rPr lang="en-US"/>
              <a:t>Click icon to add picture.</a:t>
            </a:r>
            <a:endParaRPr lang="en-GB"/>
          </a:p>
        </p:txBody>
      </p:sp>
      <p:sp>
        <p:nvSpPr>
          <p:cNvPr id="61" name="Text Placeholder 17">
            <a:extLst>
              <a:ext uri="{FF2B5EF4-FFF2-40B4-BE49-F238E27FC236}">
                <a16:creationId xmlns:a16="http://schemas.microsoft.com/office/drawing/2014/main" id="{FB05C365-AF0D-916D-955C-56A849DC110A}"/>
              </a:ext>
            </a:extLst>
          </p:cNvPr>
          <p:cNvSpPr>
            <a:spLocks noGrp="1"/>
          </p:cNvSpPr>
          <p:nvPr>
            <p:ph type="body" sz="quarter" idx="97" hasCustomPrompt="1"/>
          </p:nvPr>
        </p:nvSpPr>
        <p:spPr>
          <a:xfrm>
            <a:off x="5448090" y="5431200"/>
            <a:ext cx="2340000" cy="360000"/>
          </a:xfrm>
        </p:spPr>
        <p:txBody>
          <a:bodyPr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62" name="Text Placeholder 17">
            <a:extLst>
              <a:ext uri="{FF2B5EF4-FFF2-40B4-BE49-F238E27FC236}">
                <a16:creationId xmlns:a16="http://schemas.microsoft.com/office/drawing/2014/main" id="{F5B5FA08-92BE-95B8-B1B4-BAA1C2B21AC8}"/>
              </a:ext>
            </a:extLst>
          </p:cNvPr>
          <p:cNvSpPr>
            <a:spLocks noGrp="1"/>
          </p:cNvSpPr>
          <p:nvPr>
            <p:ph type="body" sz="quarter" idx="98" hasCustomPrompt="1"/>
          </p:nvPr>
        </p:nvSpPr>
        <p:spPr>
          <a:xfrm>
            <a:off x="5448090" y="3165898"/>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67" name="Text Placeholder 17">
            <a:extLst>
              <a:ext uri="{FF2B5EF4-FFF2-40B4-BE49-F238E27FC236}">
                <a16:creationId xmlns:a16="http://schemas.microsoft.com/office/drawing/2014/main" id="{23394BD0-C521-080B-6BE7-1AC2F20B48B5}"/>
              </a:ext>
            </a:extLst>
          </p:cNvPr>
          <p:cNvSpPr>
            <a:spLocks noGrp="1"/>
          </p:cNvSpPr>
          <p:nvPr>
            <p:ph type="body" sz="quarter" idx="99" hasCustomPrompt="1"/>
          </p:nvPr>
        </p:nvSpPr>
        <p:spPr>
          <a:xfrm>
            <a:off x="5448090" y="4752409"/>
            <a:ext cx="2340000" cy="618330"/>
          </a:xfrm>
        </p:spPr>
        <p:txBody>
          <a:bodyPr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4" name="Text Placeholder 22">
            <a:extLst>
              <a:ext uri="{FF2B5EF4-FFF2-40B4-BE49-F238E27FC236}">
                <a16:creationId xmlns:a16="http://schemas.microsoft.com/office/drawing/2014/main" id="{4D66A5C1-19AD-BB4B-71E7-36AC9237CDB7}"/>
              </a:ext>
            </a:extLst>
          </p:cNvPr>
          <p:cNvSpPr>
            <a:spLocks noGrp="1"/>
          </p:cNvSpPr>
          <p:nvPr>
            <p:ph type="body" sz="quarter" idx="100"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2" name="Text Placeholder 22">
            <a:extLst>
              <a:ext uri="{FF2B5EF4-FFF2-40B4-BE49-F238E27FC236}">
                <a16:creationId xmlns:a16="http://schemas.microsoft.com/office/drawing/2014/main" id="{4E51B185-E64C-BD4E-5753-08002C2D8505}"/>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8" name="Graphic 17">
            <a:extLst>
              <a:ext uri="{FF2B5EF4-FFF2-40B4-BE49-F238E27FC236}">
                <a16:creationId xmlns:a16="http://schemas.microsoft.com/office/drawing/2014/main" id="{C0A98872-2A58-B556-C336-53C5E284449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D5742EA7-C4A4-7B24-2EA6-81BF78710432}"/>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4307142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m Layout No Portrai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a:t>MEET THE TEAM</a:t>
            </a:r>
          </a:p>
        </p:txBody>
      </p:sp>
      <p:sp>
        <p:nvSpPr>
          <p:cNvPr id="19" name="Text Placeholder 17">
            <a:extLst>
              <a:ext uri="{FF2B5EF4-FFF2-40B4-BE49-F238E27FC236}">
                <a16:creationId xmlns:a16="http://schemas.microsoft.com/office/drawing/2014/main" id="{71D9DE15-3F56-2585-BC73-B9975C128789}"/>
              </a:ext>
            </a:extLst>
          </p:cNvPr>
          <p:cNvSpPr>
            <a:spLocks noGrp="1"/>
          </p:cNvSpPr>
          <p:nvPr>
            <p:ph type="body" sz="quarter" idx="16" hasCustomPrompt="1"/>
          </p:nvPr>
        </p:nvSpPr>
        <p:spPr>
          <a:xfrm>
            <a:off x="1051560" y="1463176"/>
            <a:ext cx="2743200" cy="731520"/>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r>
              <a:rPr lang="en-GB" dirty="0"/>
              <a:t>2 rows</a:t>
            </a:r>
          </a:p>
          <a:p>
            <a:pPr lvl="1"/>
            <a:r>
              <a:rPr lang="en-GB" dirty="0"/>
              <a:t>ACADEMIC DEGREES</a:t>
            </a:r>
          </a:p>
        </p:txBody>
      </p:sp>
      <p:sp>
        <p:nvSpPr>
          <p:cNvPr id="35" name="Text Placeholder 17">
            <a:extLst>
              <a:ext uri="{FF2B5EF4-FFF2-40B4-BE49-F238E27FC236}">
                <a16:creationId xmlns:a16="http://schemas.microsoft.com/office/drawing/2014/main" id="{F93DEE52-F1A7-E732-1594-8641166B281C}"/>
              </a:ext>
            </a:extLst>
          </p:cNvPr>
          <p:cNvSpPr>
            <a:spLocks noGrp="1"/>
          </p:cNvSpPr>
          <p:nvPr>
            <p:ph type="body" sz="quarter" idx="41" hasCustomPrompt="1"/>
          </p:nvPr>
        </p:nvSpPr>
        <p:spPr>
          <a:xfrm>
            <a:off x="1051560" y="2208521"/>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71" name="Text Placeholder 17">
            <a:extLst>
              <a:ext uri="{FF2B5EF4-FFF2-40B4-BE49-F238E27FC236}">
                <a16:creationId xmlns:a16="http://schemas.microsoft.com/office/drawing/2014/main" id="{03131E18-579F-AC64-0472-42FF118E6BB5}"/>
              </a:ext>
            </a:extLst>
          </p:cNvPr>
          <p:cNvSpPr>
            <a:spLocks noGrp="1"/>
          </p:cNvSpPr>
          <p:nvPr>
            <p:ph type="body" sz="quarter" idx="53" hasCustomPrompt="1"/>
          </p:nvPr>
        </p:nvSpPr>
        <p:spPr>
          <a:xfrm>
            <a:off x="1051560" y="3620856"/>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86" name="Text Placeholder 17">
            <a:extLst>
              <a:ext uri="{FF2B5EF4-FFF2-40B4-BE49-F238E27FC236}">
                <a16:creationId xmlns:a16="http://schemas.microsoft.com/office/drawing/2014/main" id="{E1610D74-3981-DA37-58A7-35C260D76FE7}"/>
              </a:ext>
            </a:extLst>
          </p:cNvPr>
          <p:cNvSpPr>
            <a:spLocks noGrp="1"/>
          </p:cNvSpPr>
          <p:nvPr>
            <p:ph type="body" sz="quarter" idx="65" hasCustomPrompt="1"/>
          </p:nvPr>
        </p:nvSpPr>
        <p:spPr>
          <a:xfrm>
            <a:off x="1051560" y="5017651"/>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16" name="Text Placeholder 17">
            <a:extLst>
              <a:ext uri="{FF2B5EF4-FFF2-40B4-BE49-F238E27FC236}">
                <a16:creationId xmlns:a16="http://schemas.microsoft.com/office/drawing/2014/main" id="{AF5D57F1-D150-A9DF-F685-85949F2E93A2}"/>
              </a:ext>
            </a:extLst>
          </p:cNvPr>
          <p:cNvSpPr>
            <a:spLocks noGrp="1"/>
          </p:cNvSpPr>
          <p:nvPr>
            <p:ph type="body" sz="quarter" idx="76" hasCustomPrompt="1"/>
          </p:nvPr>
        </p:nvSpPr>
        <p:spPr>
          <a:xfrm>
            <a:off x="1051560" y="3064624"/>
            <a:ext cx="2743200" cy="539496"/>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 1 row</a:t>
            </a:r>
          </a:p>
          <a:p>
            <a:pPr lvl="1"/>
            <a:r>
              <a:rPr lang="en-GB" dirty="0"/>
              <a:t>ACADEMIC DEGREES</a:t>
            </a:r>
          </a:p>
        </p:txBody>
      </p:sp>
      <p:sp>
        <p:nvSpPr>
          <p:cNvPr id="41" name="Text Placeholder 17">
            <a:extLst>
              <a:ext uri="{FF2B5EF4-FFF2-40B4-BE49-F238E27FC236}">
                <a16:creationId xmlns:a16="http://schemas.microsoft.com/office/drawing/2014/main" id="{1415AA33-65D2-CCDD-15F7-0D8F2DECE070}"/>
              </a:ext>
            </a:extLst>
          </p:cNvPr>
          <p:cNvSpPr>
            <a:spLocks noGrp="1"/>
          </p:cNvSpPr>
          <p:nvPr>
            <p:ph type="body" sz="quarter" idx="81" hasCustomPrompt="1"/>
          </p:nvPr>
        </p:nvSpPr>
        <p:spPr>
          <a:xfrm>
            <a:off x="1051560" y="4460082"/>
            <a:ext cx="2743200" cy="539496"/>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42" name="Text Placeholder 17">
            <a:extLst>
              <a:ext uri="{FF2B5EF4-FFF2-40B4-BE49-F238E27FC236}">
                <a16:creationId xmlns:a16="http://schemas.microsoft.com/office/drawing/2014/main" id="{99A76F95-17BB-5F11-FB8F-F97483E9C3E3}"/>
              </a:ext>
            </a:extLst>
          </p:cNvPr>
          <p:cNvSpPr>
            <a:spLocks noGrp="1"/>
          </p:cNvSpPr>
          <p:nvPr>
            <p:ph type="body" sz="quarter" idx="82" hasCustomPrompt="1"/>
          </p:nvPr>
        </p:nvSpPr>
        <p:spPr>
          <a:xfrm>
            <a:off x="8686800" y="1463176"/>
            <a:ext cx="2743200" cy="731520"/>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r>
              <a:rPr lang="en-GB" dirty="0"/>
              <a:t>2 rows</a:t>
            </a:r>
          </a:p>
          <a:p>
            <a:pPr lvl="1"/>
            <a:r>
              <a:rPr lang="en-GB" dirty="0"/>
              <a:t>ACADEMIC DEGREES</a:t>
            </a:r>
          </a:p>
        </p:txBody>
      </p:sp>
      <p:sp>
        <p:nvSpPr>
          <p:cNvPr id="44" name="Text Placeholder 17">
            <a:extLst>
              <a:ext uri="{FF2B5EF4-FFF2-40B4-BE49-F238E27FC236}">
                <a16:creationId xmlns:a16="http://schemas.microsoft.com/office/drawing/2014/main" id="{DD3CCB5E-AF58-8323-F975-05AF9BC06E37}"/>
              </a:ext>
            </a:extLst>
          </p:cNvPr>
          <p:cNvSpPr>
            <a:spLocks noGrp="1"/>
          </p:cNvSpPr>
          <p:nvPr>
            <p:ph type="body" sz="quarter" idx="84" hasCustomPrompt="1"/>
          </p:nvPr>
        </p:nvSpPr>
        <p:spPr>
          <a:xfrm>
            <a:off x="8686800" y="2208521"/>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46" name="Text Placeholder 17">
            <a:extLst>
              <a:ext uri="{FF2B5EF4-FFF2-40B4-BE49-F238E27FC236}">
                <a16:creationId xmlns:a16="http://schemas.microsoft.com/office/drawing/2014/main" id="{8F8A34EA-F9F8-B531-C9E5-BD389BF28674}"/>
              </a:ext>
            </a:extLst>
          </p:cNvPr>
          <p:cNvSpPr>
            <a:spLocks noGrp="1"/>
          </p:cNvSpPr>
          <p:nvPr>
            <p:ph type="body" sz="quarter" idx="86" hasCustomPrompt="1"/>
          </p:nvPr>
        </p:nvSpPr>
        <p:spPr>
          <a:xfrm>
            <a:off x="8686800" y="3620856"/>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48" name="Text Placeholder 17">
            <a:extLst>
              <a:ext uri="{FF2B5EF4-FFF2-40B4-BE49-F238E27FC236}">
                <a16:creationId xmlns:a16="http://schemas.microsoft.com/office/drawing/2014/main" id="{9C46AB45-19EA-B597-03A0-06D93B0C08FE}"/>
              </a:ext>
            </a:extLst>
          </p:cNvPr>
          <p:cNvSpPr>
            <a:spLocks noGrp="1"/>
          </p:cNvSpPr>
          <p:nvPr>
            <p:ph type="body" sz="quarter" idx="88" hasCustomPrompt="1"/>
          </p:nvPr>
        </p:nvSpPr>
        <p:spPr>
          <a:xfrm>
            <a:off x="8686800" y="5017651"/>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49" name="Text Placeholder 17">
            <a:extLst>
              <a:ext uri="{FF2B5EF4-FFF2-40B4-BE49-F238E27FC236}">
                <a16:creationId xmlns:a16="http://schemas.microsoft.com/office/drawing/2014/main" id="{BC16CC03-7511-FD74-4A30-455E0247CBA7}"/>
              </a:ext>
            </a:extLst>
          </p:cNvPr>
          <p:cNvSpPr>
            <a:spLocks noGrp="1"/>
          </p:cNvSpPr>
          <p:nvPr>
            <p:ph type="body" sz="quarter" idx="89" hasCustomPrompt="1"/>
          </p:nvPr>
        </p:nvSpPr>
        <p:spPr>
          <a:xfrm>
            <a:off x="8686800" y="3064624"/>
            <a:ext cx="2743200" cy="539496"/>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52" name="Text Placeholder 17">
            <a:extLst>
              <a:ext uri="{FF2B5EF4-FFF2-40B4-BE49-F238E27FC236}">
                <a16:creationId xmlns:a16="http://schemas.microsoft.com/office/drawing/2014/main" id="{9CD7920D-F5A8-181F-C476-D64100003AD9}"/>
              </a:ext>
            </a:extLst>
          </p:cNvPr>
          <p:cNvSpPr>
            <a:spLocks noGrp="1"/>
          </p:cNvSpPr>
          <p:nvPr>
            <p:ph type="body" sz="quarter" idx="90" hasCustomPrompt="1"/>
          </p:nvPr>
        </p:nvSpPr>
        <p:spPr>
          <a:xfrm>
            <a:off x="8686800" y="4460082"/>
            <a:ext cx="2743200" cy="539496"/>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55" name="Text Placeholder 17">
            <a:extLst>
              <a:ext uri="{FF2B5EF4-FFF2-40B4-BE49-F238E27FC236}">
                <a16:creationId xmlns:a16="http://schemas.microsoft.com/office/drawing/2014/main" id="{C4D8F1FD-06AE-2630-49AE-CCFE34695EF3}"/>
              </a:ext>
            </a:extLst>
          </p:cNvPr>
          <p:cNvSpPr>
            <a:spLocks noGrp="1"/>
          </p:cNvSpPr>
          <p:nvPr>
            <p:ph type="body" sz="quarter" idx="91" hasCustomPrompt="1"/>
          </p:nvPr>
        </p:nvSpPr>
        <p:spPr>
          <a:xfrm>
            <a:off x="4818888" y="1463176"/>
            <a:ext cx="2743200" cy="731520"/>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r>
              <a:rPr lang="en-GB" dirty="0"/>
              <a:t>2 rows</a:t>
            </a:r>
          </a:p>
          <a:p>
            <a:pPr lvl="1"/>
            <a:r>
              <a:rPr lang="en-GB" dirty="0"/>
              <a:t>ACADEMIC DEGREES</a:t>
            </a:r>
          </a:p>
        </p:txBody>
      </p:sp>
      <p:sp>
        <p:nvSpPr>
          <p:cNvPr id="57" name="Text Placeholder 17">
            <a:extLst>
              <a:ext uri="{FF2B5EF4-FFF2-40B4-BE49-F238E27FC236}">
                <a16:creationId xmlns:a16="http://schemas.microsoft.com/office/drawing/2014/main" id="{3AEEBE56-3398-44B1-4F40-2156CB7B8E2D}"/>
              </a:ext>
            </a:extLst>
          </p:cNvPr>
          <p:cNvSpPr>
            <a:spLocks noGrp="1"/>
          </p:cNvSpPr>
          <p:nvPr>
            <p:ph type="body" sz="quarter" idx="93" hasCustomPrompt="1"/>
          </p:nvPr>
        </p:nvSpPr>
        <p:spPr>
          <a:xfrm>
            <a:off x="4818888" y="2208521"/>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59" name="Text Placeholder 17">
            <a:extLst>
              <a:ext uri="{FF2B5EF4-FFF2-40B4-BE49-F238E27FC236}">
                <a16:creationId xmlns:a16="http://schemas.microsoft.com/office/drawing/2014/main" id="{034CCEEA-CB5E-D731-442B-DC0EDC37B109}"/>
              </a:ext>
            </a:extLst>
          </p:cNvPr>
          <p:cNvSpPr>
            <a:spLocks noGrp="1"/>
          </p:cNvSpPr>
          <p:nvPr>
            <p:ph type="body" sz="quarter" idx="95" hasCustomPrompt="1"/>
          </p:nvPr>
        </p:nvSpPr>
        <p:spPr>
          <a:xfrm>
            <a:off x="4818888" y="3620856"/>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61" name="Text Placeholder 17">
            <a:extLst>
              <a:ext uri="{FF2B5EF4-FFF2-40B4-BE49-F238E27FC236}">
                <a16:creationId xmlns:a16="http://schemas.microsoft.com/office/drawing/2014/main" id="{FB05C365-AF0D-916D-955C-56A849DC110A}"/>
              </a:ext>
            </a:extLst>
          </p:cNvPr>
          <p:cNvSpPr>
            <a:spLocks noGrp="1"/>
          </p:cNvSpPr>
          <p:nvPr>
            <p:ph type="body" sz="quarter" idx="97" hasCustomPrompt="1"/>
          </p:nvPr>
        </p:nvSpPr>
        <p:spPr>
          <a:xfrm>
            <a:off x="4818888" y="5017651"/>
            <a:ext cx="2743200" cy="360000"/>
          </a:xfrm>
        </p:spPr>
        <p:txBody>
          <a:bodyPr wrap="square" anchor="t">
            <a:noAutofit/>
          </a:bodyPr>
          <a:lstStyle>
            <a:lvl1pPr marL="0" indent="0">
              <a:spcBef>
                <a:spcPts val="0"/>
              </a:spcBef>
              <a:buNone/>
              <a:defRPr kumimoji="0" lang="en-GB" sz="1200" b="0" i="0" u="none" strike="noStrike" kern="1200" cap="none" spc="0" normalizeH="0" baseline="0" dirty="0">
                <a:ln>
                  <a:noFill/>
                </a:ln>
                <a:solidFill>
                  <a:schemeClr val="tx1"/>
                </a:solidFill>
                <a:effectLst/>
                <a:uLnTx/>
                <a:uFillTx/>
                <a:latin typeface="+mn-lt"/>
                <a:ea typeface="+mn-ea"/>
                <a:cs typeface="+mn-cs"/>
              </a:defRPr>
            </a:lvl1pPr>
            <a:lvl2pPr marL="0" indent="0">
              <a:buNone/>
              <a:defRPr/>
            </a:lvl2pPr>
            <a:lvl3pPr marL="0" indent="0">
              <a:buNone/>
              <a:defRPr/>
            </a:lvl3pPr>
            <a:lvl4pPr marL="0" indent="0">
              <a:buNone/>
              <a:defRPr/>
            </a:lvl4pPr>
            <a:lvl5pPr marL="0" indent="0">
              <a:buNone/>
              <a:defRPr/>
            </a:lvl5pPr>
          </a:lstStyle>
          <a:p>
            <a:r>
              <a:rPr lang="en-GB" dirty="0"/>
              <a:t>Insert Job Title Here</a:t>
            </a:r>
          </a:p>
        </p:txBody>
      </p:sp>
      <p:sp>
        <p:nvSpPr>
          <p:cNvPr id="62" name="Text Placeholder 17">
            <a:extLst>
              <a:ext uri="{FF2B5EF4-FFF2-40B4-BE49-F238E27FC236}">
                <a16:creationId xmlns:a16="http://schemas.microsoft.com/office/drawing/2014/main" id="{F5B5FA08-92BE-95B8-B1B4-BAA1C2B21AC8}"/>
              </a:ext>
            </a:extLst>
          </p:cNvPr>
          <p:cNvSpPr>
            <a:spLocks noGrp="1"/>
          </p:cNvSpPr>
          <p:nvPr>
            <p:ph type="body" sz="quarter" idx="98" hasCustomPrompt="1"/>
          </p:nvPr>
        </p:nvSpPr>
        <p:spPr>
          <a:xfrm>
            <a:off x="4818888" y="3064624"/>
            <a:ext cx="2743200" cy="539496"/>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67" name="Text Placeholder 17">
            <a:extLst>
              <a:ext uri="{FF2B5EF4-FFF2-40B4-BE49-F238E27FC236}">
                <a16:creationId xmlns:a16="http://schemas.microsoft.com/office/drawing/2014/main" id="{23394BD0-C521-080B-6BE7-1AC2F20B48B5}"/>
              </a:ext>
            </a:extLst>
          </p:cNvPr>
          <p:cNvSpPr>
            <a:spLocks noGrp="1"/>
          </p:cNvSpPr>
          <p:nvPr>
            <p:ph type="body" sz="quarter" idx="99" hasCustomPrompt="1"/>
          </p:nvPr>
        </p:nvSpPr>
        <p:spPr>
          <a:xfrm>
            <a:off x="4818888" y="4460082"/>
            <a:ext cx="2743200" cy="539496"/>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ACADEMIC DEGREES</a:t>
            </a:r>
          </a:p>
        </p:txBody>
      </p:sp>
      <p:sp>
        <p:nvSpPr>
          <p:cNvPr id="4" name="Text Placeholder 22">
            <a:extLst>
              <a:ext uri="{FF2B5EF4-FFF2-40B4-BE49-F238E27FC236}">
                <a16:creationId xmlns:a16="http://schemas.microsoft.com/office/drawing/2014/main" id="{4D66A5C1-19AD-BB4B-71E7-36AC9237CDB7}"/>
              </a:ext>
            </a:extLst>
          </p:cNvPr>
          <p:cNvSpPr>
            <a:spLocks noGrp="1"/>
          </p:cNvSpPr>
          <p:nvPr>
            <p:ph type="body" sz="quarter" idx="100"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53" name="Vertical Text Placeholder 52">
            <a:extLst>
              <a:ext uri="{FF2B5EF4-FFF2-40B4-BE49-F238E27FC236}">
                <a16:creationId xmlns:a16="http://schemas.microsoft.com/office/drawing/2014/main" id="{45F4AC0B-F998-AA12-B043-C6A878C7039D}"/>
              </a:ext>
            </a:extLst>
          </p:cNvPr>
          <p:cNvSpPr>
            <a:spLocks noGrp="1"/>
          </p:cNvSpPr>
          <p:nvPr>
            <p:ph type="body" orient="vert" sz="quarter" idx="101" hasCustomPrompt="1"/>
          </p:nvPr>
        </p:nvSpPr>
        <p:spPr>
          <a:xfrm rot="10800000">
            <a:off x="457199" y="1463176"/>
            <a:ext cx="457200" cy="4144446"/>
          </a:xfrm>
        </p:spPr>
        <p:txBody>
          <a:bodyPr vert="eaVert" anchor="ctr"/>
          <a:lstStyle>
            <a:lvl1pPr marL="0" indent="0" algn="r">
              <a:buFontTx/>
              <a:buNone/>
              <a:defRPr sz="2800" b="1" spc="100" baseline="0">
                <a:solidFill>
                  <a:schemeClr val="accent3"/>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54" name="Vertical Text Placeholder 52">
            <a:extLst>
              <a:ext uri="{FF2B5EF4-FFF2-40B4-BE49-F238E27FC236}">
                <a16:creationId xmlns:a16="http://schemas.microsoft.com/office/drawing/2014/main" id="{C39DCCB5-3446-407E-47C9-5E25EEE685E3}"/>
              </a:ext>
            </a:extLst>
          </p:cNvPr>
          <p:cNvSpPr>
            <a:spLocks noGrp="1"/>
          </p:cNvSpPr>
          <p:nvPr>
            <p:ph type="body" orient="vert" sz="quarter" idx="102" hasCustomPrompt="1"/>
          </p:nvPr>
        </p:nvSpPr>
        <p:spPr>
          <a:xfrm rot="10800000">
            <a:off x="4191000" y="1463176"/>
            <a:ext cx="457200" cy="4144446"/>
          </a:xfrm>
        </p:spPr>
        <p:txBody>
          <a:bodyPr vert="eaVert" anchor="ctr"/>
          <a:lstStyle>
            <a:lvl1pPr marL="0" indent="0" algn="r">
              <a:buFontTx/>
              <a:buNone/>
              <a:defRPr sz="2800" b="1" spc="100" baseline="0">
                <a:solidFill>
                  <a:schemeClr val="accent3"/>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63" name="Vertical Text Placeholder 52">
            <a:extLst>
              <a:ext uri="{FF2B5EF4-FFF2-40B4-BE49-F238E27FC236}">
                <a16:creationId xmlns:a16="http://schemas.microsoft.com/office/drawing/2014/main" id="{81BB3936-7A52-31E5-55F9-7E93522A2DE9}"/>
              </a:ext>
            </a:extLst>
          </p:cNvPr>
          <p:cNvSpPr>
            <a:spLocks noGrp="1"/>
          </p:cNvSpPr>
          <p:nvPr>
            <p:ph type="body" orient="vert" sz="quarter" idx="103" hasCustomPrompt="1"/>
          </p:nvPr>
        </p:nvSpPr>
        <p:spPr>
          <a:xfrm rot="10800000">
            <a:off x="8077200" y="1463176"/>
            <a:ext cx="457200" cy="4144446"/>
          </a:xfrm>
        </p:spPr>
        <p:txBody>
          <a:bodyPr vert="eaVert" anchor="ctr"/>
          <a:lstStyle>
            <a:lvl1pPr marL="0" indent="0" algn="r">
              <a:buFontTx/>
              <a:buNone/>
              <a:defRPr sz="2800" b="1" spc="100" baseline="0">
                <a:solidFill>
                  <a:schemeClr val="accent3"/>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11" name="Text Placeholder 22">
            <a:extLst>
              <a:ext uri="{FF2B5EF4-FFF2-40B4-BE49-F238E27FC236}">
                <a16:creationId xmlns:a16="http://schemas.microsoft.com/office/drawing/2014/main" id="{FE5D8E92-AAB4-4DD6-E598-8F7FADDB9620}"/>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12" name="Graphic 11">
            <a:extLst>
              <a:ext uri="{FF2B5EF4-FFF2-40B4-BE49-F238E27FC236}">
                <a16:creationId xmlns:a16="http://schemas.microsoft.com/office/drawing/2014/main" id="{F1ABF858-BEBE-8472-3E4B-1C1D40609BC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B19BC25A-E540-A78F-7051-8349DD17E5FF}"/>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327583441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am Layout -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3689F-FBDC-D95D-A3E6-9EC112619FBB}"/>
              </a:ext>
            </a:extLst>
          </p:cNvPr>
          <p:cNvSpPr>
            <a:spLocks noGrp="1"/>
          </p:cNvSpPr>
          <p:nvPr>
            <p:ph type="title" hasCustomPrompt="1"/>
          </p:nvPr>
        </p:nvSpPr>
        <p:spPr/>
        <p:txBody>
          <a:bodyPr/>
          <a:lstStyle>
            <a:lvl1pPr>
              <a:defRPr sz="4000" spc="100" baseline="0"/>
            </a:lvl1pPr>
          </a:lstStyle>
          <a:p>
            <a:r>
              <a:rPr lang="en-GB" dirty="0"/>
              <a:t>MEET THE TEAM</a:t>
            </a:r>
          </a:p>
        </p:txBody>
      </p:sp>
      <p:sp>
        <p:nvSpPr>
          <p:cNvPr id="19" name="Text Placeholder 17">
            <a:extLst>
              <a:ext uri="{FF2B5EF4-FFF2-40B4-BE49-F238E27FC236}">
                <a16:creationId xmlns:a16="http://schemas.microsoft.com/office/drawing/2014/main" id="{71D9DE15-3F56-2585-BC73-B9975C128789}"/>
              </a:ext>
            </a:extLst>
          </p:cNvPr>
          <p:cNvSpPr>
            <a:spLocks noGrp="1"/>
          </p:cNvSpPr>
          <p:nvPr>
            <p:ph type="body" sz="quarter" idx="16" hasCustomPrompt="1"/>
          </p:nvPr>
        </p:nvSpPr>
        <p:spPr>
          <a:xfrm>
            <a:off x="1051560" y="1463176"/>
            <a:ext cx="2340000" cy="4480424"/>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Job title</a:t>
            </a:r>
          </a:p>
          <a:p>
            <a:endParaRPr lang="en-GB" dirty="0"/>
          </a:p>
          <a:p>
            <a:r>
              <a:rPr lang="en-GB" dirty="0"/>
              <a:t>INSERT NAME HERE</a:t>
            </a:r>
          </a:p>
          <a:p>
            <a:pPr lvl="1"/>
            <a:r>
              <a:rPr lang="en-GB" dirty="0"/>
              <a:t>Job title</a:t>
            </a:r>
          </a:p>
          <a:p>
            <a:pPr lvl="1"/>
            <a:endParaRPr lang="en-GB" dirty="0"/>
          </a:p>
          <a:p>
            <a:r>
              <a:rPr lang="en-GB" dirty="0"/>
              <a:t>INSERT NAME HERE</a:t>
            </a:r>
          </a:p>
          <a:p>
            <a:pPr lvl="1"/>
            <a:r>
              <a:rPr lang="en-GB" dirty="0"/>
              <a:t>Job title</a:t>
            </a:r>
          </a:p>
          <a:p>
            <a:endParaRPr lang="en-GB" dirty="0"/>
          </a:p>
          <a:p>
            <a:r>
              <a:rPr lang="en-GB" dirty="0"/>
              <a:t>INSERT NAME HERE</a:t>
            </a:r>
          </a:p>
          <a:p>
            <a:pPr lvl="1"/>
            <a:r>
              <a:rPr lang="en-GB" dirty="0"/>
              <a:t>Job title</a:t>
            </a:r>
          </a:p>
          <a:p>
            <a:pPr lvl="1"/>
            <a:endParaRPr lang="en-GB" dirty="0"/>
          </a:p>
          <a:p>
            <a:r>
              <a:rPr lang="en-GB" dirty="0"/>
              <a:t>INSERT NAME HERE</a:t>
            </a:r>
          </a:p>
          <a:p>
            <a:pPr lvl="1"/>
            <a:r>
              <a:rPr lang="en-GB" dirty="0"/>
              <a:t>Job title</a:t>
            </a:r>
          </a:p>
          <a:p>
            <a:endParaRPr lang="en-GB" dirty="0"/>
          </a:p>
          <a:p>
            <a:r>
              <a:rPr lang="en-GB" dirty="0"/>
              <a:t>INSERT NAME HERE</a:t>
            </a:r>
          </a:p>
          <a:p>
            <a:pPr lvl="1"/>
            <a:r>
              <a:rPr lang="en-GB" dirty="0"/>
              <a:t>Job title</a:t>
            </a:r>
          </a:p>
        </p:txBody>
      </p:sp>
      <p:sp>
        <p:nvSpPr>
          <p:cNvPr id="42" name="Text Placeholder 17">
            <a:extLst>
              <a:ext uri="{FF2B5EF4-FFF2-40B4-BE49-F238E27FC236}">
                <a16:creationId xmlns:a16="http://schemas.microsoft.com/office/drawing/2014/main" id="{99A76F95-17BB-5F11-FB8F-F97483E9C3E3}"/>
              </a:ext>
            </a:extLst>
          </p:cNvPr>
          <p:cNvSpPr>
            <a:spLocks noGrp="1"/>
          </p:cNvSpPr>
          <p:nvPr>
            <p:ph type="body" sz="quarter" idx="82" hasCustomPrompt="1"/>
          </p:nvPr>
        </p:nvSpPr>
        <p:spPr>
          <a:xfrm>
            <a:off x="8686800" y="1463176"/>
            <a:ext cx="2340000" cy="4480424"/>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Job title</a:t>
            </a:r>
          </a:p>
          <a:p>
            <a:endParaRPr lang="en-GB" dirty="0"/>
          </a:p>
          <a:p>
            <a:r>
              <a:rPr lang="en-GB" dirty="0"/>
              <a:t>INSERT NAME HERE</a:t>
            </a:r>
          </a:p>
          <a:p>
            <a:pPr lvl="1"/>
            <a:r>
              <a:rPr lang="en-GB" dirty="0"/>
              <a:t>Job title</a:t>
            </a:r>
          </a:p>
          <a:p>
            <a:pPr lvl="1"/>
            <a:endParaRPr lang="en-GB" dirty="0"/>
          </a:p>
          <a:p>
            <a:r>
              <a:rPr lang="en-GB" dirty="0"/>
              <a:t>INSERT NAME HERE</a:t>
            </a:r>
          </a:p>
          <a:p>
            <a:pPr lvl="1"/>
            <a:r>
              <a:rPr lang="en-GB" dirty="0"/>
              <a:t>Job title</a:t>
            </a:r>
          </a:p>
          <a:p>
            <a:endParaRPr lang="en-GB" dirty="0"/>
          </a:p>
          <a:p>
            <a:r>
              <a:rPr lang="en-GB" dirty="0"/>
              <a:t>INSERT NAME HERE</a:t>
            </a:r>
          </a:p>
          <a:p>
            <a:pPr lvl="1"/>
            <a:r>
              <a:rPr lang="en-GB" dirty="0"/>
              <a:t>Job title</a:t>
            </a:r>
          </a:p>
          <a:p>
            <a:pPr lvl="1"/>
            <a:endParaRPr lang="en-GB" dirty="0"/>
          </a:p>
          <a:p>
            <a:r>
              <a:rPr lang="en-GB" dirty="0"/>
              <a:t>INSERT NAME HERE</a:t>
            </a:r>
          </a:p>
          <a:p>
            <a:pPr lvl="1"/>
            <a:r>
              <a:rPr lang="en-GB" dirty="0"/>
              <a:t>Job title</a:t>
            </a:r>
          </a:p>
          <a:p>
            <a:endParaRPr lang="en-GB" dirty="0"/>
          </a:p>
          <a:p>
            <a:r>
              <a:rPr lang="en-GB" dirty="0"/>
              <a:t>INSERT NAME HERE</a:t>
            </a:r>
          </a:p>
          <a:p>
            <a:pPr lvl="1"/>
            <a:r>
              <a:rPr lang="en-GB" dirty="0"/>
              <a:t>Job title</a:t>
            </a:r>
          </a:p>
        </p:txBody>
      </p:sp>
      <p:sp>
        <p:nvSpPr>
          <p:cNvPr id="55" name="Text Placeholder 17">
            <a:extLst>
              <a:ext uri="{FF2B5EF4-FFF2-40B4-BE49-F238E27FC236}">
                <a16:creationId xmlns:a16="http://schemas.microsoft.com/office/drawing/2014/main" id="{C4D8F1FD-06AE-2630-49AE-CCFE34695EF3}"/>
              </a:ext>
            </a:extLst>
          </p:cNvPr>
          <p:cNvSpPr>
            <a:spLocks noGrp="1"/>
          </p:cNvSpPr>
          <p:nvPr>
            <p:ph type="body" sz="quarter" idx="91" hasCustomPrompt="1"/>
          </p:nvPr>
        </p:nvSpPr>
        <p:spPr>
          <a:xfrm>
            <a:off x="4818888" y="1463176"/>
            <a:ext cx="2340000" cy="4480424"/>
          </a:xfrm>
        </p:spPr>
        <p:txBody>
          <a:bodyPr wrap="square" anchor="t">
            <a:noAutofit/>
          </a:bodyPr>
          <a:lstStyle>
            <a:lvl1pPr marL="0" indent="0">
              <a:spcBef>
                <a:spcPts val="0"/>
              </a:spcBef>
              <a:buNone/>
              <a:defRPr kumimoji="0" lang="en-GB" sz="1400" b="1" i="0" u="none" strike="noStrike" kern="1200" cap="all" spc="0" normalizeH="0" baseline="0" dirty="0">
                <a:ln>
                  <a:noFill/>
                </a:ln>
                <a:solidFill>
                  <a:schemeClr val="tx1"/>
                </a:solidFill>
                <a:effectLst/>
                <a:uLnTx/>
                <a:uFillTx/>
                <a:latin typeface="+mn-lt"/>
                <a:ea typeface="+mn-ea"/>
                <a:cs typeface="+mn-cs"/>
              </a:defRPr>
            </a:lvl1pPr>
            <a:lvl2pPr marL="0" indent="0">
              <a:spcBef>
                <a:spcPts val="0"/>
              </a:spcBef>
              <a:buNone/>
              <a:defRPr sz="1400" cap="all" normalizeH="0" baseline="0"/>
            </a:lvl2pPr>
            <a:lvl3pPr marL="0" indent="0">
              <a:buNone/>
              <a:defRPr/>
            </a:lvl3pPr>
            <a:lvl4pPr marL="0" indent="0">
              <a:buNone/>
              <a:defRPr/>
            </a:lvl4pPr>
            <a:lvl5pPr marL="0" indent="0">
              <a:buNone/>
              <a:defRPr/>
            </a:lvl5pPr>
          </a:lstStyle>
          <a:p>
            <a:r>
              <a:rPr lang="en-GB" dirty="0"/>
              <a:t>INSERT NAME HERE</a:t>
            </a:r>
          </a:p>
          <a:p>
            <a:pPr lvl="1"/>
            <a:r>
              <a:rPr lang="en-GB" dirty="0"/>
              <a:t>Job title</a:t>
            </a:r>
          </a:p>
          <a:p>
            <a:endParaRPr lang="en-GB" dirty="0"/>
          </a:p>
          <a:p>
            <a:r>
              <a:rPr lang="en-GB" dirty="0"/>
              <a:t>INSERT NAME HERE</a:t>
            </a:r>
          </a:p>
          <a:p>
            <a:pPr lvl="1"/>
            <a:r>
              <a:rPr lang="en-GB" dirty="0"/>
              <a:t>Job title</a:t>
            </a:r>
          </a:p>
          <a:p>
            <a:pPr lvl="1"/>
            <a:endParaRPr lang="en-GB" dirty="0"/>
          </a:p>
          <a:p>
            <a:r>
              <a:rPr lang="en-GB" dirty="0"/>
              <a:t>INSERT NAME HERE</a:t>
            </a:r>
          </a:p>
          <a:p>
            <a:pPr lvl="1"/>
            <a:r>
              <a:rPr lang="en-GB" dirty="0"/>
              <a:t>Job title</a:t>
            </a:r>
          </a:p>
          <a:p>
            <a:endParaRPr lang="en-GB" dirty="0"/>
          </a:p>
          <a:p>
            <a:r>
              <a:rPr lang="en-GB" dirty="0"/>
              <a:t>INSERT NAME HERE</a:t>
            </a:r>
          </a:p>
          <a:p>
            <a:pPr lvl="1"/>
            <a:r>
              <a:rPr lang="en-GB" dirty="0"/>
              <a:t>Job title</a:t>
            </a:r>
          </a:p>
          <a:p>
            <a:pPr lvl="1"/>
            <a:endParaRPr lang="en-GB" dirty="0"/>
          </a:p>
          <a:p>
            <a:r>
              <a:rPr lang="en-GB" dirty="0"/>
              <a:t>INSERT NAME HERE</a:t>
            </a:r>
          </a:p>
          <a:p>
            <a:pPr lvl="1"/>
            <a:r>
              <a:rPr lang="en-GB" dirty="0"/>
              <a:t>Job title</a:t>
            </a:r>
          </a:p>
          <a:p>
            <a:endParaRPr lang="en-GB" dirty="0"/>
          </a:p>
          <a:p>
            <a:r>
              <a:rPr lang="en-GB" dirty="0"/>
              <a:t>INSERT NAME HERE</a:t>
            </a:r>
          </a:p>
          <a:p>
            <a:pPr lvl="1"/>
            <a:r>
              <a:rPr lang="en-GB" dirty="0"/>
              <a:t>Job title</a:t>
            </a:r>
          </a:p>
        </p:txBody>
      </p:sp>
      <p:sp>
        <p:nvSpPr>
          <p:cNvPr id="4" name="Text Placeholder 22">
            <a:extLst>
              <a:ext uri="{FF2B5EF4-FFF2-40B4-BE49-F238E27FC236}">
                <a16:creationId xmlns:a16="http://schemas.microsoft.com/office/drawing/2014/main" id="{4D66A5C1-19AD-BB4B-71E7-36AC9237CDB7}"/>
              </a:ext>
            </a:extLst>
          </p:cNvPr>
          <p:cNvSpPr>
            <a:spLocks noGrp="1"/>
          </p:cNvSpPr>
          <p:nvPr>
            <p:ph type="body" sz="quarter" idx="100"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53" name="Vertical Text Placeholder 52">
            <a:extLst>
              <a:ext uri="{FF2B5EF4-FFF2-40B4-BE49-F238E27FC236}">
                <a16:creationId xmlns:a16="http://schemas.microsoft.com/office/drawing/2014/main" id="{45F4AC0B-F998-AA12-B043-C6A878C7039D}"/>
              </a:ext>
            </a:extLst>
          </p:cNvPr>
          <p:cNvSpPr>
            <a:spLocks noGrp="1"/>
          </p:cNvSpPr>
          <p:nvPr>
            <p:ph type="body" orient="vert" sz="quarter" idx="101" hasCustomPrompt="1"/>
          </p:nvPr>
        </p:nvSpPr>
        <p:spPr>
          <a:xfrm rot="10800000">
            <a:off x="457199" y="1463176"/>
            <a:ext cx="457200" cy="4480424"/>
          </a:xfrm>
        </p:spPr>
        <p:txBody>
          <a:bodyPr vert="eaVert" wrap="none" anchor="ctr"/>
          <a:lstStyle>
            <a:lvl1pPr marL="0" indent="0" algn="r">
              <a:buFontTx/>
              <a:buNone/>
              <a:defRPr sz="2800" b="1" spc="100" baseline="0">
                <a:solidFill>
                  <a:schemeClr val="accent3"/>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54" name="Vertical Text Placeholder 52">
            <a:extLst>
              <a:ext uri="{FF2B5EF4-FFF2-40B4-BE49-F238E27FC236}">
                <a16:creationId xmlns:a16="http://schemas.microsoft.com/office/drawing/2014/main" id="{C39DCCB5-3446-407E-47C9-5E25EEE685E3}"/>
              </a:ext>
            </a:extLst>
          </p:cNvPr>
          <p:cNvSpPr>
            <a:spLocks noGrp="1"/>
          </p:cNvSpPr>
          <p:nvPr>
            <p:ph type="body" orient="vert" sz="quarter" idx="102" hasCustomPrompt="1"/>
          </p:nvPr>
        </p:nvSpPr>
        <p:spPr>
          <a:xfrm rot="10800000">
            <a:off x="4191000" y="1463176"/>
            <a:ext cx="457200" cy="4480424"/>
          </a:xfrm>
        </p:spPr>
        <p:txBody>
          <a:bodyPr vert="eaVert" wrap="none" anchor="ctr"/>
          <a:lstStyle>
            <a:lvl1pPr marL="0" indent="0" algn="r">
              <a:buFontTx/>
              <a:buNone/>
              <a:defRPr sz="2800" b="1" spc="100" baseline="0">
                <a:solidFill>
                  <a:schemeClr val="accent3"/>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63" name="Vertical Text Placeholder 52">
            <a:extLst>
              <a:ext uri="{FF2B5EF4-FFF2-40B4-BE49-F238E27FC236}">
                <a16:creationId xmlns:a16="http://schemas.microsoft.com/office/drawing/2014/main" id="{81BB3936-7A52-31E5-55F9-7E93522A2DE9}"/>
              </a:ext>
            </a:extLst>
          </p:cNvPr>
          <p:cNvSpPr>
            <a:spLocks noGrp="1"/>
          </p:cNvSpPr>
          <p:nvPr>
            <p:ph type="body" orient="vert" sz="quarter" idx="103" hasCustomPrompt="1"/>
          </p:nvPr>
        </p:nvSpPr>
        <p:spPr>
          <a:xfrm rot="10800000">
            <a:off x="8077200" y="1463176"/>
            <a:ext cx="457200" cy="4480424"/>
          </a:xfrm>
        </p:spPr>
        <p:txBody>
          <a:bodyPr vert="eaVert" wrap="none" anchor="ctr"/>
          <a:lstStyle>
            <a:lvl1pPr marL="0" indent="0" algn="r">
              <a:buFontTx/>
              <a:buNone/>
              <a:defRPr sz="2800" b="1" spc="100" baseline="0">
                <a:solidFill>
                  <a:schemeClr val="accent3"/>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66" name="Text Placeholder 22">
            <a:extLst>
              <a:ext uri="{FF2B5EF4-FFF2-40B4-BE49-F238E27FC236}">
                <a16:creationId xmlns:a16="http://schemas.microsoft.com/office/drawing/2014/main" id="{402E28D2-75DB-3426-F4A6-D75D067541CA}"/>
              </a:ext>
            </a:extLst>
          </p:cNvPr>
          <p:cNvSpPr>
            <a:spLocks noGrp="1"/>
          </p:cNvSpPr>
          <p:nvPr>
            <p:ph type="body" sz="quarter" idx="14" hasCustomPrompt="1"/>
          </p:nvPr>
        </p:nvSpPr>
        <p:spPr>
          <a:xfrm>
            <a:off x="274320" y="6035040"/>
            <a:ext cx="10058400" cy="234765"/>
          </a:xfrm>
        </p:spPr>
        <p:txBody>
          <a:bodyPr anchor="b"/>
          <a:lstStyle>
            <a:lvl1pPr marL="0" indent="0">
              <a:spcBef>
                <a:spcPts val="0"/>
              </a:spcBef>
              <a:buNone/>
              <a:defRPr sz="900"/>
            </a:lvl1pPr>
          </a:lstStyle>
          <a:p>
            <a:pPr lvl="0"/>
            <a:r>
              <a:rPr lang="en-US" dirty="0"/>
              <a:t>Placeholder for a source</a:t>
            </a:r>
          </a:p>
        </p:txBody>
      </p:sp>
      <p:pic>
        <p:nvPicPr>
          <p:cNvPr id="68" name="Graphic 67">
            <a:extLst>
              <a:ext uri="{FF2B5EF4-FFF2-40B4-BE49-F238E27FC236}">
                <a16:creationId xmlns:a16="http://schemas.microsoft.com/office/drawing/2014/main" id="{15DDC0E9-0B6D-7426-C3B8-C4B0AAFCB6E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3" name="TextBox 2">
            <a:extLst>
              <a:ext uri="{FF2B5EF4-FFF2-40B4-BE49-F238E27FC236}">
                <a16:creationId xmlns:a16="http://schemas.microsoft.com/office/drawing/2014/main" id="{28BA00E1-C9A1-4EA3-DC4D-A05586D58C22}"/>
              </a:ext>
            </a:extLst>
          </p:cNvPr>
          <p:cNvSpPr txBox="1"/>
          <p:nvPr userDrawn="1"/>
        </p:nvSpPr>
        <p:spPr>
          <a:xfrm>
            <a:off x="274320" y="6473952"/>
            <a:ext cx="2286000"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70" baseline="0">
                <a:solidFill>
                  <a:schemeClr val="accent6"/>
                </a:solidFill>
              </a:rPr>
              <a:t>© UNIVERSITY OF UTAH HEALTH</a:t>
            </a:r>
          </a:p>
        </p:txBody>
      </p:sp>
    </p:spTree>
    <p:extLst>
      <p:ext uri="{BB962C8B-B14F-4D97-AF65-F5344CB8AC3E}">
        <p14:creationId xmlns:p14="http://schemas.microsoft.com/office/powerpoint/2010/main" val="88982115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Image - White Logo">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EF98F1AC-FFB9-D484-83B6-EC2C94E8D045}"/>
              </a:ext>
            </a:extLst>
          </p:cNvPr>
          <p:cNvSpPr>
            <a:spLocks noGrp="1"/>
          </p:cNvSpPr>
          <p:nvPr>
            <p:ph type="pic" sz="quarter" idx="17"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5"/>
          </a:solidFill>
        </p:spPr>
        <p:txBody>
          <a:bodyPr wrap="square" tIns="1097280" anchor="ctr" anchorCtr="0">
            <a:noAutofit/>
          </a:bodyPr>
          <a:lstStyle>
            <a:lvl1pPr marL="0" indent="0" algn="ctr">
              <a:buNone/>
              <a:defRPr b="1"/>
            </a:lvl1pPr>
          </a:lstStyle>
          <a:p>
            <a:r>
              <a:rPr lang="en-GB"/>
              <a:t>Click icon to insert picture.</a:t>
            </a:r>
          </a:p>
        </p:txBody>
      </p:sp>
      <p:sp>
        <p:nvSpPr>
          <p:cNvPr id="3" name="Text Placeholder 22">
            <a:extLst>
              <a:ext uri="{FF2B5EF4-FFF2-40B4-BE49-F238E27FC236}">
                <a16:creationId xmlns:a16="http://schemas.microsoft.com/office/drawing/2014/main" id="{A863FED1-FE66-CC46-8DBA-53A71E073ED7}"/>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4" name="Text Placeholder 14">
            <a:extLst>
              <a:ext uri="{FF2B5EF4-FFF2-40B4-BE49-F238E27FC236}">
                <a16:creationId xmlns:a16="http://schemas.microsoft.com/office/drawing/2014/main" id="{362F18D3-921A-3A2B-52A5-2FE4734F434C}"/>
              </a:ext>
            </a:extLst>
          </p:cNvPr>
          <p:cNvSpPr>
            <a:spLocks noGrp="1"/>
          </p:cNvSpPr>
          <p:nvPr>
            <p:ph type="body" sz="quarter" idx="19" hasCustomPrompt="1"/>
          </p:nvPr>
        </p:nvSpPr>
        <p:spPr>
          <a:xfrm>
            <a:off x="274320" y="6473952"/>
            <a:ext cx="2286000" cy="155448"/>
          </a:xfrm>
        </p:spPr>
        <p:txBody>
          <a:bodyPr/>
          <a:lstStyle>
            <a:lvl1pPr marL="0" indent="0">
              <a:buFontTx/>
              <a:buNone/>
              <a:defRPr sz="700" spc="70" baseline="0">
                <a:solidFill>
                  <a:schemeClr val="accent6"/>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6" name="Text Placeholder 21">
            <a:extLst>
              <a:ext uri="{FF2B5EF4-FFF2-40B4-BE49-F238E27FC236}">
                <a16:creationId xmlns:a16="http://schemas.microsoft.com/office/drawing/2014/main" id="{35C26B73-8D6E-C8F6-E68F-A6D9AF444405}"/>
              </a:ext>
            </a:extLst>
          </p:cNvPr>
          <p:cNvSpPr>
            <a:spLocks noGrp="1" noChangeAspect="1"/>
          </p:cNvSpPr>
          <p:nvPr>
            <p:ph type="body" sz="quarter" idx="21" hasCustomPrompt="1"/>
          </p:nvPr>
        </p:nvSpPr>
        <p:spPr>
          <a:xfrm>
            <a:off x="10745399" y="6279815"/>
            <a:ext cx="1114350" cy="29260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Tree>
    <p:extLst>
      <p:ext uri="{BB962C8B-B14F-4D97-AF65-F5344CB8AC3E}">
        <p14:creationId xmlns:p14="http://schemas.microsoft.com/office/powerpoint/2010/main" val="40692884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Image - Red Logo">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EF98F1AC-FFB9-D484-83B6-EC2C94E8D045}"/>
              </a:ext>
            </a:extLst>
          </p:cNvPr>
          <p:cNvSpPr>
            <a:spLocks noGrp="1"/>
          </p:cNvSpPr>
          <p:nvPr>
            <p:ph type="pic" sz="quarter" idx="17"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5"/>
          </a:solidFill>
        </p:spPr>
        <p:txBody>
          <a:bodyPr wrap="square" tIns="1097280" anchor="ctr" anchorCtr="0">
            <a:noAutofit/>
          </a:bodyPr>
          <a:lstStyle>
            <a:lvl1pPr marL="0" indent="0" algn="ctr">
              <a:buNone/>
              <a:defRPr b="1"/>
            </a:lvl1pPr>
          </a:lstStyle>
          <a:p>
            <a:r>
              <a:rPr lang="en-GB"/>
              <a:t>Click icon to insert picture.</a:t>
            </a:r>
          </a:p>
        </p:txBody>
      </p:sp>
      <p:sp>
        <p:nvSpPr>
          <p:cNvPr id="3" name="Text Placeholder 22">
            <a:extLst>
              <a:ext uri="{FF2B5EF4-FFF2-40B4-BE49-F238E27FC236}">
                <a16:creationId xmlns:a16="http://schemas.microsoft.com/office/drawing/2014/main" id="{A863FED1-FE66-CC46-8DBA-53A71E073ED7}"/>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4" name="Text Placeholder 14">
            <a:extLst>
              <a:ext uri="{FF2B5EF4-FFF2-40B4-BE49-F238E27FC236}">
                <a16:creationId xmlns:a16="http://schemas.microsoft.com/office/drawing/2014/main" id="{362F18D3-921A-3A2B-52A5-2FE4734F434C}"/>
              </a:ext>
            </a:extLst>
          </p:cNvPr>
          <p:cNvSpPr>
            <a:spLocks noGrp="1"/>
          </p:cNvSpPr>
          <p:nvPr>
            <p:ph type="body" sz="quarter" idx="19" hasCustomPrompt="1"/>
          </p:nvPr>
        </p:nvSpPr>
        <p:spPr>
          <a:xfrm>
            <a:off x="274320" y="6473952"/>
            <a:ext cx="2286000" cy="155448"/>
          </a:xfrm>
        </p:spPr>
        <p:txBody>
          <a:bodyPr/>
          <a:lstStyle>
            <a:lvl1pPr marL="0" indent="0">
              <a:buFontTx/>
              <a:buNone/>
              <a:defRPr sz="700" spc="70" baseline="0">
                <a:solidFill>
                  <a:schemeClr val="accent6"/>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6" name="Text Placeholder 27">
            <a:extLst>
              <a:ext uri="{FF2B5EF4-FFF2-40B4-BE49-F238E27FC236}">
                <a16:creationId xmlns:a16="http://schemas.microsoft.com/office/drawing/2014/main" id="{DF6C6BB0-649D-156A-5835-B88818B332CB}"/>
              </a:ext>
            </a:extLst>
          </p:cNvPr>
          <p:cNvSpPr>
            <a:spLocks noGrp="1" noChangeAspect="1"/>
          </p:cNvSpPr>
          <p:nvPr>
            <p:ph type="body" sz="quarter" idx="20" hasCustomPrompt="1"/>
          </p:nvPr>
        </p:nvSpPr>
        <p:spPr>
          <a:xfrm>
            <a:off x="10745399" y="6275760"/>
            <a:ext cx="1115568" cy="300718"/>
          </a:xfr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Tree>
    <p:extLst>
      <p:ext uri="{BB962C8B-B14F-4D97-AF65-F5344CB8AC3E}">
        <p14:creationId xmlns:p14="http://schemas.microsoft.com/office/powerpoint/2010/main" val="218840077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Video - White Log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7946C19A-E3E0-772F-D9C1-7B4F62446F89}"/>
              </a:ext>
            </a:extLst>
          </p:cNvPr>
          <p:cNvSpPr>
            <a:spLocks noGrp="1"/>
          </p:cNvSpPr>
          <p:nvPr>
            <p:ph type="media" sz="quarter" idx="19" hasCustomPrompt="1"/>
          </p:nvPr>
        </p:nvSpPr>
        <p:spPr>
          <a:xfrm>
            <a:off x="0" y="0"/>
            <a:ext cx="12192000" cy="6858000"/>
          </a:xfrm>
          <a:solidFill>
            <a:schemeClr val="accent5"/>
          </a:solidFill>
        </p:spPr>
        <p:txBody>
          <a:bodyPr tIns="1097280" anchor="ctr" anchorCtr="0"/>
          <a:lstStyle>
            <a:lvl1pPr marL="0" indent="0" algn="ctr">
              <a:buFontTx/>
              <a:buNone/>
              <a:defRPr b="1"/>
            </a:lvl1pPr>
          </a:lstStyle>
          <a:p>
            <a:pPr marL="0" marR="0" lvl="0" indent="0" algn="ctr" defTabSz="914400" rtl="0" eaLnBrk="1" fontAlgn="auto" latinLnBrk="0" hangingPunct="1">
              <a:lnSpc>
                <a:spcPct val="95000"/>
              </a:lnSpc>
              <a:spcBef>
                <a:spcPts val="1200"/>
              </a:spcBef>
              <a:spcAft>
                <a:spcPts val="0"/>
              </a:spcAft>
              <a:buClr>
                <a:schemeClr val="accent1"/>
              </a:buClr>
              <a:buSzTx/>
              <a:buFontTx/>
              <a:buNone/>
              <a:tabLst/>
              <a:defRPr/>
            </a:pPr>
            <a:r>
              <a:rPr lang="en-GB"/>
              <a:t>Click icon to insert video.</a:t>
            </a:r>
          </a:p>
        </p:txBody>
      </p:sp>
      <p:sp>
        <p:nvSpPr>
          <p:cNvPr id="13" name="Text Placeholder 21">
            <a:extLst>
              <a:ext uri="{FF2B5EF4-FFF2-40B4-BE49-F238E27FC236}">
                <a16:creationId xmlns:a16="http://schemas.microsoft.com/office/drawing/2014/main" id="{FE8D3443-0210-19F0-F129-EF90FD2F3F05}"/>
              </a:ext>
            </a:extLst>
          </p:cNvPr>
          <p:cNvSpPr>
            <a:spLocks noGrp="1" noChangeAspect="1"/>
          </p:cNvSpPr>
          <p:nvPr>
            <p:ph type="body" sz="quarter" idx="21" hasCustomPrompt="1"/>
          </p:nvPr>
        </p:nvSpPr>
        <p:spPr>
          <a:xfrm>
            <a:off x="10745399" y="6279815"/>
            <a:ext cx="1114350" cy="292608"/>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
        <p:nvSpPr>
          <p:cNvPr id="14" name="Text Placeholder 22">
            <a:extLst>
              <a:ext uri="{FF2B5EF4-FFF2-40B4-BE49-F238E27FC236}">
                <a16:creationId xmlns:a16="http://schemas.microsoft.com/office/drawing/2014/main" id="{40B9B0C1-E435-562E-985A-4CB670ED9923}"/>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15" name="Text Placeholder 14">
            <a:extLst>
              <a:ext uri="{FF2B5EF4-FFF2-40B4-BE49-F238E27FC236}">
                <a16:creationId xmlns:a16="http://schemas.microsoft.com/office/drawing/2014/main" id="{71FFEBBB-E660-6F3F-5094-FF4F4C9B8B49}"/>
              </a:ext>
            </a:extLst>
          </p:cNvPr>
          <p:cNvSpPr>
            <a:spLocks noGrp="1"/>
          </p:cNvSpPr>
          <p:nvPr>
            <p:ph type="body" sz="quarter" idx="22" hasCustomPrompt="1"/>
          </p:nvPr>
        </p:nvSpPr>
        <p:spPr>
          <a:xfrm>
            <a:off x="274320" y="6473952"/>
            <a:ext cx="2286000" cy="155448"/>
          </a:xfrm>
        </p:spPr>
        <p:txBody>
          <a:bodyPr/>
          <a:lstStyle>
            <a:lvl1pPr marL="0" indent="0">
              <a:buFontTx/>
              <a:buNone/>
              <a:defRPr sz="700" spc="70" baseline="0">
                <a:solidFill>
                  <a:schemeClr val="accent6"/>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Tree>
    <p:extLst>
      <p:ext uri="{BB962C8B-B14F-4D97-AF65-F5344CB8AC3E}">
        <p14:creationId xmlns:p14="http://schemas.microsoft.com/office/powerpoint/2010/main" val="37306805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Video - Red Log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7946C19A-E3E0-772F-D9C1-7B4F62446F89}"/>
              </a:ext>
            </a:extLst>
          </p:cNvPr>
          <p:cNvSpPr>
            <a:spLocks noGrp="1"/>
          </p:cNvSpPr>
          <p:nvPr>
            <p:ph type="media" sz="quarter" idx="19" hasCustomPrompt="1"/>
          </p:nvPr>
        </p:nvSpPr>
        <p:spPr>
          <a:xfrm>
            <a:off x="0" y="0"/>
            <a:ext cx="12192000" cy="6858000"/>
          </a:xfrm>
          <a:solidFill>
            <a:schemeClr val="accent5"/>
          </a:solidFill>
        </p:spPr>
        <p:txBody>
          <a:bodyPr tIns="1097280" anchor="ctr" anchorCtr="0"/>
          <a:lstStyle>
            <a:lvl1pPr marL="0" indent="0" algn="ctr">
              <a:buFontTx/>
              <a:buNone/>
              <a:defRPr b="1"/>
            </a:lvl1pPr>
          </a:lstStyle>
          <a:p>
            <a:pPr marL="0" marR="0" lvl="0" indent="0" algn="ctr" defTabSz="914400" rtl="0" eaLnBrk="1" fontAlgn="auto" latinLnBrk="0" hangingPunct="1">
              <a:lnSpc>
                <a:spcPct val="95000"/>
              </a:lnSpc>
              <a:spcBef>
                <a:spcPts val="1200"/>
              </a:spcBef>
              <a:spcAft>
                <a:spcPts val="0"/>
              </a:spcAft>
              <a:buClr>
                <a:schemeClr val="accent1"/>
              </a:buClr>
              <a:buSzTx/>
              <a:buFontTx/>
              <a:buNone/>
              <a:tabLst/>
              <a:defRPr/>
            </a:pPr>
            <a:r>
              <a:rPr lang="en-GB"/>
              <a:t>Click icon to insert video.</a:t>
            </a:r>
          </a:p>
        </p:txBody>
      </p:sp>
      <p:sp>
        <p:nvSpPr>
          <p:cNvPr id="3" name="Text Placeholder 22">
            <a:extLst>
              <a:ext uri="{FF2B5EF4-FFF2-40B4-BE49-F238E27FC236}">
                <a16:creationId xmlns:a16="http://schemas.microsoft.com/office/drawing/2014/main" id="{B88ED295-FCFD-73DF-F20A-C82C4AAEB35B}"/>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accent1"/>
                </a:solidFill>
              </a:defRPr>
            </a:lvl1pPr>
          </a:lstStyle>
          <a:p>
            <a:pPr lvl="0"/>
            <a:r>
              <a:rPr lang="en-US" dirty="0"/>
              <a:t>CONFIDENTIAL</a:t>
            </a:r>
          </a:p>
        </p:txBody>
      </p:sp>
      <p:sp>
        <p:nvSpPr>
          <p:cNvPr id="4" name="Text Placeholder 14">
            <a:extLst>
              <a:ext uri="{FF2B5EF4-FFF2-40B4-BE49-F238E27FC236}">
                <a16:creationId xmlns:a16="http://schemas.microsoft.com/office/drawing/2014/main" id="{7EE24F0C-E316-CDB2-8039-068F5948401E}"/>
              </a:ext>
            </a:extLst>
          </p:cNvPr>
          <p:cNvSpPr>
            <a:spLocks noGrp="1"/>
          </p:cNvSpPr>
          <p:nvPr>
            <p:ph type="body" sz="quarter" idx="22" hasCustomPrompt="1"/>
          </p:nvPr>
        </p:nvSpPr>
        <p:spPr>
          <a:xfrm>
            <a:off x="274320" y="6473952"/>
            <a:ext cx="2286000" cy="155448"/>
          </a:xfrm>
        </p:spPr>
        <p:txBody>
          <a:bodyPr/>
          <a:lstStyle>
            <a:lvl1pPr marL="0" indent="0">
              <a:buFontTx/>
              <a:buNone/>
              <a:defRPr sz="700" spc="70" baseline="0">
                <a:solidFill>
                  <a:schemeClr val="accent6"/>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sp>
        <p:nvSpPr>
          <p:cNvPr id="5" name="Text Placeholder 27">
            <a:extLst>
              <a:ext uri="{FF2B5EF4-FFF2-40B4-BE49-F238E27FC236}">
                <a16:creationId xmlns:a16="http://schemas.microsoft.com/office/drawing/2014/main" id="{9A595D3A-6183-0942-9771-0494ED2C72CC}"/>
              </a:ext>
            </a:extLst>
          </p:cNvPr>
          <p:cNvSpPr>
            <a:spLocks noGrp="1" noChangeAspect="1"/>
          </p:cNvSpPr>
          <p:nvPr>
            <p:ph type="body" sz="quarter" idx="20" hasCustomPrompt="1"/>
          </p:nvPr>
        </p:nvSpPr>
        <p:spPr>
          <a:xfrm>
            <a:off x="10745399" y="6275760"/>
            <a:ext cx="1115568" cy="300718"/>
          </a:xfr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t>
            </a:r>
          </a:p>
        </p:txBody>
      </p:sp>
    </p:spTree>
    <p:extLst>
      <p:ext uri="{BB962C8B-B14F-4D97-AF65-F5344CB8AC3E}">
        <p14:creationId xmlns:p14="http://schemas.microsoft.com/office/powerpoint/2010/main" val="130945405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ank You - Image">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2398931-BA5F-6E40-345F-06CF23CF4129}"/>
              </a:ext>
            </a:extLst>
          </p:cNvPr>
          <p:cNvSpPr>
            <a:spLocks noGrp="1"/>
          </p:cNvSpPr>
          <p:nvPr>
            <p:ph type="pic" sz="quarter" idx="18" hasCustomPrompt="1"/>
          </p:nvPr>
        </p:nvSpPr>
        <p:spPr>
          <a:xfrm>
            <a:off x="0" y="0"/>
            <a:ext cx="5942012" cy="6858000"/>
          </a:xfrm>
          <a:solidFill>
            <a:schemeClr val="accent5"/>
          </a:solidFill>
        </p:spPr>
        <p:txBody>
          <a:bodyPr tIns="1097280" anchor="ctr" anchorCtr="0"/>
          <a:lstStyle>
            <a:lvl1pPr marL="0" indent="0" algn="ctr">
              <a:buNone/>
              <a:defRPr b="1"/>
            </a:lvl1pPr>
          </a:lstStyle>
          <a:p>
            <a:r>
              <a:rPr lang="en-GB"/>
              <a:t>Click icon to insert picture.</a:t>
            </a:r>
          </a:p>
        </p:txBody>
      </p:sp>
      <p:sp>
        <p:nvSpPr>
          <p:cNvPr id="2" name="Title 1">
            <a:extLst>
              <a:ext uri="{FF2B5EF4-FFF2-40B4-BE49-F238E27FC236}">
                <a16:creationId xmlns:a16="http://schemas.microsoft.com/office/drawing/2014/main" id="{58419CA0-E28A-6C38-6349-E9A40FBE0F8B}"/>
              </a:ext>
            </a:extLst>
          </p:cNvPr>
          <p:cNvSpPr>
            <a:spLocks noGrp="1"/>
          </p:cNvSpPr>
          <p:nvPr>
            <p:ph type="title" hasCustomPrompt="1"/>
          </p:nvPr>
        </p:nvSpPr>
        <p:spPr>
          <a:xfrm>
            <a:off x="6437101" y="2204970"/>
            <a:ext cx="5257799" cy="1008000"/>
          </a:xfrm>
        </p:spPr>
        <p:txBody>
          <a:bodyPr anchor="ctr"/>
          <a:lstStyle>
            <a:lvl1pPr algn="l">
              <a:defRPr sz="6000">
                <a:solidFill>
                  <a:schemeClr val="accent1"/>
                </a:solidFill>
              </a:defRPr>
            </a:lvl1pPr>
          </a:lstStyle>
          <a:p>
            <a:r>
              <a:rPr lang="en-GB" dirty="0"/>
              <a:t>THANK YOU</a:t>
            </a:r>
          </a:p>
        </p:txBody>
      </p:sp>
      <p:sp>
        <p:nvSpPr>
          <p:cNvPr id="6" name="Picture Placeholder 7">
            <a:extLst>
              <a:ext uri="{FF2B5EF4-FFF2-40B4-BE49-F238E27FC236}">
                <a16:creationId xmlns:a16="http://schemas.microsoft.com/office/drawing/2014/main" id="{98C47640-2A15-1603-86A6-04FB65DEAE9D}"/>
              </a:ext>
            </a:extLst>
          </p:cNvPr>
          <p:cNvSpPr>
            <a:spLocks noGrp="1"/>
          </p:cNvSpPr>
          <p:nvPr>
            <p:ph type="pic" sz="quarter" idx="14"/>
          </p:nvPr>
        </p:nvSpPr>
        <p:spPr>
          <a:xfrm>
            <a:off x="6549310" y="4495800"/>
            <a:ext cx="1527890" cy="1529112"/>
          </a:xfrm>
          <a:solidFill>
            <a:schemeClr val="accent5"/>
          </a:solidFill>
        </p:spPr>
        <p:txBody>
          <a:bodyPr vert="horz" wrap="square" lIns="91440" tIns="1080000" rIns="91440" bIns="0" rtlCol="0" anchor="ctr">
            <a:noAutofit/>
          </a:bodyPr>
          <a:lstStyle>
            <a:lvl1pPr marL="0" indent="0" algn="ctr">
              <a:buNone/>
              <a:defRPr lang="en-GB" sz="1400" b="1">
                <a:solidFill>
                  <a:schemeClr val="tx2"/>
                </a:solidFill>
              </a:defRPr>
            </a:lvl1pPr>
          </a:lstStyle>
          <a:p>
            <a:pPr marL="228600" lvl="0" indent="-228600" algn="ctr"/>
            <a:r>
              <a:rPr lang="en-US"/>
              <a:t>Click icon to add picture</a:t>
            </a:r>
            <a:endParaRPr lang="en-GB"/>
          </a:p>
        </p:txBody>
      </p:sp>
      <p:sp>
        <p:nvSpPr>
          <p:cNvPr id="16" name="Text Placeholder 22">
            <a:extLst>
              <a:ext uri="{FF2B5EF4-FFF2-40B4-BE49-F238E27FC236}">
                <a16:creationId xmlns:a16="http://schemas.microsoft.com/office/drawing/2014/main" id="{804B1691-73DD-D7A0-91EB-724CA0AC8E71}"/>
              </a:ext>
            </a:extLst>
          </p:cNvPr>
          <p:cNvSpPr>
            <a:spLocks noGrp="1"/>
          </p:cNvSpPr>
          <p:nvPr>
            <p:ph type="body" sz="quarter" idx="16" hasCustomPrompt="1"/>
          </p:nvPr>
        </p:nvSpPr>
        <p:spPr>
          <a:xfrm>
            <a:off x="274320" y="6309360"/>
            <a:ext cx="2286000" cy="234765"/>
          </a:xfrm>
        </p:spPr>
        <p:txBody>
          <a:bodyPr wrap="none"/>
          <a:lstStyle>
            <a:lvl1pPr marL="0" indent="0" algn="l">
              <a:spcBef>
                <a:spcPts val="0"/>
              </a:spcBef>
              <a:buNone/>
              <a:defRPr sz="800" b="1" spc="100" baseline="0">
                <a:solidFill>
                  <a:schemeClr val="bg1"/>
                </a:solidFill>
              </a:defRPr>
            </a:lvl1pPr>
          </a:lstStyle>
          <a:p>
            <a:pPr lvl="0"/>
            <a:r>
              <a:rPr lang="en-US" dirty="0"/>
              <a:t>CONFIDENTIAL</a:t>
            </a:r>
          </a:p>
        </p:txBody>
      </p:sp>
      <p:sp>
        <p:nvSpPr>
          <p:cNvPr id="17" name="Text Placeholder 14">
            <a:extLst>
              <a:ext uri="{FF2B5EF4-FFF2-40B4-BE49-F238E27FC236}">
                <a16:creationId xmlns:a16="http://schemas.microsoft.com/office/drawing/2014/main" id="{0E2CD55C-DC8E-3799-E9D1-1B6EA7A096D6}"/>
              </a:ext>
            </a:extLst>
          </p:cNvPr>
          <p:cNvSpPr>
            <a:spLocks noGrp="1"/>
          </p:cNvSpPr>
          <p:nvPr>
            <p:ph type="body" sz="quarter" idx="19" hasCustomPrompt="1"/>
          </p:nvPr>
        </p:nvSpPr>
        <p:spPr>
          <a:xfrm>
            <a:off x="274320" y="6473952"/>
            <a:ext cx="2286000" cy="155448"/>
          </a:xfrm>
        </p:spPr>
        <p:txBody>
          <a:bodyPr/>
          <a:lstStyle>
            <a:lvl1pPr marL="0" indent="0">
              <a:buFontTx/>
              <a:buNone/>
              <a:defRPr sz="700" spc="70" baseline="0">
                <a:solidFill>
                  <a:schemeClr val="accent6"/>
                </a:solidFill>
              </a:defRPr>
            </a:lvl1pPr>
            <a:lvl2pPr marL="457200" indent="0">
              <a:buFontTx/>
              <a:buNone/>
              <a:defRPr sz="800"/>
            </a:lvl2pPr>
            <a:lvl3pPr marL="914400" indent="0">
              <a:buFontTx/>
              <a:buNone/>
              <a:defRPr sz="800"/>
            </a:lvl3pPr>
            <a:lvl4pPr marL="1371600" indent="0">
              <a:buFontTx/>
              <a:buNone/>
              <a:defRPr sz="800"/>
            </a:lvl4pPr>
            <a:lvl5pPr marL="1828800" indent="0">
              <a:buFontTx/>
              <a:buNone/>
              <a:defRPr sz="800"/>
            </a:lvl5pPr>
          </a:lstStyle>
          <a:p>
            <a:pPr lvl="0"/>
            <a:r>
              <a:rPr lang="en-US" dirty="0"/>
              <a:t>© UNIVERSITY OF UTAH HEALTH</a:t>
            </a:r>
          </a:p>
        </p:txBody>
      </p:sp>
      <p:pic>
        <p:nvPicPr>
          <p:cNvPr id="19" name="Graphic 18">
            <a:extLst>
              <a:ext uri="{FF2B5EF4-FFF2-40B4-BE49-F238E27FC236}">
                <a16:creationId xmlns:a16="http://schemas.microsoft.com/office/drawing/2014/main" id="{3B1CB2BC-13C6-166E-EEB0-23E7233CBAC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5399" y="6276633"/>
            <a:ext cx="1114350" cy="298972"/>
          </a:xfrm>
          <a:prstGeom prst="rect">
            <a:avLst/>
          </a:prstGeom>
        </p:spPr>
      </p:pic>
      <p:sp>
        <p:nvSpPr>
          <p:cNvPr id="5" name="Text Placeholder 4">
            <a:extLst>
              <a:ext uri="{FF2B5EF4-FFF2-40B4-BE49-F238E27FC236}">
                <a16:creationId xmlns:a16="http://schemas.microsoft.com/office/drawing/2014/main" id="{0E0424C1-4308-D7B4-6CDA-2E15D77E6410}"/>
              </a:ext>
            </a:extLst>
          </p:cNvPr>
          <p:cNvSpPr>
            <a:spLocks noGrp="1"/>
          </p:cNvSpPr>
          <p:nvPr>
            <p:ph type="body" sz="quarter" idx="20" hasCustomPrompt="1"/>
          </p:nvPr>
        </p:nvSpPr>
        <p:spPr>
          <a:xfrm>
            <a:off x="6437313" y="3774110"/>
            <a:ext cx="5257585" cy="381000"/>
          </a:xfrm>
        </p:spPr>
        <p:txBody>
          <a:bodyPr/>
          <a:lstStyle>
            <a:lvl1pPr marL="0" indent="0">
              <a:buFontTx/>
              <a:buNone/>
              <a:defRPr sz="1400"/>
            </a:lvl1pPr>
          </a:lstStyle>
          <a:p>
            <a:pPr lvl="0"/>
            <a:r>
              <a:rPr lang="en-US" dirty="0"/>
              <a:t>@Handle	#Hashtag</a:t>
            </a:r>
          </a:p>
        </p:txBody>
      </p:sp>
      <p:sp>
        <p:nvSpPr>
          <p:cNvPr id="8" name="Text Placeholder 7">
            <a:extLst>
              <a:ext uri="{FF2B5EF4-FFF2-40B4-BE49-F238E27FC236}">
                <a16:creationId xmlns:a16="http://schemas.microsoft.com/office/drawing/2014/main" id="{094425D2-1B07-0149-332D-41DC1E0E3520}"/>
              </a:ext>
            </a:extLst>
          </p:cNvPr>
          <p:cNvSpPr>
            <a:spLocks noGrp="1"/>
          </p:cNvSpPr>
          <p:nvPr>
            <p:ph type="body" sz="quarter" idx="21" hasCustomPrompt="1"/>
          </p:nvPr>
        </p:nvSpPr>
        <p:spPr>
          <a:xfrm>
            <a:off x="6437313" y="3379035"/>
            <a:ext cx="5257800" cy="381000"/>
          </a:xfrm>
        </p:spPr>
        <p:txBody>
          <a:bodyPr/>
          <a:lstStyle>
            <a:lvl1pPr marL="0" indent="0">
              <a:buFontTx/>
              <a:buNone/>
              <a:defRPr sz="180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dirty="0" err="1"/>
              <a:t>First.Last@email.edu</a:t>
            </a:r>
            <a:endParaRPr lang="en-US" dirty="0"/>
          </a:p>
        </p:txBody>
      </p:sp>
    </p:spTree>
    <p:extLst>
      <p:ext uri="{BB962C8B-B14F-4D97-AF65-F5344CB8AC3E}">
        <p14:creationId xmlns:p14="http://schemas.microsoft.com/office/powerpoint/2010/main" val="18098713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85C168-1E3E-1021-B572-54CDFAD0ACDF}"/>
              </a:ext>
            </a:extLst>
          </p:cNvPr>
          <p:cNvSpPr>
            <a:spLocks noGrp="1"/>
          </p:cNvSpPr>
          <p:nvPr>
            <p:ph type="title"/>
          </p:nvPr>
        </p:nvSpPr>
        <p:spPr>
          <a:xfrm>
            <a:off x="365760" y="365760"/>
            <a:ext cx="10958513" cy="504000"/>
          </a:xfrm>
          <a:prstGeom prst="rect">
            <a:avLst/>
          </a:prstGeom>
        </p:spPr>
        <p:txBody>
          <a:bodyPr vert="horz" lIns="91440" tIns="45720" rIns="91440" bIns="45720" rtlCol="0" anchor="t">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8435789-2292-7332-43B7-2E8B742C0D08}"/>
              </a:ext>
            </a:extLst>
          </p:cNvPr>
          <p:cNvSpPr>
            <a:spLocks noGrp="1"/>
          </p:cNvSpPr>
          <p:nvPr>
            <p:ph type="body" idx="1"/>
          </p:nvPr>
        </p:nvSpPr>
        <p:spPr>
          <a:xfrm>
            <a:off x="901701" y="1602000"/>
            <a:ext cx="10387012" cy="41940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4040711972"/>
      </p:ext>
    </p:extLst>
  </p:cSld>
  <p:clrMap bg1="lt1" tx1="dk1" bg2="lt2" tx2="dk2" accent1="accent1" accent2="accent2" accent3="accent3" accent4="accent4" accent5="accent5" accent6="accent6" hlink="hlink" folHlink="folHlink"/>
  <p:sldLayoutIdLst>
    <p:sldLayoutId id="2147483692" r:id="rId1"/>
    <p:sldLayoutId id="2147483723" r:id="rId2"/>
    <p:sldLayoutId id="2147483733" r:id="rId3"/>
    <p:sldLayoutId id="2147483724" r:id="rId4"/>
    <p:sldLayoutId id="2147483734" r:id="rId5"/>
    <p:sldLayoutId id="2147483725" r:id="rId6"/>
    <p:sldLayoutId id="2147483735" r:id="rId7"/>
    <p:sldLayoutId id="2147483736" r:id="rId8"/>
    <p:sldLayoutId id="2147483726" r:id="rId9"/>
    <p:sldLayoutId id="2147483715" r:id="rId10"/>
    <p:sldLayoutId id="2147483716" r:id="rId11"/>
    <p:sldLayoutId id="2147483697" r:id="rId12"/>
    <p:sldLayoutId id="2147483748" r:id="rId13"/>
    <p:sldLayoutId id="2147483749" r:id="rId14"/>
    <p:sldLayoutId id="2147483713" r:id="rId15"/>
    <p:sldLayoutId id="2147483729" r:id="rId16"/>
    <p:sldLayoutId id="2147483752" r:id="rId17"/>
    <p:sldLayoutId id="2147483698" r:id="rId18"/>
    <p:sldLayoutId id="2147483751" r:id="rId19"/>
    <p:sldLayoutId id="2147483712" r:id="rId20"/>
    <p:sldLayoutId id="2147483700" r:id="rId21"/>
    <p:sldLayoutId id="2147483702" r:id="rId22"/>
    <p:sldLayoutId id="2147483732" r:id="rId23"/>
    <p:sldLayoutId id="2147483703" r:id="rId24"/>
    <p:sldLayoutId id="2147483730" r:id="rId25"/>
    <p:sldLayoutId id="2147483741" r:id="rId26"/>
    <p:sldLayoutId id="2147483744" r:id="rId27"/>
    <p:sldLayoutId id="2147483750" r:id="rId28"/>
    <p:sldLayoutId id="2147483720" r:id="rId29"/>
    <p:sldLayoutId id="2147483743" r:id="rId30"/>
    <p:sldLayoutId id="2147483745" r:id="rId31"/>
    <p:sldLayoutId id="2147483746" r:id="rId32"/>
    <p:sldLayoutId id="2147483721" r:id="rId33"/>
    <p:sldLayoutId id="2147483754" r:id="rId34"/>
    <p:sldLayoutId id="2147483753" r:id="rId35"/>
    <p:sldLayoutId id="2147483709" r:id="rId36"/>
    <p:sldLayoutId id="2147483755" r:id="rId37"/>
    <p:sldLayoutId id="2147483731" r:id="rId38"/>
    <p:sldLayoutId id="2147483756" r:id="rId39"/>
    <p:sldLayoutId id="2147483710" r:id="rId40"/>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p:txStyles>
    <p:titleStyle>
      <a:lvl1pPr algn="l" defTabSz="914400" rtl="0" eaLnBrk="1" latinLnBrk="0" hangingPunct="1">
        <a:lnSpc>
          <a:spcPct val="90000"/>
        </a:lnSpc>
        <a:spcBef>
          <a:spcPct val="0"/>
        </a:spcBef>
        <a:buNone/>
        <a:defRPr sz="4000" b="0" u="none" kern="1200" cap="all" spc="100" baseline="0">
          <a:solidFill>
            <a:schemeClr val="accent1"/>
          </a:solidFill>
          <a:uFill>
            <a:solidFill>
              <a:schemeClr val="accent3"/>
            </a:solidFill>
          </a:uFill>
          <a:latin typeface="+mj-lt"/>
          <a:ea typeface="+mj-ea"/>
          <a:cs typeface="+mj-cs"/>
        </a:defRPr>
      </a:lvl1pPr>
    </p:titleStyle>
    <p:bodyStyle>
      <a:lvl1pPr marL="2286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1pPr>
      <a:lvl2pPr marL="6858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dirty="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1">
          <p15:clr>
            <a:srgbClr val="F26B43"/>
          </p15:clr>
        </p15:guide>
        <p15:guide id="12" pos="7680">
          <p15:clr>
            <a:srgbClr val="F26B43"/>
          </p15:clr>
        </p15:guide>
        <p15:guide id="13" pos="388">
          <p15:clr>
            <a:srgbClr val="F26B43"/>
          </p15:clr>
        </p15:guide>
        <p15:guide id="14" pos="7291">
          <p15:clr>
            <a:srgbClr val="F26B43"/>
          </p15:clr>
        </p15:guide>
        <p15:guide id="15" orient="horz">
          <p15:clr>
            <a:srgbClr val="F26B43"/>
          </p15:clr>
        </p15:guide>
        <p15:guide id="16" orient="horz" pos="4320">
          <p15:clr>
            <a:srgbClr val="F26B43"/>
          </p15:clr>
        </p15:guide>
        <p15:guide id="17" orient="horz" pos="316">
          <p15:clr>
            <a:srgbClr val="F26B43"/>
          </p15:clr>
        </p15:guide>
        <p15:guide id="19" pos="568">
          <p15:clr>
            <a:srgbClr val="F26B43"/>
          </p15:clr>
        </p15:guide>
        <p15:guide id="20" pos="7120">
          <p15:clr>
            <a:srgbClr val="F26B43"/>
          </p15:clr>
        </p15:guide>
        <p15:guide id="21" orient="horz" pos="3984">
          <p15:clr>
            <a:srgbClr val="F26B43"/>
          </p15:clr>
        </p15:guide>
        <p15:guide id="22" orient="horz" pos="3408">
          <p15:clr>
            <a:srgbClr val="F26B43"/>
          </p15:clr>
        </p15:guide>
        <p15:guide id="23" pos="240">
          <p15:clr>
            <a:srgbClr val="F26B43"/>
          </p15:clr>
        </p15:guide>
        <p15:guide id="24" pos="7440">
          <p15:clr>
            <a:srgbClr val="F26B43"/>
          </p15:clr>
        </p15:guide>
        <p15:guide id="25" pos="312">
          <p15:clr>
            <a:srgbClr val="F26B43"/>
          </p15:clr>
        </p15:guide>
        <p15:guide id="26" pos="7368">
          <p15:clr>
            <a:srgbClr val="F26B43"/>
          </p15:clr>
        </p15:guide>
        <p15:guide id="27" orient="horz" pos="40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0.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24.xml"/><Relationship Id="rId4" Type="http://schemas.openxmlformats.org/officeDocument/2006/relationships/image" Target="../media/image24.jpeg"/></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5.xml"/><Relationship Id="rId5" Type="http://schemas.openxmlformats.org/officeDocument/2006/relationships/image" Target="../media/image27.jpeg"/><Relationship Id="rId4" Type="http://schemas.openxmlformats.org/officeDocument/2006/relationships/image" Target="../media/image26.jpeg"/></Relationships>
</file>

<file path=ppt/slides/_rels/slide2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9.xml"/><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3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3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6.xml"/><Relationship Id="rId1" Type="http://schemas.openxmlformats.org/officeDocument/2006/relationships/slideLayout" Target="../slideLayouts/slideLayout31.xml"/><Relationship Id="rId4" Type="http://schemas.openxmlformats.org/officeDocument/2006/relationships/chart" Target="../charts/char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15.xml"/><Relationship Id="rId4" Type="http://schemas.openxmlformats.org/officeDocument/2006/relationships/image" Target="../media/image31.sv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image" Target="../media/image33.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8.xml"/><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hyperlink" Target="https://uofuhealth.utah.edu/brand-and-style-guide/typography-color" TargetMode="External"/><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17" Type="http://schemas.openxmlformats.org/officeDocument/2006/relationships/image" Target="../media/image149.png"/><Relationship Id="rId21" Type="http://schemas.openxmlformats.org/officeDocument/2006/relationships/image" Target="../media/image53.png"/><Relationship Id="rId42" Type="http://schemas.openxmlformats.org/officeDocument/2006/relationships/image" Target="../media/image74.svg"/><Relationship Id="rId63" Type="http://schemas.openxmlformats.org/officeDocument/2006/relationships/image" Target="../media/image95.png"/><Relationship Id="rId84" Type="http://schemas.openxmlformats.org/officeDocument/2006/relationships/image" Target="../media/image116.svg"/><Relationship Id="rId138" Type="http://schemas.openxmlformats.org/officeDocument/2006/relationships/image" Target="../media/image170.svg"/><Relationship Id="rId107" Type="http://schemas.openxmlformats.org/officeDocument/2006/relationships/image" Target="../media/image139.png"/><Relationship Id="rId11" Type="http://schemas.openxmlformats.org/officeDocument/2006/relationships/image" Target="../media/image43.png"/><Relationship Id="rId32" Type="http://schemas.openxmlformats.org/officeDocument/2006/relationships/image" Target="../media/image64.svg"/><Relationship Id="rId37" Type="http://schemas.openxmlformats.org/officeDocument/2006/relationships/image" Target="../media/image69.png"/><Relationship Id="rId53" Type="http://schemas.openxmlformats.org/officeDocument/2006/relationships/image" Target="../media/image85.png"/><Relationship Id="rId58" Type="http://schemas.openxmlformats.org/officeDocument/2006/relationships/image" Target="../media/image90.svg"/><Relationship Id="rId74" Type="http://schemas.openxmlformats.org/officeDocument/2006/relationships/image" Target="../media/image106.svg"/><Relationship Id="rId79" Type="http://schemas.openxmlformats.org/officeDocument/2006/relationships/image" Target="../media/image111.png"/><Relationship Id="rId102" Type="http://schemas.openxmlformats.org/officeDocument/2006/relationships/image" Target="../media/image134.svg"/><Relationship Id="rId123" Type="http://schemas.openxmlformats.org/officeDocument/2006/relationships/image" Target="../media/image155.png"/><Relationship Id="rId128" Type="http://schemas.openxmlformats.org/officeDocument/2006/relationships/image" Target="../media/image160.svg"/><Relationship Id="rId144" Type="http://schemas.openxmlformats.org/officeDocument/2006/relationships/image" Target="../media/image176.svg"/><Relationship Id="rId5" Type="http://schemas.openxmlformats.org/officeDocument/2006/relationships/image" Target="../media/image37.png"/><Relationship Id="rId90" Type="http://schemas.openxmlformats.org/officeDocument/2006/relationships/image" Target="../media/image122.svg"/><Relationship Id="rId95" Type="http://schemas.openxmlformats.org/officeDocument/2006/relationships/image" Target="../media/image127.png"/><Relationship Id="rId22" Type="http://schemas.openxmlformats.org/officeDocument/2006/relationships/image" Target="../media/image54.svg"/><Relationship Id="rId27" Type="http://schemas.openxmlformats.org/officeDocument/2006/relationships/image" Target="../media/image59.png"/><Relationship Id="rId43" Type="http://schemas.openxmlformats.org/officeDocument/2006/relationships/image" Target="../media/image75.png"/><Relationship Id="rId48" Type="http://schemas.openxmlformats.org/officeDocument/2006/relationships/image" Target="../media/image80.svg"/><Relationship Id="rId64" Type="http://schemas.openxmlformats.org/officeDocument/2006/relationships/image" Target="../media/image96.svg"/><Relationship Id="rId69" Type="http://schemas.openxmlformats.org/officeDocument/2006/relationships/image" Target="../media/image101.png"/><Relationship Id="rId113" Type="http://schemas.openxmlformats.org/officeDocument/2006/relationships/image" Target="../media/image145.png"/><Relationship Id="rId118" Type="http://schemas.openxmlformats.org/officeDocument/2006/relationships/image" Target="../media/image150.svg"/><Relationship Id="rId134" Type="http://schemas.openxmlformats.org/officeDocument/2006/relationships/image" Target="../media/image166.svg"/><Relationship Id="rId139" Type="http://schemas.openxmlformats.org/officeDocument/2006/relationships/image" Target="../media/image171.png"/><Relationship Id="rId80" Type="http://schemas.openxmlformats.org/officeDocument/2006/relationships/image" Target="../media/image112.svg"/><Relationship Id="rId85" Type="http://schemas.openxmlformats.org/officeDocument/2006/relationships/image" Target="../media/image117.png"/><Relationship Id="rId12" Type="http://schemas.openxmlformats.org/officeDocument/2006/relationships/image" Target="../media/image44.svg"/><Relationship Id="rId17" Type="http://schemas.openxmlformats.org/officeDocument/2006/relationships/image" Target="../media/image49.png"/><Relationship Id="rId33" Type="http://schemas.openxmlformats.org/officeDocument/2006/relationships/image" Target="../media/image65.png"/><Relationship Id="rId38" Type="http://schemas.openxmlformats.org/officeDocument/2006/relationships/image" Target="../media/image70.svg"/><Relationship Id="rId59" Type="http://schemas.openxmlformats.org/officeDocument/2006/relationships/image" Target="../media/image91.png"/><Relationship Id="rId103" Type="http://schemas.openxmlformats.org/officeDocument/2006/relationships/image" Target="../media/image135.png"/><Relationship Id="rId108" Type="http://schemas.openxmlformats.org/officeDocument/2006/relationships/image" Target="../media/image140.svg"/><Relationship Id="rId124" Type="http://schemas.openxmlformats.org/officeDocument/2006/relationships/image" Target="../media/image156.svg"/><Relationship Id="rId129" Type="http://schemas.openxmlformats.org/officeDocument/2006/relationships/image" Target="../media/image161.png"/><Relationship Id="rId54" Type="http://schemas.openxmlformats.org/officeDocument/2006/relationships/image" Target="../media/image86.svg"/><Relationship Id="rId70" Type="http://schemas.openxmlformats.org/officeDocument/2006/relationships/image" Target="../media/image102.svg"/><Relationship Id="rId75" Type="http://schemas.openxmlformats.org/officeDocument/2006/relationships/image" Target="../media/image107.png"/><Relationship Id="rId91" Type="http://schemas.openxmlformats.org/officeDocument/2006/relationships/image" Target="../media/image123.png"/><Relationship Id="rId96" Type="http://schemas.openxmlformats.org/officeDocument/2006/relationships/image" Target="../media/image128.svg"/><Relationship Id="rId140" Type="http://schemas.openxmlformats.org/officeDocument/2006/relationships/image" Target="../media/image172.svg"/><Relationship Id="rId1" Type="http://schemas.openxmlformats.org/officeDocument/2006/relationships/slideLayout" Target="../slideLayouts/slideLayout15.xml"/><Relationship Id="rId6" Type="http://schemas.openxmlformats.org/officeDocument/2006/relationships/image" Target="../media/image38.svg"/><Relationship Id="rId23" Type="http://schemas.openxmlformats.org/officeDocument/2006/relationships/image" Target="../media/image55.png"/><Relationship Id="rId28" Type="http://schemas.openxmlformats.org/officeDocument/2006/relationships/image" Target="../media/image60.svg"/><Relationship Id="rId49" Type="http://schemas.openxmlformats.org/officeDocument/2006/relationships/image" Target="../media/image81.png"/><Relationship Id="rId114" Type="http://schemas.openxmlformats.org/officeDocument/2006/relationships/image" Target="../media/image146.svg"/><Relationship Id="rId119" Type="http://schemas.openxmlformats.org/officeDocument/2006/relationships/image" Target="../media/image151.png"/><Relationship Id="rId44" Type="http://schemas.openxmlformats.org/officeDocument/2006/relationships/image" Target="../media/image76.svg"/><Relationship Id="rId60" Type="http://schemas.openxmlformats.org/officeDocument/2006/relationships/image" Target="../media/image92.svg"/><Relationship Id="rId65" Type="http://schemas.openxmlformats.org/officeDocument/2006/relationships/image" Target="../media/image97.png"/><Relationship Id="rId81" Type="http://schemas.openxmlformats.org/officeDocument/2006/relationships/image" Target="../media/image113.png"/><Relationship Id="rId86" Type="http://schemas.openxmlformats.org/officeDocument/2006/relationships/image" Target="../media/image118.svg"/><Relationship Id="rId130" Type="http://schemas.openxmlformats.org/officeDocument/2006/relationships/image" Target="../media/image162.svg"/><Relationship Id="rId135" Type="http://schemas.openxmlformats.org/officeDocument/2006/relationships/image" Target="../media/image167.png"/><Relationship Id="rId13" Type="http://schemas.openxmlformats.org/officeDocument/2006/relationships/image" Target="../media/image45.png"/><Relationship Id="rId18" Type="http://schemas.openxmlformats.org/officeDocument/2006/relationships/image" Target="../media/image50.svg"/><Relationship Id="rId39" Type="http://schemas.openxmlformats.org/officeDocument/2006/relationships/image" Target="../media/image71.png"/><Relationship Id="rId109" Type="http://schemas.openxmlformats.org/officeDocument/2006/relationships/image" Target="../media/image141.png"/><Relationship Id="rId34" Type="http://schemas.openxmlformats.org/officeDocument/2006/relationships/image" Target="../media/image66.svg"/><Relationship Id="rId50" Type="http://schemas.openxmlformats.org/officeDocument/2006/relationships/image" Target="../media/image82.svg"/><Relationship Id="rId55" Type="http://schemas.openxmlformats.org/officeDocument/2006/relationships/image" Target="../media/image87.png"/><Relationship Id="rId76" Type="http://schemas.openxmlformats.org/officeDocument/2006/relationships/image" Target="../media/image108.svg"/><Relationship Id="rId97" Type="http://schemas.openxmlformats.org/officeDocument/2006/relationships/image" Target="../media/image129.png"/><Relationship Id="rId104" Type="http://schemas.openxmlformats.org/officeDocument/2006/relationships/image" Target="../media/image136.svg"/><Relationship Id="rId120" Type="http://schemas.openxmlformats.org/officeDocument/2006/relationships/image" Target="../media/image152.svg"/><Relationship Id="rId125" Type="http://schemas.openxmlformats.org/officeDocument/2006/relationships/image" Target="../media/image157.png"/><Relationship Id="rId141" Type="http://schemas.openxmlformats.org/officeDocument/2006/relationships/image" Target="../media/image173.png"/><Relationship Id="rId7" Type="http://schemas.openxmlformats.org/officeDocument/2006/relationships/image" Target="../media/image39.png"/><Relationship Id="rId71" Type="http://schemas.openxmlformats.org/officeDocument/2006/relationships/image" Target="../media/image103.png"/><Relationship Id="rId92" Type="http://schemas.openxmlformats.org/officeDocument/2006/relationships/image" Target="../media/image124.svg"/><Relationship Id="rId2" Type="http://schemas.openxmlformats.org/officeDocument/2006/relationships/notesSlide" Target="../notesSlides/notesSlide51.xml"/><Relationship Id="rId29" Type="http://schemas.openxmlformats.org/officeDocument/2006/relationships/image" Target="../media/image61.png"/><Relationship Id="rId24" Type="http://schemas.openxmlformats.org/officeDocument/2006/relationships/image" Target="../media/image56.svg"/><Relationship Id="rId40" Type="http://schemas.openxmlformats.org/officeDocument/2006/relationships/image" Target="../media/image72.svg"/><Relationship Id="rId45" Type="http://schemas.openxmlformats.org/officeDocument/2006/relationships/image" Target="../media/image77.png"/><Relationship Id="rId66" Type="http://schemas.openxmlformats.org/officeDocument/2006/relationships/image" Target="../media/image98.svg"/><Relationship Id="rId87" Type="http://schemas.openxmlformats.org/officeDocument/2006/relationships/image" Target="../media/image119.png"/><Relationship Id="rId110" Type="http://schemas.openxmlformats.org/officeDocument/2006/relationships/image" Target="../media/image142.svg"/><Relationship Id="rId115" Type="http://schemas.openxmlformats.org/officeDocument/2006/relationships/image" Target="../media/image147.png"/><Relationship Id="rId131" Type="http://schemas.openxmlformats.org/officeDocument/2006/relationships/image" Target="../media/image163.png"/><Relationship Id="rId136" Type="http://schemas.openxmlformats.org/officeDocument/2006/relationships/image" Target="../media/image168.svg"/><Relationship Id="rId61" Type="http://schemas.openxmlformats.org/officeDocument/2006/relationships/image" Target="../media/image93.png"/><Relationship Id="rId82" Type="http://schemas.openxmlformats.org/officeDocument/2006/relationships/image" Target="../media/image114.svg"/><Relationship Id="rId19" Type="http://schemas.openxmlformats.org/officeDocument/2006/relationships/image" Target="../media/image51.png"/><Relationship Id="rId14" Type="http://schemas.openxmlformats.org/officeDocument/2006/relationships/image" Target="../media/image46.svg"/><Relationship Id="rId30" Type="http://schemas.openxmlformats.org/officeDocument/2006/relationships/image" Target="../media/image62.svg"/><Relationship Id="rId35" Type="http://schemas.openxmlformats.org/officeDocument/2006/relationships/image" Target="../media/image67.png"/><Relationship Id="rId56" Type="http://schemas.openxmlformats.org/officeDocument/2006/relationships/image" Target="../media/image88.svg"/><Relationship Id="rId77" Type="http://schemas.openxmlformats.org/officeDocument/2006/relationships/image" Target="../media/image109.png"/><Relationship Id="rId100" Type="http://schemas.openxmlformats.org/officeDocument/2006/relationships/image" Target="../media/image132.svg"/><Relationship Id="rId105" Type="http://schemas.openxmlformats.org/officeDocument/2006/relationships/image" Target="../media/image137.png"/><Relationship Id="rId126" Type="http://schemas.openxmlformats.org/officeDocument/2006/relationships/image" Target="../media/image158.svg"/><Relationship Id="rId8" Type="http://schemas.openxmlformats.org/officeDocument/2006/relationships/image" Target="../media/image40.svg"/><Relationship Id="rId51" Type="http://schemas.openxmlformats.org/officeDocument/2006/relationships/image" Target="../media/image83.png"/><Relationship Id="rId72" Type="http://schemas.openxmlformats.org/officeDocument/2006/relationships/image" Target="../media/image104.svg"/><Relationship Id="rId93" Type="http://schemas.openxmlformats.org/officeDocument/2006/relationships/image" Target="../media/image125.png"/><Relationship Id="rId98" Type="http://schemas.openxmlformats.org/officeDocument/2006/relationships/image" Target="../media/image130.svg"/><Relationship Id="rId121" Type="http://schemas.openxmlformats.org/officeDocument/2006/relationships/image" Target="../media/image153.png"/><Relationship Id="rId142" Type="http://schemas.openxmlformats.org/officeDocument/2006/relationships/image" Target="../media/image174.svg"/><Relationship Id="rId3" Type="http://schemas.openxmlformats.org/officeDocument/2006/relationships/image" Target="../media/image35.png"/><Relationship Id="rId25" Type="http://schemas.openxmlformats.org/officeDocument/2006/relationships/image" Target="../media/image57.png"/><Relationship Id="rId46" Type="http://schemas.openxmlformats.org/officeDocument/2006/relationships/image" Target="../media/image78.svg"/><Relationship Id="rId67" Type="http://schemas.openxmlformats.org/officeDocument/2006/relationships/image" Target="../media/image99.png"/><Relationship Id="rId116" Type="http://schemas.openxmlformats.org/officeDocument/2006/relationships/image" Target="../media/image148.svg"/><Relationship Id="rId137" Type="http://schemas.openxmlformats.org/officeDocument/2006/relationships/image" Target="../media/image169.png"/><Relationship Id="rId20" Type="http://schemas.openxmlformats.org/officeDocument/2006/relationships/image" Target="../media/image52.svg"/><Relationship Id="rId41" Type="http://schemas.openxmlformats.org/officeDocument/2006/relationships/image" Target="../media/image73.png"/><Relationship Id="rId62" Type="http://schemas.openxmlformats.org/officeDocument/2006/relationships/image" Target="../media/image94.svg"/><Relationship Id="rId83" Type="http://schemas.openxmlformats.org/officeDocument/2006/relationships/image" Target="../media/image115.png"/><Relationship Id="rId88" Type="http://schemas.openxmlformats.org/officeDocument/2006/relationships/image" Target="../media/image120.svg"/><Relationship Id="rId111" Type="http://schemas.openxmlformats.org/officeDocument/2006/relationships/image" Target="../media/image143.png"/><Relationship Id="rId132" Type="http://schemas.openxmlformats.org/officeDocument/2006/relationships/image" Target="../media/image164.svg"/><Relationship Id="rId15" Type="http://schemas.openxmlformats.org/officeDocument/2006/relationships/image" Target="../media/image47.png"/><Relationship Id="rId36" Type="http://schemas.openxmlformats.org/officeDocument/2006/relationships/image" Target="../media/image68.svg"/><Relationship Id="rId57" Type="http://schemas.openxmlformats.org/officeDocument/2006/relationships/image" Target="../media/image89.png"/><Relationship Id="rId106" Type="http://schemas.openxmlformats.org/officeDocument/2006/relationships/image" Target="../media/image138.svg"/><Relationship Id="rId127" Type="http://schemas.openxmlformats.org/officeDocument/2006/relationships/image" Target="../media/image159.png"/><Relationship Id="rId10" Type="http://schemas.openxmlformats.org/officeDocument/2006/relationships/image" Target="../media/image42.svg"/><Relationship Id="rId31" Type="http://schemas.openxmlformats.org/officeDocument/2006/relationships/image" Target="../media/image63.png"/><Relationship Id="rId52" Type="http://schemas.openxmlformats.org/officeDocument/2006/relationships/image" Target="../media/image84.svg"/><Relationship Id="rId73" Type="http://schemas.openxmlformats.org/officeDocument/2006/relationships/image" Target="../media/image105.png"/><Relationship Id="rId78" Type="http://schemas.openxmlformats.org/officeDocument/2006/relationships/image" Target="../media/image110.svg"/><Relationship Id="rId94" Type="http://schemas.openxmlformats.org/officeDocument/2006/relationships/image" Target="../media/image126.svg"/><Relationship Id="rId99" Type="http://schemas.openxmlformats.org/officeDocument/2006/relationships/image" Target="../media/image131.png"/><Relationship Id="rId101" Type="http://schemas.openxmlformats.org/officeDocument/2006/relationships/image" Target="../media/image133.png"/><Relationship Id="rId122" Type="http://schemas.openxmlformats.org/officeDocument/2006/relationships/image" Target="../media/image154.svg"/><Relationship Id="rId143" Type="http://schemas.openxmlformats.org/officeDocument/2006/relationships/image" Target="../media/image175.png"/><Relationship Id="rId4" Type="http://schemas.openxmlformats.org/officeDocument/2006/relationships/image" Target="../media/image36.svg"/><Relationship Id="rId9" Type="http://schemas.openxmlformats.org/officeDocument/2006/relationships/image" Target="../media/image41.png"/><Relationship Id="rId26" Type="http://schemas.openxmlformats.org/officeDocument/2006/relationships/image" Target="../media/image58.svg"/><Relationship Id="rId47" Type="http://schemas.openxmlformats.org/officeDocument/2006/relationships/image" Target="../media/image79.png"/><Relationship Id="rId68" Type="http://schemas.openxmlformats.org/officeDocument/2006/relationships/image" Target="../media/image100.svg"/><Relationship Id="rId89" Type="http://schemas.openxmlformats.org/officeDocument/2006/relationships/image" Target="../media/image121.png"/><Relationship Id="rId112" Type="http://schemas.openxmlformats.org/officeDocument/2006/relationships/image" Target="../media/image144.svg"/><Relationship Id="rId133" Type="http://schemas.openxmlformats.org/officeDocument/2006/relationships/image" Target="../media/image165.png"/><Relationship Id="rId16" Type="http://schemas.openxmlformats.org/officeDocument/2006/relationships/image" Target="../media/image4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A7AF-BF36-FC2C-029D-208360964B23}"/>
              </a:ext>
            </a:extLst>
          </p:cNvPr>
          <p:cNvSpPr>
            <a:spLocks noGrp="1"/>
          </p:cNvSpPr>
          <p:nvPr>
            <p:ph type="title"/>
          </p:nvPr>
        </p:nvSpPr>
        <p:spPr>
          <a:xfrm>
            <a:off x="365760" y="365760"/>
            <a:ext cx="10958513" cy="504000"/>
          </a:xfrm>
        </p:spPr>
        <p:txBody>
          <a:bodyPr/>
          <a:lstStyle/>
          <a:p>
            <a:r>
              <a:rPr lang="en-US" b="1" u="sng" dirty="0"/>
              <a:t>TIPS</a:t>
            </a:r>
            <a:r>
              <a:rPr lang="en-US" dirty="0"/>
              <a:t> FOR USING THIS TEMPLATE</a:t>
            </a:r>
          </a:p>
        </p:txBody>
      </p:sp>
      <p:sp>
        <p:nvSpPr>
          <p:cNvPr id="3" name="Text Placeholder 2">
            <a:extLst>
              <a:ext uri="{FF2B5EF4-FFF2-40B4-BE49-F238E27FC236}">
                <a16:creationId xmlns:a16="http://schemas.microsoft.com/office/drawing/2014/main" id="{AEC8E79C-27C5-766C-A65A-E028EBFB1EFB}"/>
              </a:ext>
            </a:extLst>
          </p:cNvPr>
          <p:cNvSpPr>
            <a:spLocks noGrp="1"/>
          </p:cNvSpPr>
          <p:nvPr>
            <p:ph type="body" sz="quarter" idx="12"/>
          </p:nvPr>
        </p:nvSpPr>
        <p:spPr>
          <a:xfrm>
            <a:off x="904876" y="1627188"/>
            <a:ext cx="3667124" cy="2868612"/>
          </a:xfrm>
        </p:spPr>
        <p:txBody>
          <a:bodyPr/>
          <a:lstStyle/>
          <a:p>
            <a:pPr marL="0" indent="0">
              <a:buNone/>
            </a:pPr>
            <a:r>
              <a:rPr lang="en-US" sz="2400" b="1" dirty="0"/>
              <a:t>Welcome!</a:t>
            </a:r>
          </a:p>
          <a:p>
            <a:pPr marL="0" indent="0">
              <a:buNone/>
            </a:pPr>
            <a:r>
              <a:rPr lang="en-US" dirty="0">
                <a:sym typeface="Century Gothic" panose="020B0502020202020204" pitchFamily="34" charset="0"/>
              </a:rPr>
              <a:t>Included are a few tips to help you get familiar with this template. This deck utilizes </a:t>
            </a:r>
            <a:r>
              <a:rPr lang="en-US" b="1" dirty="0">
                <a:sym typeface="Century Gothic" panose="020B0502020202020204" pitchFamily="34" charset="0"/>
              </a:rPr>
              <a:t>Master Slides </a:t>
            </a:r>
            <a:r>
              <a:rPr lang="en-US" dirty="0">
                <a:sym typeface="Century Gothic" panose="020B0502020202020204" pitchFamily="34" charset="0"/>
              </a:rPr>
              <a:t>(love them or fear them) so be sure to view all the options as not all are being used in this deck.</a:t>
            </a:r>
            <a:br>
              <a:rPr lang="en-US" dirty="0">
                <a:sym typeface="Century Gothic" panose="020B0502020202020204" pitchFamily="34" charset="0"/>
              </a:rPr>
            </a:br>
            <a:r>
              <a:rPr lang="en-US" sz="1200" dirty="0">
                <a:solidFill>
                  <a:schemeClr val="accent6"/>
                </a:solidFill>
                <a:sym typeface="Century Gothic" panose="020B0502020202020204" pitchFamily="34" charset="0"/>
              </a:rPr>
              <a:t>Go to View &gt; Master Slides</a:t>
            </a:r>
            <a:endParaRPr lang="en-US" sz="1200" dirty="0">
              <a:solidFill>
                <a:schemeClr val="accent6"/>
              </a:solidFill>
            </a:endParaRPr>
          </a:p>
        </p:txBody>
      </p:sp>
      <p:sp>
        <p:nvSpPr>
          <p:cNvPr id="5" name="Text Placeholder 4">
            <a:extLst>
              <a:ext uri="{FF2B5EF4-FFF2-40B4-BE49-F238E27FC236}">
                <a16:creationId xmlns:a16="http://schemas.microsoft.com/office/drawing/2014/main" id="{A6A813C1-6F23-2AFC-FE23-FE8DD6A07167}"/>
              </a:ext>
            </a:extLst>
          </p:cNvPr>
          <p:cNvSpPr>
            <a:spLocks noGrp="1"/>
          </p:cNvSpPr>
          <p:nvPr>
            <p:ph type="body" sz="quarter" idx="15"/>
          </p:nvPr>
        </p:nvSpPr>
        <p:spPr>
          <a:xfrm>
            <a:off x="4800600" y="1627188"/>
            <a:ext cx="6523673" cy="4135603"/>
          </a:xfrm>
        </p:spPr>
        <p:txBody>
          <a:bodyPr/>
          <a:lstStyle/>
          <a:p>
            <a:pPr>
              <a:spcBef>
                <a:spcPts val="1800"/>
              </a:spcBef>
            </a:pPr>
            <a:r>
              <a:rPr lang="en-US" dirty="0"/>
              <a:t>See the </a:t>
            </a:r>
            <a:r>
              <a:rPr lang="en-US" b="1" dirty="0"/>
              <a:t>notes section </a:t>
            </a:r>
            <a:r>
              <a:rPr lang="en-US" dirty="0"/>
              <a:t>below each slide for tips on replacing images, editing charts, etc.</a:t>
            </a:r>
            <a:br>
              <a:rPr lang="en-US" dirty="0"/>
            </a:br>
            <a:r>
              <a:rPr lang="en-US" sz="1200" dirty="0">
                <a:solidFill>
                  <a:schemeClr val="accent6"/>
                </a:solidFill>
                <a:sym typeface="Century Gothic" panose="020B0502020202020204" pitchFamily="34" charset="0"/>
              </a:rPr>
              <a:t>Go to View &gt; Normal</a:t>
            </a:r>
            <a:endParaRPr lang="en-US" sz="1200" dirty="0"/>
          </a:p>
          <a:p>
            <a:pPr>
              <a:spcBef>
                <a:spcPts val="1800"/>
              </a:spcBef>
            </a:pPr>
            <a:r>
              <a:rPr lang="en-US" sz="1800" dirty="0"/>
              <a:t>Ensure text stays in the </a:t>
            </a:r>
            <a:r>
              <a:rPr lang="en-US" sz="1800" b="1" dirty="0"/>
              <a:t>Century Gothic </a:t>
            </a:r>
            <a:r>
              <a:rPr lang="en-US" sz="1800" dirty="0"/>
              <a:t>font when copying/pasting from another source.</a:t>
            </a:r>
            <a:br>
              <a:rPr lang="en-US" sz="1800" dirty="0"/>
            </a:br>
            <a:r>
              <a:rPr lang="en-US" sz="1200" dirty="0">
                <a:solidFill>
                  <a:schemeClr val="accent6"/>
                </a:solidFill>
                <a:sym typeface="Century Gothic" panose="020B0502020202020204" pitchFamily="34" charset="0"/>
              </a:rPr>
              <a:t>Go to Edit &gt; Paste and Match Formatting; Or replace fonts in the entire deck by going to Format &gt; Replace Fonts</a:t>
            </a:r>
            <a:endParaRPr lang="en-US" sz="1200" dirty="0"/>
          </a:p>
          <a:p>
            <a:pPr>
              <a:spcBef>
                <a:spcPts val="1800"/>
              </a:spcBef>
            </a:pPr>
            <a:r>
              <a:rPr lang="en-US" dirty="0"/>
              <a:t>Reference the </a:t>
            </a:r>
            <a:r>
              <a:rPr lang="en-US" b="1" dirty="0"/>
              <a:t>Brand Highlights </a:t>
            </a:r>
            <a:r>
              <a:rPr lang="en-US" dirty="0"/>
              <a:t>section showing fonts and colors used in this presentation plus an </a:t>
            </a:r>
            <a:r>
              <a:rPr lang="en-US" b="1" dirty="0"/>
              <a:t>Icon Library </a:t>
            </a:r>
            <a:r>
              <a:rPr lang="en-US" dirty="0"/>
              <a:t>with icons you can use (found at the end of this deck).</a:t>
            </a:r>
          </a:p>
          <a:p>
            <a:pPr>
              <a:spcBef>
                <a:spcPts val="1800"/>
              </a:spcBef>
            </a:pPr>
            <a:r>
              <a:rPr lang="en-US" dirty="0"/>
              <a:t>Customize your graphs and charts utilizing the embedded </a:t>
            </a:r>
            <a:r>
              <a:rPr lang="en-US" b="1" dirty="0"/>
              <a:t>Theme Colors and Custom Colors</a:t>
            </a:r>
            <a:r>
              <a:rPr lang="en-US" dirty="0"/>
              <a:t>.</a:t>
            </a:r>
            <a:br>
              <a:rPr lang="en-US" dirty="0"/>
            </a:br>
            <a:r>
              <a:rPr lang="en-US" sz="1200" dirty="0">
                <a:solidFill>
                  <a:schemeClr val="accent6"/>
                </a:solidFill>
                <a:sym typeface="Century Gothic" panose="020B0502020202020204" pitchFamily="34" charset="0"/>
              </a:rPr>
              <a:t>Click Font Color and Shape Fill to see swatches and tints.</a:t>
            </a:r>
            <a:endParaRPr lang="en-US" sz="1200" dirty="0"/>
          </a:p>
        </p:txBody>
      </p:sp>
      <p:sp>
        <p:nvSpPr>
          <p:cNvPr id="6" name="Text Placeholder 5">
            <a:extLst>
              <a:ext uri="{FF2B5EF4-FFF2-40B4-BE49-F238E27FC236}">
                <a16:creationId xmlns:a16="http://schemas.microsoft.com/office/drawing/2014/main" id="{C80E8742-AD05-077B-98C3-7D0F3031DC9D}"/>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20" name="Text Placeholder 19">
            <a:extLst>
              <a:ext uri="{FF2B5EF4-FFF2-40B4-BE49-F238E27FC236}">
                <a16:creationId xmlns:a16="http://schemas.microsoft.com/office/drawing/2014/main" id="{F2FDB890-3144-89FD-9C3D-2A341B694A4A}"/>
              </a:ext>
            </a:extLst>
          </p:cNvPr>
          <p:cNvSpPr>
            <a:spLocks noGrp="1"/>
          </p:cNvSpPr>
          <p:nvPr>
            <p:ph type="body" sz="quarter" idx="14"/>
          </p:nvPr>
        </p:nvSpPr>
        <p:spPr/>
        <p:txBody>
          <a:bodyPr/>
          <a:lstStyle/>
          <a:p>
            <a:endParaRPr lang="en-US" dirty="0"/>
          </a:p>
        </p:txBody>
      </p:sp>
      <p:sp>
        <p:nvSpPr>
          <p:cNvPr id="21" name="TextBox 20">
            <a:extLst>
              <a:ext uri="{FF2B5EF4-FFF2-40B4-BE49-F238E27FC236}">
                <a16:creationId xmlns:a16="http://schemas.microsoft.com/office/drawing/2014/main" id="{01B2A7E2-5A1E-A572-7AE3-6C16DA66F92A}"/>
              </a:ext>
            </a:extLst>
          </p:cNvPr>
          <p:cNvSpPr txBox="1"/>
          <p:nvPr/>
        </p:nvSpPr>
        <p:spPr>
          <a:xfrm>
            <a:off x="904874" y="4685077"/>
            <a:ext cx="3667125" cy="830997"/>
          </a:xfrm>
          <a:prstGeom prst="rect">
            <a:avLst/>
          </a:prstGeom>
          <a:noFill/>
        </p:spPr>
        <p:txBody>
          <a:bodyPr wrap="square" rtlCol="0">
            <a:spAutoFit/>
          </a:bodyPr>
          <a:lstStyle/>
          <a:p>
            <a:r>
              <a:rPr lang="en-US" sz="1200" i="1" dirty="0">
                <a:sym typeface="Century Gothic" panose="020B0502020202020204" pitchFamily="34" charset="0"/>
              </a:rPr>
              <a:t>We recognize your presentation may need different layouts and encourage you to use these designs and tools as a leaping point to elevate your content.</a:t>
            </a:r>
            <a:endParaRPr lang="en-US" sz="1200" i="1" dirty="0"/>
          </a:p>
        </p:txBody>
      </p:sp>
    </p:spTree>
    <p:extLst>
      <p:ext uri="{BB962C8B-B14F-4D97-AF65-F5344CB8AC3E}">
        <p14:creationId xmlns:p14="http://schemas.microsoft.com/office/powerpoint/2010/main" val="8450228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1555-3D96-C231-C14E-C092537CB314}"/>
              </a:ext>
            </a:extLst>
          </p:cNvPr>
          <p:cNvSpPr>
            <a:spLocks noGrp="1"/>
          </p:cNvSpPr>
          <p:nvPr>
            <p:ph type="ctrTitle"/>
          </p:nvPr>
        </p:nvSpPr>
        <p:spPr>
          <a:xfrm>
            <a:off x="1600200" y="1582880"/>
            <a:ext cx="8991600" cy="2024671"/>
          </a:xfrm>
        </p:spPr>
        <p:txBody>
          <a:bodyPr/>
          <a:lstStyle/>
          <a:p>
            <a:r>
              <a:rPr lang="en-US"/>
              <a:t>Add </a:t>
            </a:r>
            <a:r>
              <a:rPr lang="en-US" b="1" u="sng"/>
              <a:t>title</a:t>
            </a:r>
            <a:r>
              <a:rPr lang="en-US"/>
              <a:t> here</a:t>
            </a:r>
            <a:br>
              <a:rPr lang="en-US"/>
            </a:br>
            <a:r>
              <a:rPr lang="en-US"/>
              <a:t>on two rows</a:t>
            </a:r>
            <a:endParaRPr lang="en-US" dirty="0"/>
          </a:p>
        </p:txBody>
      </p:sp>
      <p:sp>
        <p:nvSpPr>
          <p:cNvPr id="3" name="Text Placeholder 2">
            <a:extLst>
              <a:ext uri="{FF2B5EF4-FFF2-40B4-BE49-F238E27FC236}">
                <a16:creationId xmlns:a16="http://schemas.microsoft.com/office/drawing/2014/main" id="{D3DB7CC8-BDBB-8A34-7F1C-97A8BBC8A94F}"/>
              </a:ext>
            </a:extLst>
          </p:cNvPr>
          <p:cNvSpPr>
            <a:spLocks noGrp="1"/>
          </p:cNvSpPr>
          <p:nvPr>
            <p:ph type="body" sz="quarter" idx="16"/>
          </p:nvPr>
        </p:nvSpPr>
        <p:spPr>
          <a:xfrm>
            <a:off x="365760" y="6309360"/>
            <a:ext cx="2286000" cy="234765"/>
          </a:xfrm>
        </p:spPr>
        <p:txBody>
          <a:bodyPr/>
          <a:lstStyle/>
          <a:p>
            <a:r>
              <a:rPr lang="en-US"/>
              <a:t>CONFIDENTIAL</a:t>
            </a:r>
            <a:endParaRPr lang="en-US" dirty="0"/>
          </a:p>
        </p:txBody>
      </p:sp>
      <p:sp>
        <p:nvSpPr>
          <p:cNvPr id="4" name="Text Placeholder 3">
            <a:extLst>
              <a:ext uri="{FF2B5EF4-FFF2-40B4-BE49-F238E27FC236}">
                <a16:creationId xmlns:a16="http://schemas.microsoft.com/office/drawing/2014/main" id="{CC457D2C-8CEE-B3BF-3804-9DFADE018A4B}"/>
              </a:ext>
            </a:extLst>
          </p:cNvPr>
          <p:cNvSpPr>
            <a:spLocks noGrp="1"/>
          </p:cNvSpPr>
          <p:nvPr>
            <p:ph type="body" sz="quarter" idx="14"/>
          </p:nvPr>
        </p:nvSpPr>
        <p:spPr>
          <a:xfrm>
            <a:off x="365760" y="5160265"/>
            <a:ext cx="6495074" cy="432000"/>
          </a:xfrm>
        </p:spPr>
        <p:txBody>
          <a:bodyPr/>
          <a:lstStyle/>
          <a:p>
            <a:r>
              <a:rPr lang="en-US"/>
              <a:t>Insert Name of Presenter Here</a:t>
            </a:r>
            <a:endParaRPr lang="en-US" dirty="0"/>
          </a:p>
        </p:txBody>
      </p:sp>
      <p:sp>
        <p:nvSpPr>
          <p:cNvPr id="5" name="Text Placeholder 4">
            <a:extLst>
              <a:ext uri="{FF2B5EF4-FFF2-40B4-BE49-F238E27FC236}">
                <a16:creationId xmlns:a16="http://schemas.microsoft.com/office/drawing/2014/main" id="{88ABF491-685E-4A69-456A-A94FE25C4C49}"/>
              </a:ext>
            </a:extLst>
          </p:cNvPr>
          <p:cNvSpPr>
            <a:spLocks noGrp="1"/>
          </p:cNvSpPr>
          <p:nvPr>
            <p:ph type="body" sz="quarter" idx="15"/>
          </p:nvPr>
        </p:nvSpPr>
        <p:spPr>
          <a:xfrm>
            <a:off x="365760" y="5498593"/>
            <a:ext cx="6495074" cy="728541"/>
          </a:xfrm>
        </p:spPr>
        <p:txBody>
          <a:bodyPr/>
          <a:lstStyle/>
          <a:p>
            <a:r>
              <a:rPr lang="en-US"/>
              <a:t>Insert Title of Presenter Here</a:t>
            </a:r>
          </a:p>
          <a:p>
            <a:r>
              <a:rPr lang="en-US"/>
              <a:t>Two Lines</a:t>
            </a:r>
            <a:endParaRPr lang="en-US" dirty="0"/>
          </a:p>
        </p:txBody>
      </p:sp>
      <p:sp>
        <p:nvSpPr>
          <p:cNvPr id="6" name="Date Placeholder 5">
            <a:extLst>
              <a:ext uri="{FF2B5EF4-FFF2-40B4-BE49-F238E27FC236}">
                <a16:creationId xmlns:a16="http://schemas.microsoft.com/office/drawing/2014/main" id="{74DE7F61-5108-825F-3E6B-DEFEB71D5BE6}"/>
              </a:ext>
            </a:extLst>
          </p:cNvPr>
          <p:cNvSpPr>
            <a:spLocks noGrp="1"/>
          </p:cNvSpPr>
          <p:nvPr>
            <p:ph type="dt" sz="half" idx="2"/>
          </p:nvPr>
        </p:nvSpPr>
        <p:spPr>
          <a:xfrm>
            <a:off x="9220200" y="6400800"/>
            <a:ext cx="2581200" cy="236231"/>
          </a:xfrm>
        </p:spPr>
        <p:txBody>
          <a:bodyPr/>
          <a:lstStyle/>
          <a:p>
            <a:r>
              <a:rPr lang="en-US" dirty="0"/>
              <a:t>MONTH 00, YEAR</a:t>
            </a:r>
          </a:p>
        </p:txBody>
      </p:sp>
    </p:spTree>
    <p:extLst>
      <p:ext uri="{BB962C8B-B14F-4D97-AF65-F5344CB8AC3E}">
        <p14:creationId xmlns:p14="http://schemas.microsoft.com/office/powerpoint/2010/main" val="488500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54E34813-445C-EDAB-8116-2FBF422A8C08}"/>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l="6221" r="6221"/>
          <a:stretch>
            <a:fillRect/>
          </a:stretch>
        </p:blipFill>
        <p:spPr/>
      </p:pic>
      <p:sp>
        <p:nvSpPr>
          <p:cNvPr id="14" name="Rectangle 13">
            <a:extLst>
              <a:ext uri="{FF2B5EF4-FFF2-40B4-BE49-F238E27FC236}">
                <a16:creationId xmlns:a16="http://schemas.microsoft.com/office/drawing/2014/main" id="{C9BC4914-3B9C-B4BA-349A-644774A95B24}"/>
              </a:ext>
            </a:extLst>
          </p:cNvPr>
          <p:cNvSpPr/>
          <p:nvPr/>
        </p:nvSpPr>
        <p:spPr>
          <a:xfrm>
            <a:off x="0" y="0"/>
            <a:ext cx="12192000" cy="3390900"/>
          </a:xfrm>
          <a:prstGeom prst="rect">
            <a:avLst/>
          </a:prstGeom>
          <a:gradFill>
            <a:gsLst>
              <a:gs pos="0">
                <a:schemeClr val="tx1">
                  <a:alpha val="61000"/>
                </a:schemeClr>
              </a:gs>
              <a:gs pos="53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panose="020B0502020202020204" pitchFamily="34" charset="0"/>
              <a:sym typeface="Century Gothic" panose="020B0502020202020204" pitchFamily="34" charset="0"/>
            </a:endParaRPr>
          </a:p>
        </p:txBody>
      </p:sp>
      <p:sp>
        <p:nvSpPr>
          <p:cNvPr id="3" name="Title 2">
            <a:extLst>
              <a:ext uri="{FF2B5EF4-FFF2-40B4-BE49-F238E27FC236}">
                <a16:creationId xmlns:a16="http://schemas.microsoft.com/office/drawing/2014/main" id="{B74EE851-CB9F-3202-B5F7-5C98CA70CE6C}"/>
              </a:ext>
            </a:extLst>
          </p:cNvPr>
          <p:cNvSpPr>
            <a:spLocks noGrp="1"/>
          </p:cNvSpPr>
          <p:nvPr>
            <p:ph type="ctrTitle"/>
          </p:nvPr>
        </p:nvSpPr>
        <p:spPr>
          <a:xfrm>
            <a:off x="287363" y="198267"/>
            <a:ext cx="11617274" cy="1080000"/>
          </a:xfrm>
        </p:spPr>
        <p:txBody>
          <a:bodyPr/>
          <a:lstStyle/>
          <a:p>
            <a:r>
              <a:rPr lang="en-US" dirty="0"/>
              <a:t>INSERT PRESENTATION </a:t>
            </a:r>
            <a:r>
              <a:rPr lang="en-US" b="1" u="sng" dirty="0"/>
              <a:t>TITLE</a:t>
            </a:r>
            <a:r>
              <a:rPr lang="en-US" dirty="0"/>
              <a:t> HERE</a:t>
            </a:r>
          </a:p>
        </p:txBody>
      </p:sp>
      <p:sp>
        <p:nvSpPr>
          <p:cNvPr id="4" name="Date Placeholder 3">
            <a:extLst>
              <a:ext uri="{FF2B5EF4-FFF2-40B4-BE49-F238E27FC236}">
                <a16:creationId xmlns:a16="http://schemas.microsoft.com/office/drawing/2014/main" id="{59D34729-1591-DEEB-0645-07302F968100}"/>
              </a:ext>
            </a:extLst>
          </p:cNvPr>
          <p:cNvSpPr>
            <a:spLocks noGrp="1"/>
          </p:cNvSpPr>
          <p:nvPr>
            <p:ph type="dt" sz="half" idx="2"/>
          </p:nvPr>
        </p:nvSpPr>
        <p:spPr>
          <a:xfrm>
            <a:off x="9220200" y="6400800"/>
            <a:ext cx="2581200" cy="236231"/>
          </a:xfrm>
        </p:spPr>
        <p:txBody>
          <a:bodyPr/>
          <a:lstStyle/>
          <a:p>
            <a:r>
              <a:rPr lang="en-US" dirty="0"/>
              <a:t>MONTH 00, YEAR</a:t>
            </a:r>
          </a:p>
        </p:txBody>
      </p:sp>
      <p:sp>
        <p:nvSpPr>
          <p:cNvPr id="5" name="Text Placeholder 4">
            <a:extLst>
              <a:ext uri="{FF2B5EF4-FFF2-40B4-BE49-F238E27FC236}">
                <a16:creationId xmlns:a16="http://schemas.microsoft.com/office/drawing/2014/main" id="{ACFBFB6E-FB81-FAFB-301F-A383DB3B89E6}"/>
              </a:ext>
            </a:extLst>
          </p:cNvPr>
          <p:cNvSpPr>
            <a:spLocks noGrp="1"/>
          </p:cNvSpPr>
          <p:nvPr>
            <p:ph type="body" sz="quarter" idx="16"/>
          </p:nvPr>
        </p:nvSpPr>
        <p:spPr>
          <a:xfrm>
            <a:off x="365760" y="6309360"/>
            <a:ext cx="2286000" cy="234765"/>
          </a:xfrm>
        </p:spPr>
        <p:txBody>
          <a:bodyPr/>
          <a:lstStyle/>
          <a:p>
            <a:r>
              <a:rPr lang="en-US" dirty="0"/>
              <a:t>CONFIDENTIAL</a:t>
            </a:r>
          </a:p>
        </p:txBody>
      </p:sp>
      <p:sp>
        <p:nvSpPr>
          <p:cNvPr id="6" name="Text Placeholder 5">
            <a:extLst>
              <a:ext uri="{FF2B5EF4-FFF2-40B4-BE49-F238E27FC236}">
                <a16:creationId xmlns:a16="http://schemas.microsoft.com/office/drawing/2014/main" id="{314B1911-94DE-2F9C-FE25-F0039BE545E6}"/>
              </a:ext>
            </a:extLst>
          </p:cNvPr>
          <p:cNvSpPr>
            <a:spLocks noGrp="1"/>
          </p:cNvSpPr>
          <p:nvPr>
            <p:ph type="body" sz="quarter" idx="14"/>
          </p:nvPr>
        </p:nvSpPr>
        <p:spPr>
          <a:xfrm>
            <a:off x="365760" y="5160265"/>
            <a:ext cx="6495074" cy="432000"/>
          </a:xfrm>
        </p:spPr>
        <p:txBody>
          <a:bodyPr/>
          <a:lstStyle/>
          <a:p>
            <a:r>
              <a:rPr lang="en-US" dirty="0"/>
              <a:t>Insert Name of Presenter Here</a:t>
            </a:r>
          </a:p>
        </p:txBody>
      </p:sp>
      <p:sp>
        <p:nvSpPr>
          <p:cNvPr id="7" name="Text Placeholder 6">
            <a:extLst>
              <a:ext uri="{FF2B5EF4-FFF2-40B4-BE49-F238E27FC236}">
                <a16:creationId xmlns:a16="http://schemas.microsoft.com/office/drawing/2014/main" id="{973E5653-42AC-A31F-B662-DD285988AA57}"/>
              </a:ext>
            </a:extLst>
          </p:cNvPr>
          <p:cNvSpPr>
            <a:spLocks noGrp="1"/>
          </p:cNvSpPr>
          <p:nvPr>
            <p:ph type="body" sz="quarter" idx="15"/>
          </p:nvPr>
        </p:nvSpPr>
        <p:spPr>
          <a:xfrm>
            <a:off x="365760" y="5498593"/>
            <a:ext cx="6495074" cy="728541"/>
          </a:xfrm>
        </p:spPr>
        <p:txBody>
          <a:bodyPr/>
          <a:lstStyle/>
          <a:p>
            <a:r>
              <a:rPr lang="en-US" dirty="0"/>
              <a:t>Insert Title of Presenter Here</a:t>
            </a:r>
            <a:br>
              <a:rPr lang="en-US" dirty="0"/>
            </a:br>
            <a:r>
              <a:rPr lang="en-US" dirty="0"/>
              <a:t>Two Lines</a:t>
            </a:r>
          </a:p>
        </p:txBody>
      </p:sp>
    </p:spTree>
    <p:extLst>
      <p:ext uri="{BB962C8B-B14F-4D97-AF65-F5344CB8AC3E}">
        <p14:creationId xmlns:p14="http://schemas.microsoft.com/office/powerpoint/2010/main" val="164069246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3073CD78-CE36-0E7C-0841-1EA197EEA15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l="18402" r="18402"/>
          <a:stretch>
            <a:fillRect/>
          </a:stretch>
        </p:blipFill>
        <p:spPr/>
      </p:pic>
      <p:sp>
        <p:nvSpPr>
          <p:cNvPr id="10" name="Rectangle 9">
            <a:extLst>
              <a:ext uri="{FF2B5EF4-FFF2-40B4-BE49-F238E27FC236}">
                <a16:creationId xmlns:a16="http://schemas.microsoft.com/office/drawing/2014/main" id="{5782CF97-0463-F96D-4BF3-BCC6A735C0C2}"/>
              </a:ext>
            </a:extLst>
          </p:cNvPr>
          <p:cNvSpPr/>
          <p:nvPr/>
        </p:nvSpPr>
        <p:spPr>
          <a:xfrm>
            <a:off x="0" y="4054670"/>
            <a:ext cx="12192000" cy="2803330"/>
          </a:xfrm>
          <a:prstGeom prst="rect">
            <a:avLst/>
          </a:prstGeom>
          <a:gradFill flip="none" rotWithShape="1">
            <a:gsLst>
              <a:gs pos="3000">
                <a:schemeClr val="tx1">
                  <a:alpha val="69127"/>
                </a:schemeClr>
              </a:gs>
              <a:gs pos="93000">
                <a:schemeClr val="bg1">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panose="020B0502020202020204" pitchFamily="34" charset="0"/>
              <a:sym typeface="Century Gothic" panose="020B0502020202020204" pitchFamily="34" charset="0"/>
            </a:endParaRPr>
          </a:p>
        </p:txBody>
      </p:sp>
      <p:sp>
        <p:nvSpPr>
          <p:cNvPr id="11" name="Rectangle 10">
            <a:extLst>
              <a:ext uri="{FF2B5EF4-FFF2-40B4-BE49-F238E27FC236}">
                <a16:creationId xmlns:a16="http://schemas.microsoft.com/office/drawing/2014/main" id="{10A9DF77-F1A1-4C9D-A820-24C67A19C79F}"/>
              </a:ext>
            </a:extLst>
          </p:cNvPr>
          <p:cNvSpPr/>
          <p:nvPr/>
        </p:nvSpPr>
        <p:spPr>
          <a:xfrm>
            <a:off x="0" y="0"/>
            <a:ext cx="12192000" cy="3124200"/>
          </a:xfrm>
          <a:prstGeom prst="rect">
            <a:avLst/>
          </a:prstGeom>
          <a:gradFill>
            <a:gsLst>
              <a:gs pos="0">
                <a:schemeClr val="tx1">
                  <a:alpha val="61000"/>
                </a:schemeClr>
              </a:gs>
              <a:gs pos="53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panose="020B0502020202020204" pitchFamily="34" charset="0"/>
              <a:sym typeface="Century Gothic" panose="020B0502020202020204" pitchFamily="34" charset="0"/>
            </a:endParaRPr>
          </a:p>
        </p:txBody>
      </p:sp>
      <p:sp>
        <p:nvSpPr>
          <p:cNvPr id="3" name="Title 2">
            <a:extLst>
              <a:ext uri="{FF2B5EF4-FFF2-40B4-BE49-F238E27FC236}">
                <a16:creationId xmlns:a16="http://schemas.microsoft.com/office/drawing/2014/main" id="{5978DCEE-58A2-CBC4-0028-55ACC86E9A82}"/>
              </a:ext>
            </a:extLst>
          </p:cNvPr>
          <p:cNvSpPr>
            <a:spLocks noGrp="1"/>
          </p:cNvSpPr>
          <p:nvPr>
            <p:ph type="ctrTitle"/>
          </p:nvPr>
        </p:nvSpPr>
        <p:spPr>
          <a:xfrm>
            <a:off x="287363" y="198267"/>
            <a:ext cx="11617274" cy="1080000"/>
          </a:xfrm>
        </p:spPr>
        <p:txBody>
          <a:bodyPr/>
          <a:lstStyle/>
          <a:p>
            <a:r>
              <a:rPr lang="en-US" dirty="0"/>
              <a:t>INSERT PRESENTATION </a:t>
            </a:r>
            <a:r>
              <a:rPr lang="en-US" b="1" u="sng" dirty="0"/>
              <a:t>TITLE</a:t>
            </a:r>
            <a:r>
              <a:rPr lang="en-US" dirty="0"/>
              <a:t> HERE</a:t>
            </a:r>
          </a:p>
        </p:txBody>
      </p:sp>
      <p:sp>
        <p:nvSpPr>
          <p:cNvPr id="19" name="Text Placeholder 18">
            <a:extLst>
              <a:ext uri="{FF2B5EF4-FFF2-40B4-BE49-F238E27FC236}">
                <a16:creationId xmlns:a16="http://schemas.microsoft.com/office/drawing/2014/main" id="{32445963-6E45-49B8-DBE5-C050CD6AF566}"/>
              </a:ext>
            </a:extLst>
          </p:cNvPr>
          <p:cNvSpPr>
            <a:spLocks noGrp="1"/>
          </p:cNvSpPr>
          <p:nvPr>
            <p:ph type="body" sz="quarter" idx="20"/>
          </p:nvPr>
        </p:nvSpPr>
        <p:spPr/>
        <p:txBody>
          <a:bodyPr/>
          <a:lstStyle/>
          <a:p>
            <a:endParaRPr lang="en-US" dirty="0"/>
          </a:p>
        </p:txBody>
      </p:sp>
      <p:sp>
        <p:nvSpPr>
          <p:cNvPr id="5" name="Text Placeholder 4">
            <a:extLst>
              <a:ext uri="{FF2B5EF4-FFF2-40B4-BE49-F238E27FC236}">
                <a16:creationId xmlns:a16="http://schemas.microsoft.com/office/drawing/2014/main" id="{692F78DB-9296-F1CD-8F9A-A721487C518F}"/>
              </a:ext>
            </a:extLst>
          </p:cNvPr>
          <p:cNvSpPr>
            <a:spLocks noGrp="1"/>
          </p:cNvSpPr>
          <p:nvPr>
            <p:ph type="body" sz="quarter" idx="19"/>
          </p:nvPr>
        </p:nvSpPr>
        <p:spPr>
          <a:xfrm>
            <a:off x="365760" y="6473952"/>
            <a:ext cx="2286000" cy="163079"/>
          </a:xfrm>
        </p:spPr>
        <p:txBody>
          <a:bodyPr/>
          <a:lstStyle/>
          <a:p>
            <a:r>
              <a:rPr lang="en-US" dirty="0"/>
              <a:t>© UNIVERSITY OF UTAH HEALTH</a:t>
            </a:r>
          </a:p>
        </p:txBody>
      </p:sp>
      <p:sp>
        <p:nvSpPr>
          <p:cNvPr id="6" name="Date Placeholder 5">
            <a:extLst>
              <a:ext uri="{FF2B5EF4-FFF2-40B4-BE49-F238E27FC236}">
                <a16:creationId xmlns:a16="http://schemas.microsoft.com/office/drawing/2014/main" id="{1AAEFE88-F718-FBC1-CF4E-2D25F9C91729}"/>
              </a:ext>
            </a:extLst>
          </p:cNvPr>
          <p:cNvSpPr>
            <a:spLocks noGrp="1"/>
          </p:cNvSpPr>
          <p:nvPr>
            <p:ph type="dt" sz="half" idx="2"/>
          </p:nvPr>
        </p:nvSpPr>
        <p:spPr>
          <a:xfrm>
            <a:off x="9220200" y="6400800"/>
            <a:ext cx="2581200" cy="236231"/>
          </a:xfrm>
        </p:spPr>
        <p:txBody>
          <a:bodyPr/>
          <a:lstStyle/>
          <a:p>
            <a:r>
              <a:rPr lang="en-US" dirty="0"/>
              <a:t>MONTH 00, YEAR</a:t>
            </a:r>
          </a:p>
        </p:txBody>
      </p:sp>
      <p:sp>
        <p:nvSpPr>
          <p:cNvPr id="7" name="Text Placeholder 6">
            <a:extLst>
              <a:ext uri="{FF2B5EF4-FFF2-40B4-BE49-F238E27FC236}">
                <a16:creationId xmlns:a16="http://schemas.microsoft.com/office/drawing/2014/main" id="{2986C559-5933-419C-6190-14612BAE0BFE}"/>
              </a:ext>
            </a:extLst>
          </p:cNvPr>
          <p:cNvSpPr>
            <a:spLocks noGrp="1"/>
          </p:cNvSpPr>
          <p:nvPr>
            <p:ph type="body" sz="quarter" idx="16"/>
          </p:nvPr>
        </p:nvSpPr>
        <p:spPr>
          <a:xfrm>
            <a:off x="365760" y="6309360"/>
            <a:ext cx="2286000" cy="234765"/>
          </a:xfrm>
        </p:spPr>
        <p:txBody>
          <a:bodyPr/>
          <a:lstStyle/>
          <a:p>
            <a:r>
              <a:rPr lang="en-US" dirty="0"/>
              <a:t>CONFIDENTIAL</a:t>
            </a:r>
          </a:p>
        </p:txBody>
      </p:sp>
      <p:sp>
        <p:nvSpPr>
          <p:cNvPr id="8" name="Text Placeholder 7">
            <a:extLst>
              <a:ext uri="{FF2B5EF4-FFF2-40B4-BE49-F238E27FC236}">
                <a16:creationId xmlns:a16="http://schemas.microsoft.com/office/drawing/2014/main" id="{BF5CFDC0-F7E3-C7B2-117B-EE2EB7081184}"/>
              </a:ext>
            </a:extLst>
          </p:cNvPr>
          <p:cNvSpPr>
            <a:spLocks noGrp="1"/>
          </p:cNvSpPr>
          <p:nvPr>
            <p:ph type="body" sz="quarter" idx="14"/>
          </p:nvPr>
        </p:nvSpPr>
        <p:spPr>
          <a:xfrm>
            <a:off x="365760" y="5160265"/>
            <a:ext cx="6495074" cy="432000"/>
          </a:xfrm>
        </p:spPr>
        <p:txBody>
          <a:bodyPr/>
          <a:lstStyle/>
          <a:p>
            <a:r>
              <a:rPr lang="en-US" dirty="0"/>
              <a:t>Insert Name of Presenter Here</a:t>
            </a:r>
          </a:p>
        </p:txBody>
      </p:sp>
      <p:sp>
        <p:nvSpPr>
          <p:cNvPr id="9" name="Text Placeholder 8">
            <a:extLst>
              <a:ext uri="{FF2B5EF4-FFF2-40B4-BE49-F238E27FC236}">
                <a16:creationId xmlns:a16="http://schemas.microsoft.com/office/drawing/2014/main" id="{14BB9B5C-9DC2-B9AE-9E35-00D1E7D1E0CD}"/>
              </a:ext>
            </a:extLst>
          </p:cNvPr>
          <p:cNvSpPr>
            <a:spLocks noGrp="1"/>
          </p:cNvSpPr>
          <p:nvPr>
            <p:ph type="body" sz="quarter" idx="15"/>
          </p:nvPr>
        </p:nvSpPr>
        <p:spPr>
          <a:xfrm>
            <a:off x="365760" y="5498593"/>
            <a:ext cx="6495074" cy="728541"/>
          </a:xfrm>
        </p:spPr>
        <p:txBody>
          <a:bodyPr/>
          <a:lstStyle/>
          <a:p>
            <a:r>
              <a:rPr lang="en-US" dirty="0"/>
              <a:t>Insert Title of Presenter Here</a:t>
            </a:r>
          </a:p>
          <a:p>
            <a:r>
              <a:rPr lang="en-US" dirty="0"/>
              <a:t>Two Lines</a:t>
            </a:r>
          </a:p>
        </p:txBody>
      </p:sp>
    </p:spTree>
    <p:extLst>
      <p:ext uri="{BB962C8B-B14F-4D97-AF65-F5344CB8AC3E}">
        <p14:creationId xmlns:p14="http://schemas.microsoft.com/office/powerpoint/2010/main" val="36694916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F75F1D3F-E3C5-CA9B-D4BC-CB7C5C219489}"/>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t="13763" b="13763"/>
          <a:stretch>
            <a:fillRect/>
          </a:stretch>
        </p:blipFill>
        <p:spPr/>
      </p:pic>
      <p:sp>
        <p:nvSpPr>
          <p:cNvPr id="8" name="Rectangle 7">
            <a:extLst>
              <a:ext uri="{FF2B5EF4-FFF2-40B4-BE49-F238E27FC236}">
                <a16:creationId xmlns:a16="http://schemas.microsoft.com/office/drawing/2014/main" id="{A144106F-C122-4D96-2048-39F164FC7346}"/>
              </a:ext>
            </a:extLst>
          </p:cNvPr>
          <p:cNvSpPr/>
          <p:nvPr/>
        </p:nvSpPr>
        <p:spPr>
          <a:xfrm>
            <a:off x="0" y="0"/>
            <a:ext cx="12192000" cy="2768600"/>
          </a:xfrm>
          <a:prstGeom prst="rect">
            <a:avLst/>
          </a:prstGeom>
          <a:gradFill>
            <a:gsLst>
              <a:gs pos="4000">
                <a:schemeClr val="bg1"/>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panose="020B0502020202020204" pitchFamily="34" charset="0"/>
              <a:sym typeface="Century Gothic" panose="020B0502020202020204" pitchFamily="34" charset="0"/>
            </a:endParaRPr>
          </a:p>
        </p:txBody>
      </p:sp>
      <p:sp>
        <p:nvSpPr>
          <p:cNvPr id="3" name="Title 2">
            <a:extLst>
              <a:ext uri="{FF2B5EF4-FFF2-40B4-BE49-F238E27FC236}">
                <a16:creationId xmlns:a16="http://schemas.microsoft.com/office/drawing/2014/main" id="{B2248779-C871-6936-5DD0-D7EA1D36A1AA}"/>
              </a:ext>
            </a:extLst>
          </p:cNvPr>
          <p:cNvSpPr>
            <a:spLocks noGrp="1"/>
          </p:cNvSpPr>
          <p:nvPr>
            <p:ph type="ctrTitle"/>
          </p:nvPr>
        </p:nvSpPr>
        <p:spPr>
          <a:xfrm>
            <a:off x="287363" y="198267"/>
            <a:ext cx="11617274" cy="1080000"/>
          </a:xfrm>
        </p:spPr>
        <p:txBody>
          <a:bodyPr/>
          <a:lstStyle/>
          <a:p>
            <a:r>
              <a:rPr lang="en-US" dirty="0"/>
              <a:t>INSERT PRESENTATION </a:t>
            </a:r>
            <a:r>
              <a:rPr lang="en-US" b="1" u="sng" dirty="0"/>
              <a:t>TITLE</a:t>
            </a:r>
            <a:r>
              <a:rPr lang="en-US" dirty="0"/>
              <a:t> HERE</a:t>
            </a:r>
          </a:p>
        </p:txBody>
      </p:sp>
      <p:sp>
        <p:nvSpPr>
          <p:cNvPr id="4" name="Text Placeholder 3">
            <a:extLst>
              <a:ext uri="{FF2B5EF4-FFF2-40B4-BE49-F238E27FC236}">
                <a16:creationId xmlns:a16="http://schemas.microsoft.com/office/drawing/2014/main" id="{4EB24A13-8BFB-27BB-A58C-9CE16E2F1F80}"/>
              </a:ext>
            </a:extLst>
          </p:cNvPr>
          <p:cNvSpPr>
            <a:spLocks noGrp="1"/>
          </p:cNvSpPr>
          <p:nvPr>
            <p:ph type="body" sz="quarter" idx="16"/>
          </p:nvPr>
        </p:nvSpPr>
        <p:spPr>
          <a:xfrm>
            <a:off x="365760" y="6309360"/>
            <a:ext cx="2286000" cy="234765"/>
          </a:xfrm>
        </p:spPr>
        <p:txBody>
          <a:bodyPr/>
          <a:lstStyle/>
          <a:p>
            <a:r>
              <a:rPr lang="en-US" dirty="0"/>
              <a:t>CONFIDENTIAL</a:t>
            </a:r>
          </a:p>
        </p:txBody>
      </p:sp>
      <p:sp>
        <p:nvSpPr>
          <p:cNvPr id="5" name="Text Placeholder 4">
            <a:extLst>
              <a:ext uri="{FF2B5EF4-FFF2-40B4-BE49-F238E27FC236}">
                <a16:creationId xmlns:a16="http://schemas.microsoft.com/office/drawing/2014/main" id="{9D513D1F-4BB7-B2C7-3D29-EEB0AEF8E5C4}"/>
              </a:ext>
            </a:extLst>
          </p:cNvPr>
          <p:cNvSpPr>
            <a:spLocks noGrp="1"/>
          </p:cNvSpPr>
          <p:nvPr>
            <p:ph type="body" sz="quarter" idx="14"/>
          </p:nvPr>
        </p:nvSpPr>
        <p:spPr>
          <a:xfrm>
            <a:off x="365760" y="5160265"/>
            <a:ext cx="6495074" cy="432000"/>
          </a:xfrm>
        </p:spPr>
        <p:txBody>
          <a:bodyPr/>
          <a:lstStyle/>
          <a:p>
            <a:r>
              <a:rPr lang="en-US" dirty="0"/>
              <a:t>Insert Name of Presenter Here</a:t>
            </a:r>
          </a:p>
        </p:txBody>
      </p:sp>
      <p:sp>
        <p:nvSpPr>
          <p:cNvPr id="6" name="Text Placeholder 5">
            <a:extLst>
              <a:ext uri="{FF2B5EF4-FFF2-40B4-BE49-F238E27FC236}">
                <a16:creationId xmlns:a16="http://schemas.microsoft.com/office/drawing/2014/main" id="{A1797A61-6CBE-358E-943F-AB431FD5099E}"/>
              </a:ext>
            </a:extLst>
          </p:cNvPr>
          <p:cNvSpPr>
            <a:spLocks noGrp="1"/>
          </p:cNvSpPr>
          <p:nvPr>
            <p:ph type="body" sz="quarter" idx="15"/>
          </p:nvPr>
        </p:nvSpPr>
        <p:spPr>
          <a:xfrm>
            <a:off x="365760" y="5498593"/>
            <a:ext cx="6495074" cy="728541"/>
          </a:xfrm>
        </p:spPr>
        <p:txBody>
          <a:bodyPr/>
          <a:lstStyle/>
          <a:p>
            <a:r>
              <a:rPr lang="en-US" dirty="0"/>
              <a:t>Insert Title of Presenter Here</a:t>
            </a:r>
            <a:br>
              <a:rPr lang="en-US" dirty="0"/>
            </a:br>
            <a:r>
              <a:rPr lang="en-US" dirty="0"/>
              <a:t>Two Lines</a:t>
            </a:r>
          </a:p>
        </p:txBody>
      </p:sp>
      <p:sp>
        <p:nvSpPr>
          <p:cNvPr id="7" name="Date Placeholder 6">
            <a:extLst>
              <a:ext uri="{FF2B5EF4-FFF2-40B4-BE49-F238E27FC236}">
                <a16:creationId xmlns:a16="http://schemas.microsoft.com/office/drawing/2014/main" id="{7E72D74C-B04C-49BC-18F3-F13E838A1C1C}"/>
              </a:ext>
            </a:extLst>
          </p:cNvPr>
          <p:cNvSpPr>
            <a:spLocks noGrp="1"/>
          </p:cNvSpPr>
          <p:nvPr>
            <p:ph type="dt" sz="half" idx="2"/>
          </p:nvPr>
        </p:nvSpPr>
        <p:spPr>
          <a:xfrm>
            <a:off x="9220200" y="6400800"/>
            <a:ext cx="2581200" cy="236231"/>
          </a:xfrm>
        </p:spPr>
        <p:txBody>
          <a:bodyPr/>
          <a:lstStyle/>
          <a:p>
            <a:r>
              <a:rPr lang="en-US" dirty="0"/>
              <a:t>MONTH 00, YEAR</a:t>
            </a:r>
          </a:p>
        </p:txBody>
      </p:sp>
    </p:spTree>
    <p:extLst>
      <p:ext uri="{BB962C8B-B14F-4D97-AF65-F5344CB8AC3E}">
        <p14:creationId xmlns:p14="http://schemas.microsoft.com/office/powerpoint/2010/main" val="307387421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dia Placeholder 1">
            <a:extLst>
              <a:ext uri="{FF2B5EF4-FFF2-40B4-BE49-F238E27FC236}">
                <a16:creationId xmlns:a16="http://schemas.microsoft.com/office/drawing/2014/main" id="{A980A1F1-9F19-9526-9A69-B5513D8E80ED}"/>
              </a:ext>
            </a:extLst>
          </p:cNvPr>
          <p:cNvSpPr>
            <a:spLocks noGrp="1"/>
          </p:cNvSpPr>
          <p:nvPr>
            <p:ph type="media" sz="quarter" idx="17"/>
          </p:nvPr>
        </p:nvSpPr>
        <p:spPr/>
        <p:txBody>
          <a:bodyPr/>
          <a:lstStyle/>
          <a:p>
            <a:endParaRPr lang="en-US" dirty="0"/>
          </a:p>
        </p:txBody>
      </p:sp>
      <p:sp>
        <p:nvSpPr>
          <p:cNvPr id="8" name="Rectangle 7">
            <a:extLst>
              <a:ext uri="{FF2B5EF4-FFF2-40B4-BE49-F238E27FC236}">
                <a16:creationId xmlns:a16="http://schemas.microsoft.com/office/drawing/2014/main" id="{CB40B65D-A910-B3F6-40A6-00FDE52DF59C}"/>
              </a:ext>
            </a:extLst>
          </p:cNvPr>
          <p:cNvSpPr/>
          <p:nvPr/>
        </p:nvSpPr>
        <p:spPr>
          <a:xfrm>
            <a:off x="0" y="0"/>
            <a:ext cx="12192000" cy="2768600"/>
          </a:xfrm>
          <a:prstGeom prst="rect">
            <a:avLst/>
          </a:prstGeom>
          <a:gradFill>
            <a:gsLst>
              <a:gs pos="4000">
                <a:schemeClr val="bg1"/>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panose="020B0502020202020204" pitchFamily="34" charset="0"/>
              <a:sym typeface="Century Gothic" panose="020B0502020202020204" pitchFamily="34" charset="0"/>
            </a:endParaRPr>
          </a:p>
        </p:txBody>
      </p:sp>
      <p:sp>
        <p:nvSpPr>
          <p:cNvPr id="3" name="Title 2">
            <a:extLst>
              <a:ext uri="{FF2B5EF4-FFF2-40B4-BE49-F238E27FC236}">
                <a16:creationId xmlns:a16="http://schemas.microsoft.com/office/drawing/2014/main" id="{098FA98E-8408-F704-821B-8612A07B4D2F}"/>
              </a:ext>
            </a:extLst>
          </p:cNvPr>
          <p:cNvSpPr>
            <a:spLocks noGrp="1"/>
          </p:cNvSpPr>
          <p:nvPr>
            <p:ph type="ctrTitle"/>
          </p:nvPr>
        </p:nvSpPr>
        <p:spPr/>
        <p:txBody>
          <a:bodyPr/>
          <a:lstStyle/>
          <a:p>
            <a:r>
              <a:rPr lang="en-US" dirty="0"/>
              <a:t>INSERT PRESENTATION </a:t>
            </a:r>
            <a:r>
              <a:rPr lang="en-US" b="1" u="sng" dirty="0"/>
              <a:t>TITLE</a:t>
            </a:r>
            <a:r>
              <a:rPr lang="en-US" dirty="0"/>
              <a:t> HERE</a:t>
            </a:r>
          </a:p>
        </p:txBody>
      </p:sp>
      <p:sp>
        <p:nvSpPr>
          <p:cNvPr id="4" name="Text Placeholder 3">
            <a:extLst>
              <a:ext uri="{FF2B5EF4-FFF2-40B4-BE49-F238E27FC236}">
                <a16:creationId xmlns:a16="http://schemas.microsoft.com/office/drawing/2014/main" id="{63A1F628-C5C4-1124-47EB-AEDF73BFE8B8}"/>
              </a:ext>
            </a:extLst>
          </p:cNvPr>
          <p:cNvSpPr>
            <a:spLocks noGrp="1"/>
          </p:cNvSpPr>
          <p:nvPr>
            <p:ph type="body" sz="quarter" idx="16"/>
          </p:nvPr>
        </p:nvSpPr>
        <p:spPr/>
        <p:txBody>
          <a:bodyPr/>
          <a:lstStyle/>
          <a:p>
            <a:r>
              <a:rPr lang="en-US" dirty="0"/>
              <a:t>CONFIDENTIAL</a:t>
            </a:r>
          </a:p>
        </p:txBody>
      </p:sp>
      <p:sp>
        <p:nvSpPr>
          <p:cNvPr id="5" name="Text Placeholder 4">
            <a:extLst>
              <a:ext uri="{FF2B5EF4-FFF2-40B4-BE49-F238E27FC236}">
                <a16:creationId xmlns:a16="http://schemas.microsoft.com/office/drawing/2014/main" id="{9D2390B2-D97A-88EE-AB20-3AC5FAEF34B9}"/>
              </a:ext>
            </a:extLst>
          </p:cNvPr>
          <p:cNvSpPr>
            <a:spLocks noGrp="1"/>
          </p:cNvSpPr>
          <p:nvPr>
            <p:ph type="body" sz="quarter" idx="14"/>
          </p:nvPr>
        </p:nvSpPr>
        <p:spPr/>
        <p:txBody>
          <a:bodyPr/>
          <a:lstStyle/>
          <a:p>
            <a:r>
              <a:rPr lang="en-US" dirty="0"/>
              <a:t>Insert Name of Presenter Here</a:t>
            </a:r>
          </a:p>
        </p:txBody>
      </p:sp>
      <p:sp>
        <p:nvSpPr>
          <p:cNvPr id="6" name="Text Placeholder 5">
            <a:extLst>
              <a:ext uri="{FF2B5EF4-FFF2-40B4-BE49-F238E27FC236}">
                <a16:creationId xmlns:a16="http://schemas.microsoft.com/office/drawing/2014/main" id="{03CFA63D-517A-0C91-166F-EA6C09FE6407}"/>
              </a:ext>
            </a:extLst>
          </p:cNvPr>
          <p:cNvSpPr>
            <a:spLocks noGrp="1"/>
          </p:cNvSpPr>
          <p:nvPr>
            <p:ph type="body" sz="quarter" idx="15"/>
          </p:nvPr>
        </p:nvSpPr>
        <p:spPr/>
        <p:txBody>
          <a:bodyPr/>
          <a:lstStyle/>
          <a:p>
            <a:r>
              <a:rPr lang="en-US" dirty="0"/>
              <a:t>Insert Title of Presenter Here</a:t>
            </a:r>
            <a:br>
              <a:rPr lang="en-US" dirty="0"/>
            </a:br>
            <a:r>
              <a:rPr lang="en-US" dirty="0"/>
              <a:t>Two Lines</a:t>
            </a:r>
          </a:p>
        </p:txBody>
      </p:sp>
      <p:sp>
        <p:nvSpPr>
          <p:cNvPr id="7" name="Date Placeholder 6">
            <a:extLst>
              <a:ext uri="{FF2B5EF4-FFF2-40B4-BE49-F238E27FC236}">
                <a16:creationId xmlns:a16="http://schemas.microsoft.com/office/drawing/2014/main" id="{92178FDE-8E3B-6E89-AB4F-26F93686C284}"/>
              </a:ext>
            </a:extLst>
          </p:cNvPr>
          <p:cNvSpPr>
            <a:spLocks noGrp="1"/>
          </p:cNvSpPr>
          <p:nvPr>
            <p:ph type="dt" sz="half" idx="2"/>
          </p:nvPr>
        </p:nvSpPr>
        <p:spPr/>
        <p:txBody>
          <a:bodyPr/>
          <a:lstStyle/>
          <a:p>
            <a:r>
              <a:rPr lang="en-US" dirty="0"/>
              <a:t>MONTH 00, YEAR</a:t>
            </a:r>
          </a:p>
        </p:txBody>
      </p:sp>
      <p:grpSp>
        <p:nvGrpSpPr>
          <p:cNvPr id="9" name="Group 8">
            <a:extLst>
              <a:ext uri="{FF2B5EF4-FFF2-40B4-BE49-F238E27FC236}">
                <a16:creationId xmlns:a16="http://schemas.microsoft.com/office/drawing/2014/main" id="{4C53F92C-E389-99B1-9B40-625FEF761AE1}"/>
              </a:ext>
            </a:extLst>
          </p:cNvPr>
          <p:cNvGrpSpPr/>
          <p:nvPr/>
        </p:nvGrpSpPr>
        <p:grpSpPr>
          <a:xfrm>
            <a:off x="12399975" y="-1"/>
            <a:ext cx="4925661" cy="4191001"/>
            <a:chOff x="15714230" y="-1"/>
            <a:chExt cx="8060170" cy="6857999"/>
          </a:xfrm>
        </p:grpSpPr>
        <p:grpSp>
          <p:nvGrpSpPr>
            <p:cNvPr id="10" name="Group 9">
              <a:extLst>
                <a:ext uri="{FF2B5EF4-FFF2-40B4-BE49-F238E27FC236}">
                  <a16:creationId xmlns:a16="http://schemas.microsoft.com/office/drawing/2014/main" id="{3872C27A-F0AA-4A15-CEE8-33869621A04B}"/>
                </a:ext>
              </a:extLst>
            </p:cNvPr>
            <p:cNvGrpSpPr/>
            <p:nvPr userDrawn="1"/>
          </p:nvGrpSpPr>
          <p:grpSpPr>
            <a:xfrm>
              <a:off x="15714230" y="-1"/>
              <a:ext cx="8060170" cy="6857999"/>
              <a:chOff x="15714230" y="-1"/>
              <a:chExt cx="8060170" cy="6857999"/>
            </a:xfrm>
          </p:grpSpPr>
          <p:sp>
            <p:nvSpPr>
              <p:cNvPr id="13" name="Rectangle 12">
                <a:extLst>
                  <a:ext uri="{FF2B5EF4-FFF2-40B4-BE49-F238E27FC236}">
                    <a16:creationId xmlns:a16="http://schemas.microsoft.com/office/drawing/2014/main" id="{05123A09-2D43-C4D6-03B6-3B3A509FE91F}"/>
                  </a:ext>
                </a:extLst>
              </p:cNvPr>
              <p:cNvSpPr/>
              <p:nvPr userDrawn="1"/>
            </p:nvSpPr>
            <p:spPr>
              <a:xfrm>
                <a:off x="15714230" y="-1"/>
                <a:ext cx="8060170"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TextBox 13">
                <a:extLst>
                  <a:ext uri="{FF2B5EF4-FFF2-40B4-BE49-F238E27FC236}">
                    <a16:creationId xmlns:a16="http://schemas.microsoft.com/office/drawing/2014/main" id="{4B92BD42-A255-FE7C-1AB1-293A281F94D7}"/>
                  </a:ext>
                </a:extLst>
              </p:cNvPr>
              <p:cNvSpPr txBox="1"/>
              <p:nvPr userDrawn="1"/>
            </p:nvSpPr>
            <p:spPr>
              <a:xfrm>
                <a:off x="15871620" y="150741"/>
                <a:ext cx="2941769" cy="553997"/>
              </a:xfrm>
              <a:prstGeom prst="rect">
                <a:avLst/>
              </a:prstGeom>
              <a:noFill/>
            </p:spPr>
            <p:txBody>
              <a:bodyPr wrap="square" rtlCol="0">
                <a:spAutoFit/>
              </a:bodyPr>
              <a:lstStyle/>
              <a:p>
                <a:r>
                  <a:rPr lang="en-GB" sz="1600" b="1" dirty="0">
                    <a:solidFill>
                      <a:schemeClr val="accent1"/>
                    </a:solidFill>
                  </a:rPr>
                  <a:t>Instruction: </a:t>
                </a:r>
              </a:p>
            </p:txBody>
          </p:sp>
          <p:sp>
            <p:nvSpPr>
              <p:cNvPr id="15" name="TextBox 14">
                <a:extLst>
                  <a:ext uri="{FF2B5EF4-FFF2-40B4-BE49-F238E27FC236}">
                    <a16:creationId xmlns:a16="http://schemas.microsoft.com/office/drawing/2014/main" id="{C72295AB-03FA-2875-C8C1-289723F082C6}"/>
                  </a:ext>
                </a:extLst>
              </p:cNvPr>
              <p:cNvSpPr txBox="1"/>
              <p:nvPr userDrawn="1"/>
            </p:nvSpPr>
            <p:spPr>
              <a:xfrm>
                <a:off x="15871620" y="818148"/>
                <a:ext cx="2502569" cy="654725"/>
              </a:xfrm>
              <a:prstGeom prst="rect">
                <a:avLst/>
              </a:prstGeom>
              <a:noFill/>
            </p:spPr>
            <p:txBody>
              <a:bodyPr wrap="square" rtlCol="0">
                <a:spAutoFit/>
              </a:bodyPr>
              <a:lstStyle/>
              <a:p>
                <a:r>
                  <a:rPr lang="en-GB" sz="1000" dirty="0"/>
                  <a:t>1. Insert video on </a:t>
                </a:r>
                <a:br>
                  <a:rPr lang="en-GB" sz="1000" dirty="0"/>
                </a:br>
                <a:r>
                  <a:rPr lang="en-GB" sz="1000" dirty="0"/>
                  <a:t>the placeholder.</a:t>
                </a:r>
              </a:p>
            </p:txBody>
          </p:sp>
          <p:pic>
            <p:nvPicPr>
              <p:cNvPr id="16" name="Picture 15">
                <a:extLst>
                  <a:ext uri="{FF2B5EF4-FFF2-40B4-BE49-F238E27FC236}">
                    <a16:creationId xmlns:a16="http://schemas.microsoft.com/office/drawing/2014/main" id="{B31B4E48-8B6E-E8F2-BC87-DE500D5F7A1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5994882" y="1500625"/>
                <a:ext cx="875152" cy="905001"/>
              </a:xfrm>
              <a:prstGeom prst="rect">
                <a:avLst/>
              </a:prstGeom>
            </p:spPr>
          </p:pic>
          <p:sp>
            <p:nvSpPr>
              <p:cNvPr id="17" name="TextBox 16">
                <a:extLst>
                  <a:ext uri="{FF2B5EF4-FFF2-40B4-BE49-F238E27FC236}">
                    <a16:creationId xmlns:a16="http://schemas.microsoft.com/office/drawing/2014/main" id="{A5E940D1-4FB4-8788-B683-551E5BA6DCF3}"/>
                  </a:ext>
                </a:extLst>
              </p:cNvPr>
              <p:cNvSpPr txBox="1"/>
              <p:nvPr userDrawn="1"/>
            </p:nvSpPr>
            <p:spPr>
              <a:xfrm>
                <a:off x="15871620" y="2582779"/>
                <a:ext cx="2502569" cy="1410175"/>
              </a:xfrm>
              <a:prstGeom prst="rect">
                <a:avLst/>
              </a:prstGeom>
              <a:noFill/>
            </p:spPr>
            <p:txBody>
              <a:bodyPr wrap="square" rtlCol="0">
                <a:spAutoFit/>
              </a:bodyPr>
              <a:lstStyle/>
              <a:p>
                <a:r>
                  <a:rPr lang="en-GB" sz="1000" dirty="0"/>
                  <a:t>2. Once video is inserted, navigate to ‘Video Playback’ at the top and select ‘Crop’.</a:t>
                </a:r>
              </a:p>
            </p:txBody>
          </p:sp>
          <p:pic>
            <p:nvPicPr>
              <p:cNvPr id="18" name="Picture 17" descr="A screenshot of a video format&#10;&#10;Description automatically generated">
                <a:extLst>
                  <a:ext uri="{FF2B5EF4-FFF2-40B4-BE49-F238E27FC236}">
                    <a16:creationId xmlns:a16="http://schemas.microsoft.com/office/drawing/2014/main" id="{D881F653-2839-99E2-D81E-2666E51E51B2}"/>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5994881" y="4228704"/>
                <a:ext cx="2492608" cy="1614645"/>
              </a:xfrm>
              <a:prstGeom prst="rect">
                <a:avLst/>
              </a:prstGeom>
            </p:spPr>
          </p:pic>
          <p:pic>
            <p:nvPicPr>
              <p:cNvPr id="19" name="Picture 18" descr="A screenshot of a computer&#10;&#10;Description automatically generated">
                <a:extLst>
                  <a:ext uri="{FF2B5EF4-FFF2-40B4-BE49-F238E27FC236}">
                    <a16:creationId xmlns:a16="http://schemas.microsoft.com/office/drawing/2014/main" id="{90E40ABA-C1C2-339C-3DE5-D34006FA00F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050759" y="4142650"/>
                <a:ext cx="4010935" cy="2506528"/>
              </a:xfrm>
              <a:prstGeom prst="rect">
                <a:avLst/>
              </a:prstGeom>
            </p:spPr>
          </p:pic>
          <p:sp>
            <p:nvSpPr>
              <p:cNvPr id="20" name="Frame 19">
                <a:extLst>
                  <a:ext uri="{FF2B5EF4-FFF2-40B4-BE49-F238E27FC236}">
                    <a16:creationId xmlns:a16="http://schemas.microsoft.com/office/drawing/2014/main" id="{96B6A1FA-621E-2ACC-856D-65967DA36EFB}"/>
                  </a:ext>
                </a:extLst>
              </p:cNvPr>
              <p:cNvSpPr/>
              <p:nvPr userDrawn="1"/>
            </p:nvSpPr>
            <p:spPr>
              <a:xfrm>
                <a:off x="15989715" y="4219078"/>
                <a:ext cx="1536285" cy="486451"/>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tx1"/>
                  </a:solidFill>
                </a:endParaRPr>
              </a:p>
            </p:txBody>
          </p:sp>
          <p:sp>
            <p:nvSpPr>
              <p:cNvPr id="21" name="Frame 20">
                <a:extLst>
                  <a:ext uri="{FF2B5EF4-FFF2-40B4-BE49-F238E27FC236}">
                    <a16:creationId xmlns:a16="http://schemas.microsoft.com/office/drawing/2014/main" id="{78015B98-CCC1-F758-1B13-25ACF01A96F9}"/>
                  </a:ext>
                </a:extLst>
              </p:cNvPr>
              <p:cNvSpPr/>
              <p:nvPr userDrawn="1"/>
            </p:nvSpPr>
            <p:spPr>
              <a:xfrm>
                <a:off x="17342505" y="4761370"/>
                <a:ext cx="793096" cy="969879"/>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tx1"/>
                  </a:solidFill>
                </a:endParaRPr>
              </a:p>
            </p:txBody>
          </p:sp>
          <p:grpSp>
            <p:nvGrpSpPr>
              <p:cNvPr id="22" name="Group 21">
                <a:extLst>
                  <a:ext uri="{FF2B5EF4-FFF2-40B4-BE49-F238E27FC236}">
                    <a16:creationId xmlns:a16="http://schemas.microsoft.com/office/drawing/2014/main" id="{AC129987-9B53-8BE7-F524-C8CF93E7734D}"/>
                  </a:ext>
                </a:extLst>
              </p:cNvPr>
              <p:cNvGrpSpPr/>
              <p:nvPr userDrawn="1"/>
            </p:nvGrpSpPr>
            <p:grpSpPr>
              <a:xfrm>
                <a:off x="19050759" y="1187479"/>
                <a:ext cx="3967529" cy="2248431"/>
                <a:chOff x="20827627" y="867691"/>
                <a:chExt cx="3967529" cy="2248431"/>
              </a:xfrm>
            </p:grpSpPr>
            <p:pic>
              <p:nvPicPr>
                <p:cNvPr id="23" name="Picture 22" descr="A screenshot of a computer&#10;&#10;Description automatically generated">
                  <a:extLst>
                    <a:ext uri="{FF2B5EF4-FFF2-40B4-BE49-F238E27FC236}">
                      <a16:creationId xmlns:a16="http://schemas.microsoft.com/office/drawing/2014/main" id="{9231494F-5477-41CD-6D11-2A7172400BDD}"/>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0827627" y="867691"/>
                  <a:ext cx="3967529" cy="2248431"/>
                </a:xfrm>
                <a:prstGeom prst="rect">
                  <a:avLst/>
                </a:prstGeom>
              </p:spPr>
            </p:pic>
            <p:cxnSp>
              <p:nvCxnSpPr>
                <p:cNvPr id="24" name="Straight Arrow Connector 23">
                  <a:extLst>
                    <a:ext uri="{FF2B5EF4-FFF2-40B4-BE49-F238E27FC236}">
                      <a16:creationId xmlns:a16="http://schemas.microsoft.com/office/drawing/2014/main" id="{FA8B590E-A9F5-DABE-4D49-A7587810B411}"/>
                    </a:ext>
                  </a:extLst>
                </p:cNvPr>
                <p:cNvCxnSpPr>
                  <a:cxnSpLocks/>
                </p:cNvCxnSpPr>
                <p:nvPr userDrawn="1"/>
              </p:nvCxnSpPr>
              <p:spPr>
                <a:xfrm flipH="1">
                  <a:off x="209038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F14479C-BFD8-FECB-7EE5-0DB044D88F93}"/>
                    </a:ext>
                  </a:extLst>
                </p:cNvPr>
                <p:cNvCxnSpPr>
                  <a:cxnSpLocks/>
                </p:cNvCxnSpPr>
                <p:nvPr userDrawn="1"/>
              </p:nvCxnSpPr>
              <p:spPr>
                <a:xfrm>
                  <a:off x="244090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grpSp>
        <p:sp>
          <p:nvSpPr>
            <p:cNvPr id="11" name="TextBox 10">
              <a:extLst>
                <a:ext uri="{FF2B5EF4-FFF2-40B4-BE49-F238E27FC236}">
                  <a16:creationId xmlns:a16="http://schemas.microsoft.com/office/drawing/2014/main" id="{89897003-17F3-9594-69F3-7026EB89C517}"/>
                </a:ext>
              </a:extLst>
            </p:cNvPr>
            <p:cNvSpPr txBox="1"/>
            <p:nvPr userDrawn="1"/>
          </p:nvSpPr>
          <p:spPr>
            <a:xfrm>
              <a:off x="18953151" y="3703345"/>
              <a:ext cx="4668848" cy="402907"/>
            </a:xfrm>
            <a:prstGeom prst="rect">
              <a:avLst/>
            </a:prstGeom>
            <a:noFill/>
          </p:spPr>
          <p:txBody>
            <a:bodyPr wrap="square" rtlCol="0">
              <a:spAutoFit/>
            </a:bodyPr>
            <a:lstStyle/>
            <a:p>
              <a:r>
                <a:rPr lang="en-GB" sz="1000" dirty="0"/>
                <a:t>4. Enlarge the video to fill the crop area.</a:t>
              </a:r>
            </a:p>
          </p:txBody>
        </p:sp>
        <p:sp>
          <p:nvSpPr>
            <p:cNvPr id="12" name="TextBox 11">
              <a:extLst>
                <a:ext uri="{FF2B5EF4-FFF2-40B4-BE49-F238E27FC236}">
                  <a16:creationId xmlns:a16="http://schemas.microsoft.com/office/drawing/2014/main" id="{66BD0FDE-5BC5-B835-524E-C7D88A39246D}"/>
                </a:ext>
              </a:extLst>
            </p:cNvPr>
            <p:cNvSpPr txBox="1"/>
            <p:nvPr userDrawn="1"/>
          </p:nvSpPr>
          <p:spPr>
            <a:xfrm>
              <a:off x="18953151" y="818148"/>
              <a:ext cx="4668848" cy="402907"/>
            </a:xfrm>
            <a:prstGeom prst="rect">
              <a:avLst/>
            </a:prstGeom>
            <a:noFill/>
          </p:spPr>
          <p:txBody>
            <a:bodyPr wrap="square" rtlCol="0">
              <a:spAutoFit/>
            </a:bodyPr>
            <a:lstStyle/>
            <a:p>
              <a:r>
                <a:rPr lang="en-GB" sz="1000" dirty="0"/>
                <a:t>3. Drag the crop area to fill slide length.</a:t>
              </a:r>
            </a:p>
          </p:txBody>
        </p:sp>
      </p:grpSp>
    </p:spTree>
    <p:extLst>
      <p:ext uri="{BB962C8B-B14F-4D97-AF65-F5344CB8AC3E}">
        <p14:creationId xmlns:p14="http://schemas.microsoft.com/office/powerpoint/2010/main" val="8693940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dia Placeholder 1">
            <a:extLst>
              <a:ext uri="{FF2B5EF4-FFF2-40B4-BE49-F238E27FC236}">
                <a16:creationId xmlns:a16="http://schemas.microsoft.com/office/drawing/2014/main" id="{384525EA-6DCE-2AA6-9C21-E880DBCC3E8D}"/>
              </a:ext>
            </a:extLst>
          </p:cNvPr>
          <p:cNvSpPr>
            <a:spLocks noGrp="1"/>
          </p:cNvSpPr>
          <p:nvPr>
            <p:ph type="media" sz="quarter" idx="17"/>
          </p:nvPr>
        </p:nvSpPr>
        <p:spPr/>
        <p:txBody>
          <a:bodyPr/>
          <a:lstStyle/>
          <a:p>
            <a:endParaRPr lang="en-US" dirty="0"/>
          </a:p>
        </p:txBody>
      </p:sp>
      <p:sp>
        <p:nvSpPr>
          <p:cNvPr id="10" name="Rectangle 9">
            <a:extLst>
              <a:ext uri="{FF2B5EF4-FFF2-40B4-BE49-F238E27FC236}">
                <a16:creationId xmlns:a16="http://schemas.microsoft.com/office/drawing/2014/main" id="{837D1516-6B49-802B-C2DE-7020451C2D75}"/>
              </a:ext>
            </a:extLst>
          </p:cNvPr>
          <p:cNvSpPr/>
          <p:nvPr/>
        </p:nvSpPr>
        <p:spPr>
          <a:xfrm>
            <a:off x="0" y="4054670"/>
            <a:ext cx="12192000" cy="2803330"/>
          </a:xfrm>
          <a:prstGeom prst="rect">
            <a:avLst/>
          </a:prstGeom>
          <a:gradFill flip="none" rotWithShape="1">
            <a:gsLst>
              <a:gs pos="3000">
                <a:schemeClr val="tx1">
                  <a:alpha val="69127"/>
                </a:schemeClr>
              </a:gs>
              <a:gs pos="93000">
                <a:schemeClr val="bg1">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panose="020B0502020202020204" pitchFamily="34" charset="0"/>
              <a:sym typeface="Century Gothic" panose="020B0502020202020204" pitchFamily="34" charset="0"/>
            </a:endParaRPr>
          </a:p>
        </p:txBody>
      </p:sp>
      <p:sp>
        <p:nvSpPr>
          <p:cNvPr id="3" name="Title 2">
            <a:extLst>
              <a:ext uri="{FF2B5EF4-FFF2-40B4-BE49-F238E27FC236}">
                <a16:creationId xmlns:a16="http://schemas.microsoft.com/office/drawing/2014/main" id="{1EC33663-5AC8-0CB0-9326-E59E49AAF2B9}"/>
              </a:ext>
            </a:extLst>
          </p:cNvPr>
          <p:cNvSpPr>
            <a:spLocks noGrp="1"/>
          </p:cNvSpPr>
          <p:nvPr>
            <p:ph type="ctrTitle"/>
          </p:nvPr>
        </p:nvSpPr>
        <p:spPr/>
        <p:txBody>
          <a:bodyPr/>
          <a:lstStyle/>
          <a:p>
            <a:r>
              <a:rPr lang="en-US" dirty="0"/>
              <a:t>INSERT PRESENTATION </a:t>
            </a:r>
            <a:r>
              <a:rPr lang="en-US" b="1" u="sng" dirty="0"/>
              <a:t>TITLE</a:t>
            </a:r>
            <a:r>
              <a:rPr lang="en-US" dirty="0"/>
              <a:t> HERE</a:t>
            </a:r>
          </a:p>
        </p:txBody>
      </p:sp>
      <p:sp>
        <p:nvSpPr>
          <p:cNvPr id="4" name="Text Placeholder 3">
            <a:extLst>
              <a:ext uri="{FF2B5EF4-FFF2-40B4-BE49-F238E27FC236}">
                <a16:creationId xmlns:a16="http://schemas.microsoft.com/office/drawing/2014/main" id="{DB083F60-E242-0D31-25A0-5F643EB6B192}"/>
              </a:ext>
            </a:extLst>
          </p:cNvPr>
          <p:cNvSpPr>
            <a:spLocks noGrp="1"/>
          </p:cNvSpPr>
          <p:nvPr>
            <p:ph type="body" sz="quarter" idx="20"/>
          </p:nvPr>
        </p:nvSpPr>
        <p:spPr/>
        <p:txBody>
          <a:bodyPr/>
          <a:lstStyle/>
          <a:p>
            <a:endParaRPr lang="en-US" dirty="0"/>
          </a:p>
        </p:txBody>
      </p:sp>
      <p:sp>
        <p:nvSpPr>
          <p:cNvPr id="5" name="Text Placeholder 4">
            <a:extLst>
              <a:ext uri="{FF2B5EF4-FFF2-40B4-BE49-F238E27FC236}">
                <a16:creationId xmlns:a16="http://schemas.microsoft.com/office/drawing/2014/main" id="{1C1787E9-07E2-3676-19F1-A8D8A0E53578}"/>
              </a:ext>
            </a:extLst>
          </p:cNvPr>
          <p:cNvSpPr>
            <a:spLocks noGrp="1"/>
          </p:cNvSpPr>
          <p:nvPr>
            <p:ph type="body" sz="quarter" idx="19"/>
          </p:nvPr>
        </p:nvSpPr>
        <p:spPr/>
        <p:txBody>
          <a:bodyPr/>
          <a:lstStyle/>
          <a:p>
            <a:r>
              <a:rPr lang="en-US" dirty="0"/>
              <a:t>© UNIVERSITY OF UTAH HEALTH</a:t>
            </a:r>
          </a:p>
        </p:txBody>
      </p:sp>
      <p:sp>
        <p:nvSpPr>
          <p:cNvPr id="6" name="Text Placeholder 5">
            <a:extLst>
              <a:ext uri="{FF2B5EF4-FFF2-40B4-BE49-F238E27FC236}">
                <a16:creationId xmlns:a16="http://schemas.microsoft.com/office/drawing/2014/main" id="{D4AA129C-1E88-D7AC-FD78-6F0283B87B98}"/>
              </a:ext>
            </a:extLst>
          </p:cNvPr>
          <p:cNvSpPr>
            <a:spLocks noGrp="1"/>
          </p:cNvSpPr>
          <p:nvPr>
            <p:ph type="body" sz="quarter" idx="16"/>
          </p:nvPr>
        </p:nvSpPr>
        <p:spPr/>
        <p:txBody>
          <a:bodyPr/>
          <a:lstStyle/>
          <a:p>
            <a:r>
              <a:rPr lang="en-US" dirty="0"/>
              <a:t>CONFIDENTIAL</a:t>
            </a:r>
          </a:p>
        </p:txBody>
      </p:sp>
      <p:sp>
        <p:nvSpPr>
          <p:cNvPr id="7" name="Text Placeholder 6">
            <a:extLst>
              <a:ext uri="{FF2B5EF4-FFF2-40B4-BE49-F238E27FC236}">
                <a16:creationId xmlns:a16="http://schemas.microsoft.com/office/drawing/2014/main" id="{9EDF41BF-4426-76CE-B69E-DB67C0D48D82}"/>
              </a:ext>
            </a:extLst>
          </p:cNvPr>
          <p:cNvSpPr>
            <a:spLocks noGrp="1"/>
          </p:cNvSpPr>
          <p:nvPr>
            <p:ph type="body" sz="quarter" idx="14"/>
          </p:nvPr>
        </p:nvSpPr>
        <p:spPr/>
        <p:txBody>
          <a:bodyPr/>
          <a:lstStyle/>
          <a:p>
            <a:r>
              <a:rPr lang="en-US" dirty="0"/>
              <a:t>Insert Name of Presenter Here</a:t>
            </a:r>
          </a:p>
        </p:txBody>
      </p:sp>
      <p:sp>
        <p:nvSpPr>
          <p:cNvPr id="8" name="Text Placeholder 7">
            <a:extLst>
              <a:ext uri="{FF2B5EF4-FFF2-40B4-BE49-F238E27FC236}">
                <a16:creationId xmlns:a16="http://schemas.microsoft.com/office/drawing/2014/main" id="{26E03790-F313-9276-9CF9-77F8D592DFF7}"/>
              </a:ext>
            </a:extLst>
          </p:cNvPr>
          <p:cNvSpPr>
            <a:spLocks noGrp="1"/>
          </p:cNvSpPr>
          <p:nvPr>
            <p:ph type="body" sz="quarter" idx="15"/>
          </p:nvPr>
        </p:nvSpPr>
        <p:spPr/>
        <p:txBody>
          <a:bodyPr/>
          <a:lstStyle/>
          <a:p>
            <a:r>
              <a:rPr lang="en-US" dirty="0"/>
              <a:t>Insert Title of Presenter Here</a:t>
            </a:r>
            <a:br>
              <a:rPr lang="en-US" dirty="0"/>
            </a:br>
            <a:r>
              <a:rPr lang="en-US" dirty="0"/>
              <a:t>Two Lines</a:t>
            </a:r>
          </a:p>
        </p:txBody>
      </p:sp>
      <p:sp>
        <p:nvSpPr>
          <p:cNvPr id="9" name="Date Placeholder 8">
            <a:extLst>
              <a:ext uri="{FF2B5EF4-FFF2-40B4-BE49-F238E27FC236}">
                <a16:creationId xmlns:a16="http://schemas.microsoft.com/office/drawing/2014/main" id="{CA55B72D-6F68-45DE-60F4-55168FE9A333}"/>
              </a:ext>
            </a:extLst>
          </p:cNvPr>
          <p:cNvSpPr>
            <a:spLocks noGrp="1"/>
          </p:cNvSpPr>
          <p:nvPr>
            <p:ph type="dt" sz="half" idx="2"/>
          </p:nvPr>
        </p:nvSpPr>
        <p:spPr/>
        <p:txBody>
          <a:bodyPr/>
          <a:lstStyle/>
          <a:p>
            <a:r>
              <a:rPr lang="en-US" dirty="0"/>
              <a:t>MONTH 00, YEAR</a:t>
            </a:r>
          </a:p>
        </p:txBody>
      </p:sp>
      <p:grpSp>
        <p:nvGrpSpPr>
          <p:cNvPr id="11" name="Group 10">
            <a:extLst>
              <a:ext uri="{FF2B5EF4-FFF2-40B4-BE49-F238E27FC236}">
                <a16:creationId xmlns:a16="http://schemas.microsoft.com/office/drawing/2014/main" id="{DD73DAF9-0A62-2067-D25D-75DF453D5816}"/>
              </a:ext>
            </a:extLst>
          </p:cNvPr>
          <p:cNvGrpSpPr/>
          <p:nvPr/>
        </p:nvGrpSpPr>
        <p:grpSpPr>
          <a:xfrm>
            <a:off x="12399975" y="-1"/>
            <a:ext cx="4925661" cy="4191001"/>
            <a:chOff x="15714230" y="-1"/>
            <a:chExt cx="8060170" cy="6857999"/>
          </a:xfrm>
        </p:grpSpPr>
        <p:grpSp>
          <p:nvGrpSpPr>
            <p:cNvPr id="12" name="Group 11">
              <a:extLst>
                <a:ext uri="{FF2B5EF4-FFF2-40B4-BE49-F238E27FC236}">
                  <a16:creationId xmlns:a16="http://schemas.microsoft.com/office/drawing/2014/main" id="{0744FB4D-EA00-0690-66CC-0E5B650237D8}"/>
                </a:ext>
              </a:extLst>
            </p:cNvPr>
            <p:cNvGrpSpPr/>
            <p:nvPr userDrawn="1"/>
          </p:nvGrpSpPr>
          <p:grpSpPr>
            <a:xfrm>
              <a:off x="15714230" y="-1"/>
              <a:ext cx="8060170" cy="6857999"/>
              <a:chOff x="15714230" y="-1"/>
              <a:chExt cx="8060170" cy="6857999"/>
            </a:xfrm>
          </p:grpSpPr>
          <p:sp>
            <p:nvSpPr>
              <p:cNvPr id="15" name="Rectangle 14">
                <a:extLst>
                  <a:ext uri="{FF2B5EF4-FFF2-40B4-BE49-F238E27FC236}">
                    <a16:creationId xmlns:a16="http://schemas.microsoft.com/office/drawing/2014/main" id="{D73DD18E-B4AB-8209-F561-8C4CA268931D}"/>
                  </a:ext>
                </a:extLst>
              </p:cNvPr>
              <p:cNvSpPr/>
              <p:nvPr userDrawn="1"/>
            </p:nvSpPr>
            <p:spPr>
              <a:xfrm>
                <a:off x="15714230" y="-1"/>
                <a:ext cx="8060170"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6" name="TextBox 15">
                <a:extLst>
                  <a:ext uri="{FF2B5EF4-FFF2-40B4-BE49-F238E27FC236}">
                    <a16:creationId xmlns:a16="http://schemas.microsoft.com/office/drawing/2014/main" id="{8110CE33-738B-61FB-9ECD-306F3DAE7E57}"/>
                  </a:ext>
                </a:extLst>
              </p:cNvPr>
              <p:cNvSpPr txBox="1"/>
              <p:nvPr userDrawn="1"/>
            </p:nvSpPr>
            <p:spPr>
              <a:xfrm>
                <a:off x="15871620" y="150741"/>
                <a:ext cx="2941769" cy="553997"/>
              </a:xfrm>
              <a:prstGeom prst="rect">
                <a:avLst/>
              </a:prstGeom>
              <a:noFill/>
            </p:spPr>
            <p:txBody>
              <a:bodyPr wrap="square" rtlCol="0">
                <a:spAutoFit/>
              </a:bodyPr>
              <a:lstStyle/>
              <a:p>
                <a:r>
                  <a:rPr lang="en-GB" sz="1600" b="1" dirty="0">
                    <a:solidFill>
                      <a:schemeClr val="accent1"/>
                    </a:solidFill>
                  </a:rPr>
                  <a:t>Instruction: </a:t>
                </a:r>
              </a:p>
            </p:txBody>
          </p:sp>
          <p:sp>
            <p:nvSpPr>
              <p:cNvPr id="17" name="TextBox 16">
                <a:extLst>
                  <a:ext uri="{FF2B5EF4-FFF2-40B4-BE49-F238E27FC236}">
                    <a16:creationId xmlns:a16="http://schemas.microsoft.com/office/drawing/2014/main" id="{D0839B13-082E-9C93-7BB9-88164A19084F}"/>
                  </a:ext>
                </a:extLst>
              </p:cNvPr>
              <p:cNvSpPr txBox="1"/>
              <p:nvPr userDrawn="1"/>
            </p:nvSpPr>
            <p:spPr>
              <a:xfrm>
                <a:off x="15871620" y="818148"/>
                <a:ext cx="2502569" cy="654725"/>
              </a:xfrm>
              <a:prstGeom prst="rect">
                <a:avLst/>
              </a:prstGeom>
              <a:noFill/>
            </p:spPr>
            <p:txBody>
              <a:bodyPr wrap="square" rtlCol="0">
                <a:spAutoFit/>
              </a:bodyPr>
              <a:lstStyle/>
              <a:p>
                <a:r>
                  <a:rPr lang="en-GB" sz="1000" dirty="0"/>
                  <a:t>1. Insert video on </a:t>
                </a:r>
                <a:br>
                  <a:rPr lang="en-GB" sz="1000" dirty="0"/>
                </a:br>
                <a:r>
                  <a:rPr lang="en-GB" sz="1000" dirty="0"/>
                  <a:t>the placeholder.</a:t>
                </a:r>
              </a:p>
            </p:txBody>
          </p:sp>
          <p:pic>
            <p:nvPicPr>
              <p:cNvPr id="18" name="Picture 17">
                <a:extLst>
                  <a:ext uri="{FF2B5EF4-FFF2-40B4-BE49-F238E27FC236}">
                    <a16:creationId xmlns:a16="http://schemas.microsoft.com/office/drawing/2014/main" id="{62F5FCDD-3E19-A9AE-D1E9-91F162B916A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5994882" y="1500625"/>
                <a:ext cx="875152" cy="905001"/>
              </a:xfrm>
              <a:prstGeom prst="rect">
                <a:avLst/>
              </a:prstGeom>
            </p:spPr>
          </p:pic>
          <p:sp>
            <p:nvSpPr>
              <p:cNvPr id="19" name="TextBox 18">
                <a:extLst>
                  <a:ext uri="{FF2B5EF4-FFF2-40B4-BE49-F238E27FC236}">
                    <a16:creationId xmlns:a16="http://schemas.microsoft.com/office/drawing/2014/main" id="{15D3BBD8-C7EB-5639-7B8A-7BF2BDC6939A}"/>
                  </a:ext>
                </a:extLst>
              </p:cNvPr>
              <p:cNvSpPr txBox="1"/>
              <p:nvPr userDrawn="1"/>
            </p:nvSpPr>
            <p:spPr>
              <a:xfrm>
                <a:off x="15871620" y="2582779"/>
                <a:ext cx="2502569" cy="1410175"/>
              </a:xfrm>
              <a:prstGeom prst="rect">
                <a:avLst/>
              </a:prstGeom>
              <a:noFill/>
            </p:spPr>
            <p:txBody>
              <a:bodyPr wrap="square" rtlCol="0">
                <a:spAutoFit/>
              </a:bodyPr>
              <a:lstStyle/>
              <a:p>
                <a:r>
                  <a:rPr lang="en-GB" sz="1000" dirty="0"/>
                  <a:t>2. Once video is inserted, navigate to ‘Video Playback’ at the top and select ‘Crop’.</a:t>
                </a:r>
              </a:p>
            </p:txBody>
          </p:sp>
          <p:pic>
            <p:nvPicPr>
              <p:cNvPr id="20" name="Picture 19" descr="A screenshot of a video format&#10;&#10;Description automatically generated">
                <a:extLst>
                  <a:ext uri="{FF2B5EF4-FFF2-40B4-BE49-F238E27FC236}">
                    <a16:creationId xmlns:a16="http://schemas.microsoft.com/office/drawing/2014/main" id="{95038D6A-3A2B-19DD-E14D-B6B927E37776}"/>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5994881" y="4228704"/>
                <a:ext cx="2492608" cy="1614645"/>
              </a:xfrm>
              <a:prstGeom prst="rect">
                <a:avLst/>
              </a:prstGeom>
            </p:spPr>
          </p:pic>
          <p:pic>
            <p:nvPicPr>
              <p:cNvPr id="21" name="Picture 20" descr="A screenshot of a computer&#10;&#10;Description automatically generated">
                <a:extLst>
                  <a:ext uri="{FF2B5EF4-FFF2-40B4-BE49-F238E27FC236}">
                    <a16:creationId xmlns:a16="http://schemas.microsoft.com/office/drawing/2014/main" id="{310DA2FE-89D7-8A4B-ACBD-8838779C591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050759" y="4142650"/>
                <a:ext cx="4010935" cy="2506528"/>
              </a:xfrm>
              <a:prstGeom prst="rect">
                <a:avLst/>
              </a:prstGeom>
            </p:spPr>
          </p:pic>
          <p:sp>
            <p:nvSpPr>
              <p:cNvPr id="22" name="Frame 21">
                <a:extLst>
                  <a:ext uri="{FF2B5EF4-FFF2-40B4-BE49-F238E27FC236}">
                    <a16:creationId xmlns:a16="http://schemas.microsoft.com/office/drawing/2014/main" id="{60A835ED-C15C-3738-D4FC-D09824C2C484}"/>
                  </a:ext>
                </a:extLst>
              </p:cNvPr>
              <p:cNvSpPr/>
              <p:nvPr userDrawn="1"/>
            </p:nvSpPr>
            <p:spPr>
              <a:xfrm>
                <a:off x="15989715" y="4219078"/>
                <a:ext cx="1536285" cy="486451"/>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tx1"/>
                  </a:solidFill>
                </a:endParaRPr>
              </a:p>
            </p:txBody>
          </p:sp>
          <p:sp>
            <p:nvSpPr>
              <p:cNvPr id="23" name="Frame 22">
                <a:extLst>
                  <a:ext uri="{FF2B5EF4-FFF2-40B4-BE49-F238E27FC236}">
                    <a16:creationId xmlns:a16="http://schemas.microsoft.com/office/drawing/2014/main" id="{EC143F38-C52F-F686-BAAB-1774DA937A62}"/>
                  </a:ext>
                </a:extLst>
              </p:cNvPr>
              <p:cNvSpPr/>
              <p:nvPr userDrawn="1"/>
            </p:nvSpPr>
            <p:spPr>
              <a:xfrm>
                <a:off x="17342505" y="4761370"/>
                <a:ext cx="793096" cy="969879"/>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tx1"/>
                  </a:solidFill>
                </a:endParaRPr>
              </a:p>
            </p:txBody>
          </p:sp>
          <p:grpSp>
            <p:nvGrpSpPr>
              <p:cNvPr id="24" name="Group 23">
                <a:extLst>
                  <a:ext uri="{FF2B5EF4-FFF2-40B4-BE49-F238E27FC236}">
                    <a16:creationId xmlns:a16="http://schemas.microsoft.com/office/drawing/2014/main" id="{AD4592DA-38CE-7DBD-B474-4F0C497BFEED}"/>
                  </a:ext>
                </a:extLst>
              </p:cNvPr>
              <p:cNvGrpSpPr/>
              <p:nvPr userDrawn="1"/>
            </p:nvGrpSpPr>
            <p:grpSpPr>
              <a:xfrm>
                <a:off x="19050759" y="1187479"/>
                <a:ext cx="3967529" cy="2248431"/>
                <a:chOff x="20827627" y="867691"/>
                <a:chExt cx="3967529" cy="2248431"/>
              </a:xfrm>
            </p:grpSpPr>
            <p:pic>
              <p:nvPicPr>
                <p:cNvPr id="25" name="Picture 24" descr="A screenshot of a computer&#10;&#10;Description automatically generated">
                  <a:extLst>
                    <a:ext uri="{FF2B5EF4-FFF2-40B4-BE49-F238E27FC236}">
                      <a16:creationId xmlns:a16="http://schemas.microsoft.com/office/drawing/2014/main" id="{7E2843E3-ED4F-A327-B824-A096A029CB4D}"/>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0827627" y="867691"/>
                  <a:ext cx="3967529" cy="2248431"/>
                </a:xfrm>
                <a:prstGeom prst="rect">
                  <a:avLst/>
                </a:prstGeom>
              </p:spPr>
            </p:pic>
            <p:cxnSp>
              <p:nvCxnSpPr>
                <p:cNvPr id="26" name="Straight Arrow Connector 25">
                  <a:extLst>
                    <a:ext uri="{FF2B5EF4-FFF2-40B4-BE49-F238E27FC236}">
                      <a16:creationId xmlns:a16="http://schemas.microsoft.com/office/drawing/2014/main" id="{546544AF-3A1C-D254-BD81-E2A6FC0B0B78}"/>
                    </a:ext>
                  </a:extLst>
                </p:cNvPr>
                <p:cNvCxnSpPr>
                  <a:cxnSpLocks/>
                </p:cNvCxnSpPr>
                <p:nvPr userDrawn="1"/>
              </p:nvCxnSpPr>
              <p:spPr>
                <a:xfrm flipH="1">
                  <a:off x="209038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D835338-E518-CCB4-60E5-9AC7BD690AF0}"/>
                    </a:ext>
                  </a:extLst>
                </p:cNvPr>
                <p:cNvCxnSpPr>
                  <a:cxnSpLocks/>
                </p:cNvCxnSpPr>
                <p:nvPr userDrawn="1"/>
              </p:nvCxnSpPr>
              <p:spPr>
                <a:xfrm>
                  <a:off x="244090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grpSp>
        <p:sp>
          <p:nvSpPr>
            <p:cNvPr id="13" name="TextBox 12">
              <a:extLst>
                <a:ext uri="{FF2B5EF4-FFF2-40B4-BE49-F238E27FC236}">
                  <a16:creationId xmlns:a16="http://schemas.microsoft.com/office/drawing/2014/main" id="{039F06F9-0CA2-5FFF-5209-F449D4C92076}"/>
                </a:ext>
              </a:extLst>
            </p:cNvPr>
            <p:cNvSpPr txBox="1"/>
            <p:nvPr userDrawn="1"/>
          </p:nvSpPr>
          <p:spPr>
            <a:xfrm>
              <a:off x="18953151" y="3703345"/>
              <a:ext cx="4668848" cy="402907"/>
            </a:xfrm>
            <a:prstGeom prst="rect">
              <a:avLst/>
            </a:prstGeom>
            <a:noFill/>
          </p:spPr>
          <p:txBody>
            <a:bodyPr wrap="square" rtlCol="0">
              <a:spAutoFit/>
            </a:bodyPr>
            <a:lstStyle/>
            <a:p>
              <a:r>
                <a:rPr lang="en-GB" sz="1000" dirty="0"/>
                <a:t>4. Enlarge the video to fill the crop area.</a:t>
              </a:r>
            </a:p>
          </p:txBody>
        </p:sp>
        <p:sp>
          <p:nvSpPr>
            <p:cNvPr id="14" name="TextBox 13">
              <a:extLst>
                <a:ext uri="{FF2B5EF4-FFF2-40B4-BE49-F238E27FC236}">
                  <a16:creationId xmlns:a16="http://schemas.microsoft.com/office/drawing/2014/main" id="{08801A5E-5F8E-3D10-526A-775818F85AF5}"/>
                </a:ext>
              </a:extLst>
            </p:cNvPr>
            <p:cNvSpPr txBox="1"/>
            <p:nvPr userDrawn="1"/>
          </p:nvSpPr>
          <p:spPr>
            <a:xfrm>
              <a:off x="18953151" y="818148"/>
              <a:ext cx="4668848" cy="402907"/>
            </a:xfrm>
            <a:prstGeom prst="rect">
              <a:avLst/>
            </a:prstGeom>
            <a:noFill/>
          </p:spPr>
          <p:txBody>
            <a:bodyPr wrap="square" rtlCol="0">
              <a:spAutoFit/>
            </a:bodyPr>
            <a:lstStyle/>
            <a:p>
              <a:r>
                <a:rPr lang="en-GB" sz="1000" dirty="0"/>
                <a:t>3. Drag the crop area to fill slide length.</a:t>
              </a:r>
            </a:p>
          </p:txBody>
        </p:sp>
      </p:grpSp>
    </p:spTree>
    <p:extLst>
      <p:ext uri="{BB962C8B-B14F-4D97-AF65-F5344CB8AC3E}">
        <p14:creationId xmlns:p14="http://schemas.microsoft.com/office/powerpoint/2010/main" val="5448162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FE5E0-CD97-BC57-6807-15C2692311FA}"/>
              </a:ext>
            </a:extLst>
          </p:cNvPr>
          <p:cNvSpPr>
            <a:spLocks noGrp="1"/>
          </p:cNvSpPr>
          <p:nvPr>
            <p:ph type="title"/>
          </p:nvPr>
        </p:nvSpPr>
        <p:spPr>
          <a:xfrm>
            <a:off x="838200" y="2002632"/>
            <a:ext cx="10515600" cy="2852737"/>
          </a:xfrm>
        </p:spPr>
        <p:txBody>
          <a:bodyPr/>
          <a:lstStyle/>
          <a:p>
            <a:r>
              <a:rPr lang="en-GB" dirty="0">
                <a:sym typeface="Century Gothic" panose="020B0502020202020204" pitchFamily="34" charset="0"/>
              </a:rPr>
              <a:t>NEW </a:t>
            </a:r>
            <a:r>
              <a:rPr lang="en-GB" b="1" u="sng" dirty="0">
                <a:sym typeface="Century Gothic" panose="020B0502020202020204" pitchFamily="34" charset="0"/>
              </a:rPr>
              <a:t>TOPIC</a:t>
            </a:r>
            <a:endParaRPr lang="en-US" b="1" u="sng" dirty="0">
              <a:sym typeface="Century Gothic" panose="020B0502020202020204" pitchFamily="34" charset="0"/>
            </a:endParaRPr>
          </a:p>
        </p:txBody>
      </p:sp>
      <p:sp>
        <p:nvSpPr>
          <p:cNvPr id="4" name="Text Placeholder 3">
            <a:extLst>
              <a:ext uri="{FF2B5EF4-FFF2-40B4-BE49-F238E27FC236}">
                <a16:creationId xmlns:a16="http://schemas.microsoft.com/office/drawing/2014/main" id="{3B473F05-EB1D-6F0C-9A82-F2805EF81F8E}"/>
              </a:ext>
            </a:extLst>
          </p:cNvPr>
          <p:cNvSpPr>
            <a:spLocks noGrp="1"/>
          </p:cNvSpPr>
          <p:nvPr>
            <p:ph type="body" sz="quarter" idx="16"/>
          </p:nvPr>
        </p:nvSpPr>
        <p:spPr>
          <a:xfrm>
            <a:off x="274320" y="6309360"/>
            <a:ext cx="2286000" cy="234765"/>
          </a:xfrm>
        </p:spPr>
        <p:txBody>
          <a:bodyPr/>
          <a:lstStyle/>
          <a:p>
            <a:r>
              <a:rPr lang="en-US" dirty="0"/>
              <a:t>CONFIDENTIAL</a:t>
            </a:r>
          </a:p>
        </p:txBody>
      </p:sp>
    </p:spTree>
    <p:extLst>
      <p:ext uri="{BB962C8B-B14F-4D97-AF65-F5344CB8AC3E}">
        <p14:creationId xmlns:p14="http://schemas.microsoft.com/office/powerpoint/2010/main" val="260447773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28A5-0B96-6F9D-667A-D51D91CCD456}"/>
              </a:ext>
            </a:extLst>
          </p:cNvPr>
          <p:cNvSpPr>
            <a:spLocks noGrp="1"/>
          </p:cNvSpPr>
          <p:nvPr>
            <p:ph type="title"/>
          </p:nvPr>
        </p:nvSpPr>
        <p:spPr>
          <a:xfrm>
            <a:off x="838200" y="2002632"/>
            <a:ext cx="10515600" cy="2852737"/>
          </a:xfrm>
        </p:spPr>
        <p:txBody>
          <a:bodyPr/>
          <a:lstStyle/>
          <a:p>
            <a:r>
              <a:rPr lang="en-US" dirty="0">
                <a:sym typeface="Century Gothic" panose="020B0502020202020204" pitchFamily="34" charset="0"/>
              </a:rPr>
              <a:t>NEW </a:t>
            </a:r>
            <a:r>
              <a:rPr lang="en-US" b="1" u="sng" dirty="0">
                <a:sym typeface="Century Gothic" panose="020B0502020202020204" pitchFamily="34" charset="0"/>
              </a:rPr>
              <a:t>TOPIC</a:t>
            </a:r>
          </a:p>
        </p:txBody>
      </p:sp>
      <p:sp>
        <p:nvSpPr>
          <p:cNvPr id="8" name="Text Placeholder 7">
            <a:extLst>
              <a:ext uri="{FF2B5EF4-FFF2-40B4-BE49-F238E27FC236}">
                <a16:creationId xmlns:a16="http://schemas.microsoft.com/office/drawing/2014/main" id="{50ADA357-2C63-A13D-5646-7D4469D2338C}"/>
              </a:ext>
            </a:extLst>
          </p:cNvPr>
          <p:cNvSpPr>
            <a:spLocks noGrp="1"/>
          </p:cNvSpPr>
          <p:nvPr>
            <p:ph type="body" sz="quarter" idx="16"/>
          </p:nvPr>
        </p:nvSpPr>
        <p:spPr>
          <a:xfrm>
            <a:off x="274320" y="6309360"/>
            <a:ext cx="2286000" cy="234765"/>
          </a:xfrm>
        </p:spPr>
        <p:txBody>
          <a:bodyPr/>
          <a:lstStyle/>
          <a:p>
            <a:r>
              <a:rPr lang="en-US" dirty="0"/>
              <a:t>CONFIDENTIAL</a:t>
            </a:r>
          </a:p>
        </p:txBody>
      </p:sp>
    </p:spTree>
    <p:extLst>
      <p:ext uri="{BB962C8B-B14F-4D97-AF65-F5344CB8AC3E}">
        <p14:creationId xmlns:p14="http://schemas.microsoft.com/office/powerpoint/2010/main" val="314760129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B576-D962-485D-BEA0-D1CC907E9CCC}"/>
              </a:ext>
            </a:extLst>
          </p:cNvPr>
          <p:cNvSpPr>
            <a:spLocks noGrp="1"/>
          </p:cNvSpPr>
          <p:nvPr>
            <p:ph type="title"/>
          </p:nvPr>
        </p:nvSpPr>
        <p:spPr>
          <a:xfrm>
            <a:off x="838200" y="2002632"/>
            <a:ext cx="10515600" cy="2852737"/>
          </a:xfrm>
        </p:spPr>
        <p:txBody>
          <a:bodyPr/>
          <a:lstStyle/>
          <a:p>
            <a:r>
              <a:rPr lang="en-US" dirty="0">
                <a:sym typeface="Century Gothic" panose="020B0502020202020204" pitchFamily="34" charset="0"/>
              </a:rPr>
              <a:t>New </a:t>
            </a:r>
            <a:r>
              <a:rPr lang="en-US" b="1" u="sng" dirty="0">
                <a:sym typeface="Century Gothic" panose="020B0502020202020204" pitchFamily="34" charset="0"/>
              </a:rPr>
              <a:t>topic</a:t>
            </a:r>
          </a:p>
        </p:txBody>
      </p:sp>
      <p:sp>
        <p:nvSpPr>
          <p:cNvPr id="16" name="Text Placeholder 15">
            <a:extLst>
              <a:ext uri="{FF2B5EF4-FFF2-40B4-BE49-F238E27FC236}">
                <a16:creationId xmlns:a16="http://schemas.microsoft.com/office/drawing/2014/main" id="{41CD98B9-D392-524B-F29C-BB4440BACD53}"/>
              </a:ext>
            </a:extLst>
          </p:cNvPr>
          <p:cNvSpPr>
            <a:spLocks noGrp="1"/>
          </p:cNvSpPr>
          <p:nvPr>
            <p:ph type="body" sz="quarter" idx="16"/>
          </p:nvPr>
        </p:nvSpPr>
        <p:spPr>
          <a:xfrm>
            <a:off x="274320" y="6309360"/>
            <a:ext cx="2286000" cy="234765"/>
          </a:xfrm>
        </p:spPr>
        <p:txBody>
          <a:bodyPr/>
          <a:lstStyle/>
          <a:p>
            <a:r>
              <a:rPr lang="en-US" dirty="0"/>
              <a:t>CONFIDENTIAL</a:t>
            </a:r>
          </a:p>
        </p:txBody>
      </p:sp>
    </p:spTree>
    <p:extLst>
      <p:ext uri="{BB962C8B-B14F-4D97-AF65-F5344CB8AC3E}">
        <p14:creationId xmlns:p14="http://schemas.microsoft.com/office/powerpoint/2010/main" val="404405417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65FA6-F6DB-93A5-B5EB-396482F75562}"/>
              </a:ext>
            </a:extLst>
          </p:cNvPr>
          <p:cNvSpPr>
            <a:spLocks noGrp="1"/>
          </p:cNvSpPr>
          <p:nvPr>
            <p:ph type="title"/>
          </p:nvPr>
        </p:nvSpPr>
        <p:spPr>
          <a:xfrm>
            <a:off x="838200" y="2002632"/>
            <a:ext cx="10515600" cy="2852737"/>
          </a:xfrm>
        </p:spPr>
        <p:txBody>
          <a:bodyPr/>
          <a:lstStyle/>
          <a:p>
            <a:r>
              <a:rPr lang="en-US" dirty="0"/>
              <a:t>New </a:t>
            </a:r>
            <a:r>
              <a:rPr lang="en-US" b="1" u="sng" dirty="0"/>
              <a:t>Topic</a:t>
            </a:r>
          </a:p>
        </p:txBody>
      </p:sp>
      <p:sp>
        <p:nvSpPr>
          <p:cNvPr id="20" name="Text Placeholder 19">
            <a:extLst>
              <a:ext uri="{FF2B5EF4-FFF2-40B4-BE49-F238E27FC236}">
                <a16:creationId xmlns:a16="http://schemas.microsoft.com/office/drawing/2014/main" id="{8B0CD9E5-F3F0-2AE1-DA0C-8E6BCCE1E241}"/>
              </a:ext>
            </a:extLst>
          </p:cNvPr>
          <p:cNvSpPr>
            <a:spLocks noGrp="1"/>
          </p:cNvSpPr>
          <p:nvPr>
            <p:ph type="body" sz="quarter" idx="16"/>
          </p:nvPr>
        </p:nvSpPr>
        <p:spPr>
          <a:xfrm>
            <a:off x="274320" y="6309360"/>
            <a:ext cx="2286000" cy="234765"/>
          </a:xfrm>
        </p:spPr>
        <p:txBody>
          <a:bodyPr/>
          <a:lstStyle/>
          <a:p>
            <a:r>
              <a:rPr lang="en-US" dirty="0"/>
              <a:t>CONFIDENTIAL</a:t>
            </a:r>
          </a:p>
        </p:txBody>
      </p:sp>
    </p:spTree>
    <p:extLst>
      <p:ext uri="{BB962C8B-B14F-4D97-AF65-F5344CB8AC3E}">
        <p14:creationId xmlns:p14="http://schemas.microsoft.com/office/powerpoint/2010/main" val="168103663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0E29D831-2D80-B550-39FA-D548775D1F66}"/>
              </a:ext>
            </a:extLst>
          </p:cNvPr>
          <p:cNvPicPr>
            <a:picLocks noGrp="1" noChangeAspect="1"/>
          </p:cNvPicPr>
          <p:nvPr>
            <p:ph type="pic" sz="quarter" idx="22"/>
          </p:nvPr>
        </p:nvPicPr>
        <p:blipFill>
          <a:blip r:embed="rId3" cstate="screen">
            <a:extLst>
              <a:ext uri="{28A0092B-C50C-407E-A947-70E740481C1C}">
                <a14:useLocalDpi xmlns:a14="http://schemas.microsoft.com/office/drawing/2010/main"/>
              </a:ext>
            </a:extLst>
          </a:blip>
          <a:srcRect t="7783" b="7783"/>
          <a:stretch/>
        </p:blipFill>
        <p:spPr>
          <a:xfrm>
            <a:off x="0" y="0"/>
            <a:ext cx="12192000" cy="6858000"/>
          </a:xfrm>
        </p:spPr>
      </p:pic>
      <p:sp>
        <p:nvSpPr>
          <p:cNvPr id="4" name="Text Placeholder 3">
            <a:extLst>
              <a:ext uri="{FF2B5EF4-FFF2-40B4-BE49-F238E27FC236}">
                <a16:creationId xmlns:a16="http://schemas.microsoft.com/office/drawing/2014/main" id="{55544D8E-0E47-BDFF-3D03-E25ACB3BF292}"/>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5" name="Text Placeholder 4">
            <a:extLst>
              <a:ext uri="{FF2B5EF4-FFF2-40B4-BE49-F238E27FC236}">
                <a16:creationId xmlns:a16="http://schemas.microsoft.com/office/drawing/2014/main" id="{F1063624-68F4-47C0-9FA9-201735B7ADC6}"/>
              </a:ext>
            </a:extLst>
          </p:cNvPr>
          <p:cNvSpPr>
            <a:spLocks noGrp="1"/>
          </p:cNvSpPr>
          <p:nvPr>
            <p:ph type="body" sz="quarter" idx="19"/>
          </p:nvPr>
        </p:nvSpPr>
        <p:spPr>
          <a:xfrm>
            <a:off x="274320" y="6473952"/>
            <a:ext cx="2286000" cy="155448"/>
          </a:xfrm>
        </p:spPr>
        <p:txBody>
          <a:bodyPr/>
          <a:lstStyle/>
          <a:p>
            <a:r>
              <a:rPr lang="en-US" dirty="0"/>
              <a:t>© UNIVERSITY OF UTAH HEALTH</a:t>
            </a:r>
          </a:p>
        </p:txBody>
      </p:sp>
      <p:sp>
        <p:nvSpPr>
          <p:cNvPr id="37" name="Text Placeholder 36">
            <a:extLst>
              <a:ext uri="{FF2B5EF4-FFF2-40B4-BE49-F238E27FC236}">
                <a16:creationId xmlns:a16="http://schemas.microsoft.com/office/drawing/2014/main" id="{F383B969-7F5F-AF9D-7336-9F59DF6F2234}"/>
              </a:ext>
            </a:extLst>
          </p:cNvPr>
          <p:cNvSpPr>
            <a:spLocks noGrp="1"/>
          </p:cNvSpPr>
          <p:nvPr>
            <p:ph type="body" sz="quarter" idx="21"/>
          </p:nvPr>
        </p:nvSpPr>
        <p:spPr/>
        <p:txBody>
          <a:bodyPr/>
          <a:lstStyle/>
          <a:p>
            <a:endParaRPr lang="en-US" dirty="0"/>
          </a:p>
        </p:txBody>
      </p:sp>
      <p:sp>
        <p:nvSpPr>
          <p:cNvPr id="6" name="Title 5">
            <a:extLst>
              <a:ext uri="{FF2B5EF4-FFF2-40B4-BE49-F238E27FC236}">
                <a16:creationId xmlns:a16="http://schemas.microsoft.com/office/drawing/2014/main" id="{CE6E36B5-1069-8DD1-5084-959373CFFA66}"/>
              </a:ext>
            </a:extLst>
          </p:cNvPr>
          <p:cNvSpPr>
            <a:spLocks noGrp="1"/>
          </p:cNvSpPr>
          <p:nvPr>
            <p:ph type="title"/>
          </p:nvPr>
        </p:nvSpPr>
        <p:spPr>
          <a:xfrm>
            <a:off x="838200" y="2002632"/>
            <a:ext cx="10515600" cy="2852737"/>
          </a:xfrm>
        </p:spPr>
        <p:txBody>
          <a:bodyPr/>
          <a:lstStyle/>
          <a:p>
            <a:r>
              <a:rPr lang="en-US" dirty="0"/>
              <a:t>New </a:t>
            </a:r>
            <a:r>
              <a:rPr lang="en-US" b="1" u="sng" dirty="0"/>
              <a:t>topic</a:t>
            </a:r>
          </a:p>
        </p:txBody>
      </p:sp>
    </p:spTree>
    <p:extLst>
      <p:ext uri="{BB962C8B-B14F-4D97-AF65-F5344CB8AC3E}">
        <p14:creationId xmlns:p14="http://schemas.microsoft.com/office/powerpoint/2010/main" val="14619329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Placeholder 5">
            <a:extLst>
              <a:ext uri="{FF2B5EF4-FFF2-40B4-BE49-F238E27FC236}">
                <a16:creationId xmlns:a16="http://schemas.microsoft.com/office/drawing/2014/main" id="{DBA7F575-B1AF-6856-32E9-5B5ACFA6B68B}"/>
              </a:ext>
            </a:extLst>
          </p:cNvPr>
          <p:cNvGraphicFramePr>
            <a:graphicFrameLocks noGrp="1"/>
          </p:cNvGraphicFramePr>
          <p:nvPr>
            <p:ph type="tbl" sz="quarter" idx="10"/>
            <p:extLst>
              <p:ext uri="{D42A27DB-BD31-4B8C-83A1-F6EECF244321}">
                <p14:modId xmlns:p14="http://schemas.microsoft.com/office/powerpoint/2010/main" val="1409661136"/>
              </p:ext>
            </p:extLst>
          </p:nvPr>
        </p:nvGraphicFramePr>
        <p:xfrm>
          <a:off x="912813" y="1235075"/>
          <a:ext cx="4846320" cy="43891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510455361"/>
                    </a:ext>
                  </a:extLst>
                </a:gridCol>
                <a:gridCol w="3931920">
                  <a:extLst>
                    <a:ext uri="{9D8B030D-6E8A-4147-A177-3AD203B41FA5}">
                      <a16:colId xmlns:a16="http://schemas.microsoft.com/office/drawing/2014/main" val="955423646"/>
                    </a:ext>
                  </a:extLst>
                </a:gridCol>
              </a:tblGrid>
              <a:tr h="1097280">
                <a:tc>
                  <a:txBody>
                    <a:bodyPr/>
                    <a:lstStyle/>
                    <a:p>
                      <a:r>
                        <a:rPr lang="en-US" sz="6000" b="0" dirty="0">
                          <a:solidFill>
                            <a:schemeClr val="accent3"/>
                          </a:solidFill>
                        </a:rPr>
                        <a:t>1</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0082582"/>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0" dirty="0">
                          <a:solidFill>
                            <a:schemeClr val="accent3"/>
                          </a:solidFill>
                        </a:rPr>
                        <a:t>2</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605105"/>
                  </a:ext>
                </a:extLst>
              </a:tr>
              <a:tr h="1097280">
                <a:tc>
                  <a:txBody>
                    <a:bodyPr/>
                    <a:lstStyle/>
                    <a:p>
                      <a:r>
                        <a:rPr lang="en-US" sz="6000" dirty="0">
                          <a:solidFill>
                            <a:schemeClr val="accent3"/>
                          </a:solidFill>
                        </a:rPr>
                        <a:t>3</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6646392"/>
                  </a:ext>
                </a:extLst>
              </a:tr>
              <a:tr h="1097280">
                <a:tc>
                  <a:txBody>
                    <a:bodyPr/>
                    <a:lstStyle/>
                    <a:p>
                      <a:r>
                        <a:rPr lang="en-US" sz="6000" dirty="0">
                          <a:solidFill>
                            <a:schemeClr val="accent3"/>
                          </a:solidFill>
                        </a:rPr>
                        <a:t>4</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2668920"/>
                  </a:ext>
                </a:extLst>
              </a:tr>
            </a:tbl>
          </a:graphicData>
        </a:graphic>
      </p:graphicFrame>
      <p:graphicFrame>
        <p:nvGraphicFramePr>
          <p:cNvPr id="7" name="Table Placeholder 6">
            <a:extLst>
              <a:ext uri="{FF2B5EF4-FFF2-40B4-BE49-F238E27FC236}">
                <a16:creationId xmlns:a16="http://schemas.microsoft.com/office/drawing/2014/main" id="{EC0E9DE5-D0A3-D60B-9FF9-836E78DAE273}"/>
              </a:ext>
            </a:extLst>
          </p:cNvPr>
          <p:cNvGraphicFramePr>
            <a:graphicFrameLocks noGrp="1"/>
          </p:cNvGraphicFramePr>
          <p:nvPr>
            <p:ph type="tbl" sz="quarter" idx="41"/>
            <p:extLst>
              <p:ext uri="{D42A27DB-BD31-4B8C-83A1-F6EECF244321}">
                <p14:modId xmlns:p14="http://schemas.microsoft.com/office/powerpoint/2010/main" val="2542046730"/>
              </p:ext>
            </p:extLst>
          </p:nvPr>
        </p:nvGraphicFramePr>
        <p:xfrm>
          <a:off x="6311900" y="1235075"/>
          <a:ext cx="4846320" cy="43891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766254196"/>
                    </a:ext>
                  </a:extLst>
                </a:gridCol>
                <a:gridCol w="3931920">
                  <a:extLst>
                    <a:ext uri="{9D8B030D-6E8A-4147-A177-3AD203B41FA5}">
                      <a16:colId xmlns:a16="http://schemas.microsoft.com/office/drawing/2014/main" val="3442310601"/>
                    </a:ext>
                  </a:extLst>
                </a:gridCol>
              </a:tblGrid>
              <a:tr h="1097280">
                <a:tc>
                  <a:txBody>
                    <a:bodyPr/>
                    <a:lstStyle/>
                    <a:p>
                      <a:r>
                        <a:rPr lang="en-US" sz="6000" b="0" dirty="0">
                          <a:solidFill>
                            <a:schemeClr val="accent3"/>
                          </a:solidFill>
                        </a:rPr>
                        <a:t>5</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577070"/>
                  </a:ext>
                </a:extLst>
              </a:tr>
              <a:tr h="1097280">
                <a:tc>
                  <a:txBody>
                    <a:bodyPr/>
                    <a:lstStyle/>
                    <a:p>
                      <a:r>
                        <a:rPr lang="en-US" sz="6000" b="0" dirty="0">
                          <a:solidFill>
                            <a:schemeClr val="accent3"/>
                          </a:solidFill>
                        </a:rPr>
                        <a:t>6</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58598"/>
                  </a:ext>
                </a:extLst>
              </a:tr>
              <a:tr h="1097280">
                <a:tc>
                  <a:txBody>
                    <a:bodyPr/>
                    <a:lstStyle/>
                    <a:p>
                      <a:r>
                        <a:rPr lang="en-US" sz="6000" b="0" dirty="0">
                          <a:solidFill>
                            <a:schemeClr val="accent3"/>
                          </a:solidFill>
                        </a:rPr>
                        <a:t>7</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4680129"/>
                  </a:ext>
                </a:extLst>
              </a:tr>
              <a:tr h="1097280">
                <a:tc>
                  <a:txBody>
                    <a:bodyPr/>
                    <a:lstStyle/>
                    <a:p>
                      <a:r>
                        <a:rPr lang="en-US" sz="6000" b="0" dirty="0">
                          <a:solidFill>
                            <a:schemeClr val="accent3"/>
                          </a:solidFill>
                        </a:rPr>
                        <a:t>8</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1705128"/>
                  </a:ext>
                </a:extLst>
              </a:tr>
            </a:tbl>
          </a:graphicData>
        </a:graphic>
      </p:graphicFrame>
      <p:sp>
        <p:nvSpPr>
          <p:cNvPr id="2" name="Title 1">
            <a:extLst>
              <a:ext uri="{FF2B5EF4-FFF2-40B4-BE49-F238E27FC236}">
                <a16:creationId xmlns:a16="http://schemas.microsoft.com/office/drawing/2014/main" id="{D5ED966B-05E2-B774-0E7C-770128BDAF8A}"/>
              </a:ext>
            </a:extLst>
          </p:cNvPr>
          <p:cNvSpPr>
            <a:spLocks noGrp="1"/>
          </p:cNvSpPr>
          <p:nvPr>
            <p:ph type="title"/>
          </p:nvPr>
        </p:nvSpPr>
        <p:spPr>
          <a:xfrm>
            <a:off x="365760" y="365760"/>
            <a:ext cx="10958513" cy="504000"/>
          </a:xfrm>
        </p:spPr>
        <p:txBody>
          <a:bodyPr/>
          <a:lstStyle/>
          <a:p>
            <a:r>
              <a:rPr lang="en-US" b="1" u="sng" dirty="0"/>
              <a:t>TABLE</a:t>
            </a:r>
            <a:r>
              <a:rPr lang="en-US" dirty="0"/>
              <a:t> OF CONTENTS</a:t>
            </a:r>
            <a:endParaRPr lang="en-US" b="1" u="sng" dirty="0"/>
          </a:p>
        </p:txBody>
      </p:sp>
      <p:sp>
        <p:nvSpPr>
          <p:cNvPr id="10" name="Text Placeholder 9">
            <a:extLst>
              <a:ext uri="{FF2B5EF4-FFF2-40B4-BE49-F238E27FC236}">
                <a16:creationId xmlns:a16="http://schemas.microsoft.com/office/drawing/2014/main" id="{38DF1948-DA22-FCF1-1D06-408D5F38424C}"/>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20" name="Text Placeholder 19">
            <a:extLst>
              <a:ext uri="{FF2B5EF4-FFF2-40B4-BE49-F238E27FC236}">
                <a16:creationId xmlns:a16="http://schemas.microsoft.com/office/drawing/2014/main" id="{1580CC35-2031-14B8-1F94-D510034993AF}"/>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263665019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Placeholder 5">
            <a:extLst>
              <a:ext uri="{FF2B5EF4-FFF2-40B4-BE49-F238E27FC236}">
                <a16:creationId xmlns:a16="http://schemas.microsoft.com/office/drawing/2014/main" id="{DBA7F575-B1AF-6856-32E9-5B5ACFA6B68B}"/>
              </a:ext>
            </a:extLst>
          </p:cNvPr>
          <p:cNvGraphicFramePr>
            <a:graphicFrameLocks noGrp="1"/>
          </p:cNvGraphicFramePr>
          <p:nvPr>
            <p:ph type="tbl" sz="quarter" idx="10"/>
            <p:extLst>
              <p:ext uri="{D42A27DB-BD31-4B8C-83A1-F6EECF244321}">
                <p14:modId xmlns:p14="http://schemas.microsoft.com/office/powerpoint/2010/main" val="124284354"/>
              </p:ext>
            </p:extLst>
          </p:nvPr>
        </p:nvGraphicFramePr>
        <p:xfrm>
          <a:off x="912813" y="1783080"/>
          <a:ext cx="4846320" cy="32918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510455361"/>
                    </a:ext>
                  </a:extLst>
                </a:gridCol>
                <a:gridCol w="3931920">
                  <a:extLst>
                    <a:ext uri="{9D8B030D-6E8A-4147-A177-3AD203B41FA5}">
                      <a16:colId xmlns:a16="http://schemas.microsoft.com/office/drawing/2014/main" val="955423646"/>
                    </a:ext>
                  </a:extLst>
                </a:gridCol>
              </a:tblGrid>
              <a:tr h="1097280">
                <a:tc>
                  <a:txBody>
                    <a:bodyPr/>
                    <a:lstStyle/>
                    <a:p>
                      <a:r>
                        <a:rPr lang="en-US" sz="6000" b="0" dirty="0">
                          <a:solidFill>
                            <a:schemeClr val="accent3"/>
                          </a:solidFill>
                        </a:rPr>
                        <a:t>1</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0082582"/>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0" dirty="0">
                          <a:solidFill>
                            <a:schemeClr val="accent3"/>
                          </a:solidFill>
                        </a:rPr>
                        <a:t>2</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605105"/>
                  </a:ext>
                </a:extLst>
              </a:tr>
              <a:tr h="1097280">
                <a:tc>
                  <a:txBody>
                    <a:bodyPr/>
                    <a:lstStyle/>
                    <a:p>
                      <a:r>
                        <a:rPr lang="en-US" sz="6000" dirty="0">
                          <a:solidFill>
                            <a:schemeClr val="accent3"/>
                          </a:solidFill>
                        </a:rPr>
                        <a:t>3</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6646392"/>
                  </a:ext>
                </a:extLst>
              </a:tr>
            </a:tbl>
          </a:graphicData>
        </a:graphic>
      </p:graphicFrame>
      <p:graphicFrame>
        <p:nvGraphicFramePr>
          <p:cNvPr id="7" name="Table Placeholder 6">
            <a:extLst>
              <a:ext uri="{FF2B5EF4-FFF2-40B4-BE49-F238E27FC236}">
                <a16:creationId xmlns:a16="http://schemas.microsoft.com/office/drawing/2014/main" id="{EC0E9DE5-D0A3-D60B-9FF9-836E78DAE273}"/>
              </a:ext>
            </a:extLst>
          </p:cNvPr>
          <p:cNvGraphicFramePr>
            <a:graphicFrameLocks noGrp="1"/>
          </p:cNvGraphicFramePr>
          <p:nvPr>
            <p:ph type="tbl" sz="quarter" idx="41"/>
            <p:extLst>
              <p:ext uri="{D42A27DB-BD31-4B8C-83A1-F6EECF244321}">
                <p14:modId xmlns:p14="http://schemas.microsoft.com/office/powerpoint/2010/main" val="1686433228"/>
              </p:ext>
            </p:extLst>
          </p:nvPr>
        </p:nvGraphicFramePr>
        <p:xfrm>
          <a:off x="6311900" y="1783080"/>
          <a:ext cx="4846320" cy="32918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766254196"/>
                    </a:ext>
                  </a:extLst>
                </a:gridCol>
                <a:gridCol w="3931920">
                  <a:extLst>
                    <a:ext uri="{9D8B030D-6E8A-4147-A177-3AD203B41FA5}">
                      <a16:colId xmlns:a16="http://schemas.microsoft.com/office/drawing/2014/main" val="3442310601"/>
                    </a:ext>
                  </a:extLst>
                </a:gridCol>
              </a:tblGrid>
              <a:tr h="1097280">
                <a:tc>
                  <a:txBody>
                    <a:bodyPr/>
                    <a:lstStyle/>
                    <a:p>
                      <a:r>
                        <a:rPr lang="en-US" sz="6000" b="0" dirty="0">
                          <a:solidFill>
                            <a:schemeClr val="accent3"/>
                          </a:solidFill>
                        </a:rPr>
                        <a:t>4</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577070"/>
                  </a:ext>
                </a:extLst>
              </a:tr>
              <a:tr h="1097280">
                <a:tc>
                  <a:txBody>
                    <a:bodyPr/>
                    <a:lstStyle/>
                    <a:p>
                      <a:r>
                        <a:rPr lang="en-US" sz="6000" b="0" dirty="0">
                          <a:solidFill>
                            <a:schemeClr val="accent3"/>
                          </a:solidFill>
                        </a:rPr>
                        <a:t>5</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58598"/>
                  </a:ext>
                </a:extLst>
              </a:tr>
              <a:tr h="1097280">
                <a:tc>
                  <a:txBody>
                    <a:bodyPr/>
                    <a:lstStyle/>
                    <a:p>
                      <a:r>
                        <a:rPr lang="en-US" sz="6000" b="0" dirty="0">
                          <a:solidFill>
                            <a:schemeClr val="accent3"/>
                          </a:solidFill>
                        </a:rPr>
                        <a:t>6</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4680129"/>
                  </a:ext>
                </a:extLst>
              </a:tr>
            </a:tbl>
          </a:graphicData>
        </a:graphic>
      </p:graphicFrame>
      <p:sp>
        <p:nvSpPr>
          <p:cNvPr id="2" name="Title 1">
            <a:extLst>
              <a:ext uri="{FF2B5EF4-FFF2-40B4-BE49-F238E27FC236}">
                <a16:creationId xmlns:a16="http://schemas.microsoft.com/office/drawing/2014/main" id="{D5ED966B-05E2-B774-0E7C-770128BDAF8A}"/>
              </a:ext>
            </a:extLst>
          </p:cNvPr>
          <p:cNvSpPr>
            <a:spLocks noGrp="1"/>
          </p:cNvSpPr>
          <p:nvPr>
            <p:ph type="title"/>
          </p:nvPr>
        </p:nvSpPr>
        <p:spPr>
          <a:xfrm>
            <a:off x="365760" y="365760"/>
            <a:ext cx="10958513" cy="504000"/>
          </a:xfrm>
        </p:spPr>
        <p:txBody>
          <a:bodyPr/>
          <a:lstStyle/>
          <a:p>
            <a:r>
              <a:rPr lang="en-US" b="1" u="sng" dirty="0"/>
              <a:t>TABLE</a:t>
            </a:r>
            <a:r>
              <a:rPr lang="en-US" dirty="0"/>
              <a:t> OF CONTENTS</a:t>
            </a:r>
          </a:p>
        </p:txBody>
      </p:sp>
      <p:sp>
        <p:nvSpPr>
          <p:cNvPr id="33" name="Text Placeholder 32">
            <a:extLst>
              <a:ext uri="{FF2B5EF4-FFF2-40B4-BE49-F238E27FC236}">
                <a16:creationId xmlns:a16="http://schemas.microsoft.com/office/drawing/2014/main" id="{40CCFFDB-04FB-2DBC-2B41-70DB0CA84129}"/>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32" name="Text Placeholder 31">
            <a:extLst>
              <a:ext uri="{FF2B5EF4-FFF2-40B4-BE49-F238E27FC236}">
                <a16:creationId xmlns:a16="http://schemas.microsoft.com/office/drawing/2014/main" id="{AC4C352D-D39B-372E-6920-4A2B187A6F30}"/>
              </a:ext>
            </a:extLst>
          </p:cNvPr>
          <p:cNvSpPr>
            <a:spLocks noGrp="1"/>
          </p:cNvSpPr>
          <p:nvPr>
            <p:ph type="body" sz="quarter" idx="14"/>
          </p:nvPr>
        </p:nvSpPr>
        <p:spPr>
          <a:xfrm>
            <a:off x="274320" y="6035040"/>
            <a:ext cx="10058400" cy="234765"/>
          </a:xfrm>
        </p:spPr>
        <p:txBody>
          <a:bodyPr/>
          <a:lstStyle/>
          <a:p>
            <a:endParaRPr lang="en-US" dirty="0"/>
          </a:p>
        </p:txBody>
      </p:sp>
    </p:spTree>
    <p:extLst>
      <p:ext uri="{BB962C8B-B14F-4D97-AF65-F5344CB8AC3E}">
        <p14:creationId xmlns:p14="http://schemas.microsoft.com/office/powerpoint/2010/main" val="1517100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Placeholder 5">
            <a:extLst>
              <a:ext uri="{FF2B5EF4-FFF2-40B4-BE49-F238E27FC236}">
                <a16:creationId xmlns:a16="http://schemas.microsoft.com/office/drawing/2014/main" id="{DBA7F575-B1AF-6856-32E9-5B5ACFA6B68B}"/>
              </a:ext>
            </a:extLst>
          </p:cNvPr>
          <p:cNvGraphicFramePr>
            <a:graphicFrameLocks noGrp="1"/>
          </p:cNvGraphicFramePr>
          <p:nvPr>
            <p:ph type="tbl" sz="quarter" idx="10"/>
            <p:extLst>
              <p:ext uri="{D42A27DB-BD31-4B8C-83A1-F6EECF244321}">
                <p14:modId xmlns:p14="http://schemas.microsoft.com/office/powerpoint/2010/main" val="1757631656"/>
              </p:ext>
            </p:extLst>
          </p:nvPr>
        </p:nvGraphicFramePr>
        <p:xfrm>
          <a:off x="912813" y="1783080"/>
          <a:ext cx="4846320" cy="32918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510455361"/>
                    </a:ext>
                  </a:extLst>
                </a:gridCol>
                <a:gridCol w="3931920">
                  <a:extLst>
                    <a:ext uri="{9D8B030D-6E8A-4147-A177-3AD203B41FA5}">
                      <a16:colId xmlns:a16="http://schemas.microsoft.com/office/drawing/2014/main" val="955423646"/>
                    </a:ext>
                  </a:extLst>
                </a:gridCol>
              </a:tblGrid>
              <a:tr h="1097280">
                <a:tc>
                  <a:txBody>
                    <a:bodyPr/>
                    <a:lstStyle/>
                    <a:p>
                      <a:r>
                        <a:rPr lang="en-US" sz="6000" b="0" dirty="0">
                          <a:solidFill>
                            <a:schemeClr val="accent3"/>
                          </a:solidFill>
                        </a:rPr>
                        <a:t>1</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0082582"/>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0" dirty="0">
                          <a:solidFill>
                            <a:schemeClr val="accent3"/>
                          </a:solidFill>
                        </a:rPr>
                        <a:t>2</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605105"/>
                  </a:ext>
                </a:extLst>
              </a:tr>
              <a:tr h="1097280">
                <a:tc>
                  <a:txBody>
                    <a:bodyPr/>
                    <a:lstStyle/>
                    <a:p>
                      <a:r>
                        <a:rPr lang="en-US" sz="6000" dirty="0">
                          <a:solidFill>
                            <a:schemeClr val="accent3"/>
                          </a:solidFill>
                        </a:rPr>
                        <a:t>3</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6646392"/>
                  </a:ext>
                </a:extLst>
              </a:tr>
            </a:tbl>
          </a:graphicData>
        </a:graphic>
      </p:graphicFrame>
      <p:graphicFrame>
        <p:nvGraphicFramePr>
          <p:cNvPr id="7" name="Table Placeholder 6">
            <a:extLst>
              <a:ext uri="{FF2B5EF4-FFF2-40B4-BE49-F238E27FC236}">
                <a16:creationId xmlns:a16="http://schemas.microsoft.com/office/drawing/2014/main" id="{EC0E9DE5-D0A3-D60B-9FF9-836E78DAE273}"/>
              </a:ext>
            </a:extLst>
          </p:cNvPr>
          <p:cNvGraphicFramePr>
            <a:graphicFrameLocks noGrp="1"/>
          </p:cNvGraphicFramePr>
          <p:nvPr>
            <p:ph type="tbl" sz="quarter" idx="41"/>
            <p:extLst>
              <p:ext uri="{D42A27DB-BD31-4B8C-83A1-F6EECF244321}">
                <p14:modId xmlns:p14="http://schemas.microsoft.com/office/powerpoint/2010/main" val="1903909677"/>
              </p:ext>
            </p:extLst>
          </p:nvPr>
        </p:nvGraphicFramePr>
        <p:xfrm>
          <a:off x="6311900" y="1783080"/>
          <a:ext cx="4846320" cy="21945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766254196"/>
                    </a:ext>
                  </a:extLst>
                </a:gridCol>
                <a:gridCol w="3931920">
                  <a:extLst>
                    <a:ext uri="{9D8B030D-6E8A-4147-A177-3AD203B41FA5}">
                      <a16:colId xmlns:a16="http://schemas.microsoft.com/office/drawing/2014/main" val="3442310601"/>
                    </a:ext>
                  </a:extLst>
                </a:gridCol>
              </a:tblGrid>
              <a:tr h="1097280">
                <a:tc>
                  <a:txBody>
                    <a:bodyPr/>
                    <a:lstStyle/>
                    <a:p>
                      <a:r>
                        <a:rPr lang="en-US" sz="6000" b="0" dirty="0">
                          <a:solidFill>
                            <a:schemeClr val="accent3"/>
                          </a:solidFill>
                        </a:rPr>
                        <a:t>4</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577070"/>
                  </a:ext>
                </a:extLst>
              </a:tr>
              <a:tr h="1097280">
                <a:tc>
                  <a:txBody>
                    <a:bodyPr/>
                    <a:lstStyle/>
                    <a:p>
                      <a:r>
                        <a:rPr lang="en-US" sz="6000" b="0" dirty="0">
                          <a:solidFill>
                            <a:schemeClr val="accent3"/>
                          </a:solidFill>
                        </a:rPr>
                        <a:t>5</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58598"/>
                  </a:ext>
                </a:extLst>
              </a:tr>
            </a:tbl>
          </a:graphicData>
        </a:graphic>
      </p:graphicFrame>
      <p:sp>
        <p:nvSpPr>
          <p:cNvPr id="2" name="Title 1">
            <a:extLst>
              <a:ext uri="{FF2B5EF4-FFF2-40B4-BE49-F238E27FC236}">
                <a16:creationId xmlns:a16="http://schemas.microsoft.com/office/drawing/2014/main" id="{D5ED966B-05E2-B774-0E7C-770128BDAF8A}"/>
              </a:ext>
            </a:extLst>
          </p:cNvPr>
          <p:cNvSpPr>
            <a:spLocks noGrp="1"/>
          </p:cNvSpPr>
          <p:nvPr>
            <p:ph type="title"/>
          </p:nvPr>
        </p:nvSpPr>
        <p:spPr>
          <a:xfrm>
            <a:off x="365760" y="365760"/>
            <a:ext cx="10958513" cy="504000"/>
          </a:xfrm>
        </p:spPr>
        <p:txBody>
          <a:bodyPr/>
          <a:lstStyle/>
          <a:p>
            <a:r>
              <a:rPr lang="en-US" b="1" u="sng" dirty="0"/>
              <a:t>TABLE</a:t>
            </a:r>
            <a:r>
              <a:rPr lang="en-US" dirty="0"/>
              <a:t> OF CONTENTS</a:t>
            </a:r>
          </a:p>
        </p:txBody>
      </p:sp>
      <p:sp>
        <p:nvSpPr>
          <p:cNvPr id="10" name="Text Placeholder 9">
            <a:extLst>
              <a:ext uri="{FF2B5EF4-FFF2-40B4-BE49-F238E27FC236}">
                <a16:creationId xmlns:a16="http://schemas.microsoft.com/office/drawing/2014/main" id="{78865EE3-DAA2-5F89-52E9-E6E55BAFD88D}"/>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9" name="Text Placeholder 8">
            <a:extLst>
              <a:ext uri="{FF2B5EF4-FFF2-40B4-BE49-F238E27FC236}">
                <a16:creationId xmlns:a16="http://schemas.microsoft.com/office/drawing/2014/main" id="{B5494258-3021-F416-6EE3-C238C28A3414}"/>
              </a:ext>
            </a:extLst>
          </p:cNvPr>
          <p:cNvSpPr>
            <a:spLocks noGrp="1"/>
          </p:cNvSpPr>
          <p:nvPr>
            <p:ph type="body" sz="quarter" idx="14"/>
          </p:nvPr>
        </p:nvSpPr>
        <p:spPr>
          <a:xfrm>
            <a:off x="274320" y="6035040"/>
            <a:ext cx="10058400" cy="234765"/>
          </a:xfrm>
        </p:spPr>
        <p:txBody>
          <a:bodyPr/>
          <a:lstStyle/>
          <a:p>
            <a:endParaRPr lang="en-US" dirty="0"/>
          </a:p>
        </p:txBody>
      </p:sp>
    </p:spTree>
    <p:extLst>
      <p:ext uri="{BB962C8B-B14F-4D97-AF65-F5344CB8AC3E}">
        <p14:creationId xmlns:p14="http://schemas.microsoft.com/office/powerpoint/2010/main" val="19182015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Placeholder 5">
            <a:extLst>
              <a:ext uri="{FF2B5EF4-FFF2-40B4-BE49-F238E27FC236}">
                <a16:creationId xmlns:a16="http://schemas.microsoft.com/office/drawing/2014/main" id="{DBA7F575-B1AF-6856-32E9-5B5ACFA6B68B}"/>
              </a:ext>
            </a:extLst>
          </p:cNvPr>
          <p:cNvGraphicFramePr>
            <a:graphicFrameLocks noGrp="1"/>
          </p:cNvGraphicFramePr>
          <p:nvPr>
            <p:ph type="tbl" sz="quarter" idx="10"/>
            <p:extLst>
              <p:ext uri="{D42A27DB-BD31-4B8C-83A1-F6EECF244321}">
                <p14:modId xmlns:p14="http://schemas.microsoft.com/office/powerpoint/2010/main" val="2542361208"/>
              </p:ext>
            </p:extLst>
          </p:nvPr>
        </p:nvGraphicFramePr>
        <p:xfrm>
          <a:off x="912813" y="2331720"/>
          <a:ext cx="4846320" cy="21945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510455361"/>
                    </a:ext>
                  </a:extLst>
                </a:gridCol>
                <a:gridCol w="3931920">
                  <a:extLst>
                    <a:ext uri="{9D8B030D-6E8A-4147-A177-3AD203B41FA5}">
                      <a16:colId xmlns:a16="http://schemas.microsoft.com/office/drawing/2014/main" val="955423646"/>
                    </a:ext>
                  </a:extLst>
                </a:gridCol>
              </a:tblGrid>
              <a:tr h="1097280">
                <a:tc>
                  <a:txBody>
                    <a:bodyPr/>
                    <a:lstStyle/>
                    <a:p>
                      <a:r>
                        <a:rPr lang="en-US" sz="6000" b="0" dirty="0">
                          <a:solidFill>
                            <a:schemeClr val="accent3"/>
                          </a:solidFill>
                        </a:rPr>
                        <a:t>1</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0082582"/>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0" dirty="0">
                          <a:solidFill>
                            <a:schemeClr val="accent3"/>
                          </a:solidFill>
                        </a:rPr>
                        <a:t>2</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605105"/>
                  </a:ext>
                </a:extLst>
              </a:tr>
            </a:tbl>
          </a:graphicData>
        </a:graphic>
      </p:graphicFrame>
      <p:graphicFrame>
        <p:nvGraphicFramePr>
          <p:cNvPr id="7" name="Table Placeholder 6">
            <a:extLst>
              <a:ext uri="{FF2B5EF4-FFF2-40B4-BE49-F238E27FC236}">
                <a16:creationId xmlns:a16="http://schemas.microsoft.com/office/drawing/2014/main" id="{EC0E9DE5-D0A3-D60B-9FF9-836E78DAE273}"/>
              </a:ext>
            </a:extLst>
          </p:cNvPr>
          <p:cNvGraphicFramePr>
            <a:graphicFrameLocks noGrp="1"/>
          </p:cNvGraphicFramePr>
          <p:nvPr>
            <p:ph type="tbl" sz="quarter" idx="41"/>
            <p:extLst>
              <p:ext uri="{D42A27DB-BD31-4B8C-83A1-F6EECF244321}">
                <p14:modId xmlns:p14="http://schemas.microsoft.com/office/powerpoint/2010/main" val="3918572112"/>
              </p:ext>
            </p:extLst>
          </p:nvPr>
        </p:nvGraphicFramePr>
        <p:xfrm>
          <a:off x="6311900" y="2331720"/>
          <a:ext cx="4846320" cy="21945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766254196"/>
                    </a:ext>
                  </a:extLst>
                </a:gridCol>
                <a:gridCol w="3931920">
                  <a:extLst>
                    <a:ext uri="{9D8B030D-6E8A-4147-A177-3AD203B41FA5}">
                      <a16:colId xmlns:a16="http://schemas.microsoft.com/office/drawing/2014/main" val="3442310601"/>
                    </a:ext>
                  </a:extLst>
                </a:gridCol>
              </a:tblGrid>
              <a:tr h="1097280">
                <a:tc>
                  <a:txBody>
                    <a:bodyPr/>
                    <a:lstStyle/>
                    <a:p>
                      <a:r>
                        <a:rPr lang="en-US" sz="6000" b="0" dirty="0">
                          <a:solidFill>
                            <a:schemeClr val="accent3"/>
                          </a:solidFill>
                        </a:rPr>
                        <a:t>3</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dirty="0">
                          <a:solidFill>
                            <a:schemeClr val="tx1"/>
                          </a:solidFill>
                        </a:rPr>
                        <a:t>Add Topic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2577070"/>
                  </a:ext>
                </a:extLst>
              </a:tr>
              <a:tr h="1097280">
                <a:tc>
                  <a:txBody>
                    <a:bodyPr/>
                    <a:lstStyle/>
                    <a:p>
                      <a:r>
                        <a:rPr lang="en-US" sz="6000" b="0" dirty="0">
                          <a:solidFill>
                            <a:schemeClr val="accent3"/>
                          </a:solidFill>
                        </a:rPr>
                        <a:t>4</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58598"/>
                  </a:ext>
                </a:extLst>
              </a:tr>
            </a:tbl>
          </a:graphicData>
        </a:graphic>
      </p:graphicFrame>
      <p:sp>
        <p:nvSpPr>
          <p:cNvPr id="2" name="Title 1">
            <a:extLst>
              <a:ext uri="{FF2B5EF4-FFF2-40B4-BE49-F238E27FC236}">
                <a16:creationId xmlns:a16="http://schemas.microsoft.com/office/drawing/2014/main" id="{D5ED966B-05E2-B774-0E7C-770128BDAF8A}"/>
              </a:ext>
            </a:extLst>
          </p:cNvPr>
          <p:cNvSpPr>
            <a:spLocks noGrp="1"/>
          </p:cNvSpPr>
          <p:nvPr>
            <p:ph type="title"/>
          </p:nvPr>
        </p:nvSpPr>
        <p:spPr>
          <a:xfrm>
            <a:off x="365760" y="365760"/>
            <a:ext cx="10958513" cy="504000"/>
          </a:xfrm>
        </p:spPr>
        <p:txBody>
          <a:bodyPr/>
          <a:lstStyle/>
          <a:p>
            <a:r>
              <a:rPr lang="en-US" b="1" u="sng" dirty="0"/>
              <a:t>TABLE</a:t>
            </a:r>
            <a:r>
              <a:rPr lang="en-US" dirty="0"/>
              <a:t> OF CONTENTS</a:t>
            </a:r>
          </a:p>
        </p:txBody>
      </p:sp>
      <p:sp>
        <p:nvSpPr>
          <p:cNvPr id="17" name="Text Placeholder 16">
            <a:extLst>
              <a:ext uri="{FF2B5EF4-FFF2-40B4-BE49-F238E27FC236}">
                <a16:creationId xmlns:a16="http://schemas.microsoft.com/office/drawing/2014/main" id="{E94FF69C-2284-5BC6-8412-9EAF6CB825BB}"/>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9" name="Text Placeholder 8">
            <a:extLst>
              <a:ext uri="{FF2B5EF4-FFF2-40B4-BE49-F238E27FC236}">
                <a16:creationId xmlns:a16="http://schemas.microsoft.com/office/drawing/2014/main" id="{E46CD842-8B6D-C163-6297-D8875FE8B8AB}"/>
              </a:ext>
            </a:extLst>
          </p:cNvPr>
          <p:cNvSpPr>
            <a:spLocks noGrp="1"/>
          </p:cNvSpPr>
          <p:nvPr>
            <p:ph type="body" sz="quarter" idx="14"/>
          </p:nvPr>
        </p:nvSpPr>
        <p:spPr>
          <a:xfrm>
            <a:off x="274320" y="6035040"/>
            <a:ext cx="10058400" cy="234765"/>
          </a:xfrm>
        </p:spPr>
        <p:txBody>
          <a:bodyPr/>
          <a:lstStyle/>
          <a:p>
            <a:endParaRPr lang="en-US" dirty="0"/>
          </a:p>
        </p:txBody>
      </p:sp>
    </p:spTree>
    <p:extLst>
      <p:ext uri="{BB962C8B-B14F-4D97-AF65-F5344CB8AC3E}">
        <p14:creationId xmlns:p14="http://schemas.microsoft.com/office/powerpoint/2010/main" val="13503733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3D0AB2-F631-43A5-AC44-D4F2C7B980E2}"/>
              </a:ext>
            </a:extLst>
          </p:cNvPr>
          <p:cNvSpPr>
            <a:spLocks noGrp="1"/>
          </p:cNvSpPr>
          <p:nvPr>
            <p:ph type="title"/>
          </p:nvPr>
        </p:nvSpPr>
        <p:spPr>
          <a:xfrm>
            <a:off x="365760" y="365760"/>
            <a:ext cx="10958513" cy="504000"/>
          </a:xfrm>
        </p:spPr>
        <p:txBody>
          <a:bodyPr/>
          <a:lstStyle/>
          <a:p>
            <a:r>
              <a:rPr lang="en-US" b="1" u="sng" dirty="0"/>
              <a:t>TABLE</a:t>
            </a:r>
            <a:r>
              <a:rPr lang="en-US" dirty="0"/>
              <a:t> OF CONTENTS</a:t>
            </a:r>
          </a:p>
        </p:txBody>
      </p:sp>
      <p:pic>
        <p:nvPicPr>
          <p:cNvPr id="8" name="Picture Placeholder 7">
            <a:extLst>
              <a:ext uri="{FF2B5EF4-FFF2-40B4-BE49-F238E27FC236}">
                <a16:creationId xmlns:a16="http://schemas.microsoft.com/office/drawing/2014/main" id="{EE19387A-458E-1C09-A7DA-848C3BD1581A}"/>
              </a:ext>
            </a:extLst>
          </p:cNvPr>
          <p:cNvPicPr>
            <a:picLocks noGrp="1" noChangeAspect="1"/>
          </p:cNvPicPr>
          <p:nvPr>
            <p:ph type="pic" sz="quarter" idx="18"/>
          </p:nvPr>
        </p:nvPicPr>
        <p:blipFill>
          <a:blip r:embed="rId3" cstate="screen">
            <a:extLst>
              <a:ext uri="{28A0092B-C50C-407E-A947-70E740481C1C}">
                <a14:useLocalDpi xmlns:a14="http://schemas.microsoft.com/office/drawing/2010/main"/>
              </a:ext>
            </a:extLst>
          </a:blip>
          <a:srcRect l="8469" r="8469"/>
          <a:stretch/>
        </p:blipFill>
        <p:spPr>
          <a:xfrm>
            <a:off x="0" y="1234440"/>
            <a:ext cx="5942012" cy="4531496"/>
          </a:xfrm>
        </p:spPr>
      </p:pic>
      <p:sp>
        <p:nvSpPr>
          <p:cNvPr id="9" name="Text Placeholder 8">
            <a:extLst>
              <a:ext uri="{FF2B5EF4-FFF2-40B4-BE49-F238E27FC236}">
                <a16:creationId xmlns:a16="http://schemas.microsoft.com/office/drawing/2014/main" id="{49720C82-9BB0-2F1F-E0B8-1C2DB378C269}"/>
              </a:ext>
            </a:extLst>
          </p:cNvPr>
          <p:cNvSpPr>
            <a:spLocks noGrp="1"/>
          </p:cNvSpPr>
          <p:nvPr>
            <p:ph type="body" sz="quarter" idx="16"/>
          </p:nvPr>
        </p:nvSpPr>
        <p:spPr>
          <a:xfrm>
            <a:off x="274320" y="6309360"/>
            <a:ext cx="2286000" cy="234765"/>
          </a:xfrm>
        </p:spPr>
        <p:txBody>
          <a:bodyPr/>
          <a:lstStyle/>
          <a:p>
            <a:r>
              <a:rPr lang="en-US" dirty="0"/>
              <a:t>CONFIDENTIAL</a:t>
            </a:r>
          </a:p>
        </p:txBody>
      </p:sp>
      <p:graphicFrame>
        <p:nvGraphicFramePr>
          <p:cNvPr id="22" name="Table Placeholder 21">
            <a:extLst>
              <a:ext uri="{FF2B5EF4-FFF2-40B4-BE49-F238E27FC236}">
                <a16:creationId xmlns:a16="http://schemas.microsoft.com/office/drawing/2014/main" id="{4352F7C4-968C-6A7D-BD66-9EA565CC5DA4}"/>
              </a:ext>
            </a:extLst>
          </p:cNvPr>
          <p:cNvGraphicFramePr>
            <a:graphicFrameLocks noGrp="1"/>
          </p:cNvGraphicFramePr>
          <p:nvPr>
            <p:ph type="tbl" sz="quarter" idx="41"/>
            <p:extLst>
              <p:ext uri="{D42A27DB-BD31-4B8C-83A1-F6EECF244321}">
                <p14:modId xmlns:p14="http://schemas.microsoft.com/office/powerpoint/2010/main" val="1754734848"/>
              </p:ext>
            </p:extLst>
          </p:nvPr>
        </p:nvGraphicFramePr>
        <p:xfrm>
          <a:off x="6311900" y="1235075"/>
          <a:ext cx="4846320" cy="43891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654362577"/>
                    </a:ext>
                  </a:extLst>
                </a:gridCol>
                <a:gridCol w="3931920">
                  <a:extLst>
                    <a:ext uri="{9D8B030D-6E8A-4147-A177-3AD203B41FA5}">
                      <a16:colId xmlns:a16="http://schemas.microsoft.com/office/drawing/2014/main" val="3411084477"/>
                    </a:ext>
                  </a:extLst>
                </a:gridCol>
              </a:tblGrid>
              <a:tr h="1097280">
                <a:tc>
                  <a:txBody>
                    <a:bodyPr/>
                    <a:lstStyle/>
                    <a:p>
                      <a:r>
                        <a:rPr lang="en-US" sz="6000" b="0" dirty="0">
                          <a:solidFill>
                            <a:schemeClr val="accent3"/>
                          </a:solidFill>
                        </a:rPr>
                        <a:t>1</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noFill/>
                  </a:tcPr>
                </a:tc>
                <a:extLst>
                  <a:ext uri="{0D108BD9-81ED-4DB2-BD59-A6C34878D82A}">
                    <a16:rowId xmlns:a16="http://schemas.microsoft.com/office/drawing/2014/main" val="2544469205"/>
                  </a:ext>
                </a:extLst>
              </a:tr>
              <a:tr h="1097280">
                <a:tc>
                  <a:txBody>
                    <a:bodyPr/>
                    <a:lstStyle/>
                    <a:p>
                      <a:r>
                        <a:rPr lang="en-US" sz="6000" dirty="0">
                          <a:solidFill>
                            <a:schemeClr val="accent3"/>
                          </a:solidFill>
                        </a:rPr>
                        <a:t>2</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noFill/>
                  </a:tcPr>
                </a:tc>
                <a:extLst>
                  <a:ext uri="{0D108BD9-81ED-4DB2-BD59-A6C34878D82A}">
                    <a16:rowId xmlns:a16="http://schemas.microsoft.com/office/drawing/2014/main" val="3444567212"/>
                  </a:ext>
                </a:extLst>
              </a:tr>
              <a:tr h="1097280">
                <a:tc>
                  <a:txBody>
                    <a:bodyPr/>
                    <a:lstStyle/>
                    <a:p>
                      <a:r>
                        <a:rPr lang="en-US" sz="6000" dirty="0">
                          <a:solidFill>
                            <a:schemeClr val="accent3"/>
                          </a:solidFill>
                        </a:rPr>
                        <a:t>3</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noFill/>
                  </a:tcPr>
                </a:tc>
                <a:extLst>
                  <a:ext uri="{0D108BD9-81ED-4DB2-BD59-A6C34878D82A}">
                    <a16:rowId xmlns:a16="http://schemas.microsoft.com/office/drawing/2014/main" val="2330654489"/>
                  </a:ext>
                </a:extLst>
              </a:tr>
              <a:tr h="1097280">
                <a:tc>
                  <a:txBody>
                    <a:bodyPr/>
                    <a:lstStyle/>
                    <a:p>
                      <a:r>
                        <a:rPr lang="en-US" sz="6000" dirty="0">
                          <a:solidFill>
                            <a:schemeClr val="accent3"/>
                          </a:solidFill>
                        </a:rPr>
                        <a:t>4</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Add Topic Here.</a:t>
                      </a:r>
                    </a:p>
                  </a:txBody>
                  <a:tcPr anchor="ctr">
                    <a:noFill/>
                  </a:tcPr>
                </a:tc>
                <a:extLst>
                  <a:ext uri="{0D108BD9-81ED-4DB2-BD59-A6C34878D82A}">
                    <a16:rowId xmlns:a16="http://schemas.microsoft.com/office/drawing/2014/main" val="2563980795"/>
                  </a:ext>
                </a:extLst>
              </a:tr>
            </a:tbl>
          </a:graphicData>
        </a:graphic>
      </p:graphicFrame>
      <p:sp>
        <p:nvSpPr>
          <p:cNvPr id="58" name="Text Placeholder 57">
            <a:extLst>
              <a:ext uri="{FF2B5EF4-FFF2-40B4-BE49-F238E27FC236}">
                <a16:creationId xmlns:a16="http://schemas.microsoft.com/office/drawing/2014/main" id="{876D15F2-45E8-A548-ABE7-FFFF45151C41}"/>
              </a:ext>
            </a:extLst>
          </p:cNvPr>
          <p:cNvSpPr>
            <a:spLocks noGrp="1"/>
          </p:cNvSpPr>
          <p:nvPr>
            <p:ph type="body" sz="quarter" idx="14"/>
          </p:nvPr>
        </p:nvSpPr>
        <p:spPr>
          <a:xfrm>
            <a:off x="274320" y="6035040"/>
            <a:ext cx="10058400" cy="234765"/>
          </a:xfrm>
        </p:spPr>
        <p:txBody>
          <a:bodyPr/>
          <a:lstStyle/>
          <a:p>
            <a:endParaRPr lang="en-US" dirty="0"/>
          </a:p>
        </p:txBody>
      </p:sp>
    </p:spTree>
    <p:extLst>
      <p:ext uri="{BB962C8B-B14F-4D97-AF65-F5344CB8AC3E}">
        <p14:creationId xmlns:p14="http://schemas.microsoft.com/office/powerpoint/2010/main" val="19045351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996FC-CEC0-0DF7-741D-B07E58B80550}"/>
            </a:ext>
          </a:extLst>
        </p:cNvPr>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FCCD45A4-4CD2-00A0-7019-B3E4C12BD862}"/>
              </a:ext>
            </a:extLst>
          </p:cNvPr>
          <p:cNvGraphicFramePr>
            <a:graphicFrameLocks noGrp="1"/>
          </p:cNvGraphicFramePr>
          <p:nvPr>
            <p:ph type="tbl" sz="quarter" idx="10"/>
            <p:extLst>
              <p:ext uri="{D42A27DB-BD31-4B8C-83A1-F6EECF244321}">
                <p14:modId xmlns:p14="http://schemas.microsoft.com/office/powerpoint/2010/main" val="2552114470"/>
              </p:ext>
            </p:extLst>
          </p:nvPr>
        </p:nvGraphicFramePr>
        <p:xfrm>
          <a:off x="2209800" y="1783080"/>
          <a:ext cx="7772400" cy="32918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131761372"/>
                    </a:ext>
                  </a:extLst>
                </a:gridCol>
                <a:gridCol w="6858000">
                  <a:extLst>
                    <a:ext uri="{9D8B030D-6E8A-4147-A177-3AD203B41FA5}">
                      <a16:colId xmlns:a16="http://schemas.microsoft.com/office/drawing/2014/main" val="1976493324"/>
                    </a:ext>
                  </a:extLst>
                </a:gridCol>
              </a:tblGrid>
              <a:tr h="1097280">
                <a:tc>
                  <a:txBody>
                    <a:bodyPr/>
                    <a:lstStyle/>
                    <a:p>
                      <a:r>
                        <a:rPr lang="en-US" sz="6000" b="0" dirty="0">
                          <a:solidFill>
                            <a:schemeClr val="accent3"/>
                          </a:solidFill>
                        </a:rPr>
                        <a:t>1</a:t>
                      </a:r>
                    </a:p>
                  </a:txBody>
                  <a:tcPr marT="91440" marB="91440"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sz="1800" b="0" dirty="0">
                          <a:solidFill>
                            <a:schemeClr val="tx1"/>
                          </a:solidFill>
                        </a:rPr>
                        <a:t>Add Topic Here and Place Table in the Center of the Slide.</a:t>
                      </a:r>
                    </a:p>
                  </a:txBody>
                  <a:tcPr marT="91440" marB="91440"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0742799"/>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0" dirty="0">
                          <a:solidFill>
                            <a:schemeClr val="accent3"/>
                          </a:solidFill>
                        </a:rPr>
                        <a:t>2</a:t>
                      </a:r>
                    </a:p>
                  </a:txBody>
                  <a:tcPr marT="91440" marB="91440"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sz="1800" b="0" dirty="0">
                          <a:solidFill>
                            <a:schemeClr val="tx1"/>
                          </a:solidFill>
                        </a:rPr>
                        <a:t>Add Topic Here and Place Table in the Center of the Slide.</a:t>
                      </a:r>
                    </a:p>
                  </a:txBody>
                  <a:tcPr marT="91440" marB="91440"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58102"/>
                  </a:ext>
                </a:extLst>
              </a:tr>
              <a:tr h="1097280">
                <a:tc>
                  <a:txBody>
                    <a:bodyPr/>
                    <a:lstStyle/>
                    <a:p>
                      <a:r>
                        <a:rPr lang="en-US" sz="6000" dirty="0">
                          <a:solidFill>
                            <a:schemeClr val="accent3"/>
                          </a:solidFill>
                        </a:rPr>
                        <a:t>3</a:t>
                      </a:r>
                    </a:p>
                  </a:txBody>
                  <a:tcPr marT="91440" marB="91440"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sz="1800" b="0" dirty="0">
                          <a:solidFill>
                            <a:schemeClr val="tx1"/>
                          </a:solidFill>
                        </a:rPr>
                        <a:t>Add Topic Here and Place Table in the Center of the Slide.</a:t>
                      </a:r>
                    </a:p>
                  </a:txBody>
                  <a:tcPr marT="91440" marB="91440"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9938256"/>
                  </a:ext>
                </a:extLst>
              </a:tr>
            </a:tbl>
          </a:graphicData>
        </a:graphic>
      </p:graphicFrame>
      <p:sp>
        <p:nvSpPr>
          <p:cNvPr id="2" name="Title 1">
            <a:extLst>
              <a:ext uri="{FF2B5EF4-FFF2-40B4-BE49-F238E27FC236}">
                <a16:creationId xmlns:a16="http://schemas.microsoft.com/office/drawing/2014/main" id="{3BC001D2-D499-14AF-8553-690C739C4EF6}"/>
              </a:ext>
            </a:extLst>
          </p:cNvPr>
          <p:cNvSpPr>
            <a:spLocks noGrp="1"/>
          </p:cNvSpPr>
          <p:nvPr>
            <p:ph type="title"/>
          </p:nvPr>
        </p:nvSpPr>
        <p:spPr>
          <a:xfrm>
            <a:off x="365760" y="365760"/>
            <a:ext cx="10958513" cy="504000"/>
          </a:xfrm>
        </p:spPr>
        <p:txBody>
          <a:bodyPr/>
          <a:lstStyle/>
          <a:p>
            <a:r>
              <a:rPr lang="en-US" b="1" u="sng" dirty="0"/>
              <a:t>TABLE</a:t>
            </a:r>
            <a:r>
              <a:rPr lang="en-US" dirty="0"/>
              <a:t> OF CONTENTS</a:t>
            </a:r>
          </a:p>
        </p:txBody>
      </p:sp>
      <p:sp>
        <p:nvSpPr>
          <p:cNvPr id="35" name="Text Placeholder 34">
            <a:extLst>
              <a:ext uri="{FF2B5EF4-FFF2-40B4-BE49-F238E27FC236}">
                <a16:creationId xmlns:a16="http://schemas.microsoft.com/office/drawing/2014/main" id="{D249C700-092F-27FA-0EE7-BB7D357C4EED}"/>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34" name="Text Placeholder 33">
            <a:extLst>
              <a:ext uri="{FF2B5EF4-FFF2-40B4-BE49-F238E27FC236}">
                <a16:creationId xmlns:a16="http://schemas.microsoft.com/office/drawing/2014/main" id="{DBB395F8-282E-F472-1A71-2172D0EBC22A}"/>
              </a:ext>
            </a:extLst>
          </p:cNvPr>
          <p:cNvSpPr>
            <a:spLocks noGrp="1"/>
          </p:cNvSpPr>
          <p:nvPr>
            <p:ph type="body" sz="quarter" idx="14"/>
          </p:nvPr>
        </p:nvSpPr>
        <p:spPr>
          <a:xfrm>
            <a:off x="274320" y="6035040"/>
            <a:ext cx="10058400" cy="234765"/>
          </a:xfrm>
        </p:spPr>
        <p:txBody>
          <a:bodyPr/>
          <a:lstStyle/>
          <a:p>
            <a:endParaRPr lang="en-US" dirty="0"/>
          </a:p>
        </p:txBody>
      </p:sp>
    </p:spTree>
    <p:extLst>
      <p:ext uri="{BB962C8B-B14F-4D97-AF65-F5344CB8AC3E}">
        <p14:creationId xmlns:p14="http://schemas.microsoft.com/office/powerpoint/2010/main" val="14936797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996FC-CEC0-0DF7-741D-B07E58B80550}"/>
            </a:ext>
          </a:extLst>
        </p:cNvPr>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FCCD45A4-4CD2-00A0-7019-B3E4C12BD862}"/>
              </a:ext>
            </a:extLst>
          </p:cNvPr>
          <p:cNvGraphicFramePr>
            <a:graphicFrameLocks noGrp="1"/>
          </p:cNvGraphicFramePr>
          <p:nvPr>
            <p:ph type="tbl" sz="quarter" idx="10"/>
            <p:extLst>
              <p:ext uri="{D42A27DB-BD31-4B8C-83A1-F6EECF244321}">
                <p14:modId xmlns:p14="http://schemas.microsoft.com/office/powerpoint/2010/main" val="4158298456"/>
              </p:ext>
            </p:extLst>
          </p:nvPr>
        </p:nvGraphicFramePr>
        <p:xfrm>
          <a:off x="2209800" y="2331720"/>
          <a:ext cx="7772400" cy="21945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131761372"/>
                    </a:ext>
                  </a:extLst>
                </a:gridCol>
                <a:gridCol w="6858000">
                  <a:extLst>
                    <a:ext uri="{9D8B030D-6E8A-4147-A177-3AD203B41FA5}">
                      <a16:colId xmlns:a16="http://schemas.microsoft.com/office/drawing/2014/main" val="1976493324"/>
                    </a:ext>
                  </a:extLst>
                </a:gridCol>
              </a:tblGrid>
              <a:tr h="1097280">
                <a:tc>
                  <a:txBody>
                    <a:bodyPr/>
                    <a:lstStyle/>
                    <a:p>
                      <a:r>
                        <a:rPr lang="en-US" sz="6000" b="0" dirty="0">
                          <a:solidFill>
                            <a:schemeClr val="accent3"/>
                          </a:solidFill>
                        </a:rPr>
                        <a:t>1</a:t>
                      </a:r>
                    </a:p>
                  </a:txBody>
                  <a:tcPr marT="91440" marB="91440"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sz="1800" b="0" dirty="0">
                          <a:solidFill>
                            <a:schemeClr val="tx1"/>
                          </a:solidFill>
                        </a:rPr>
                        <a:t>Add Topic Here and Place Table in the Center of the Slide.</a:t>
                      </a:r>
                    </a:p>
                  </a:txBody>
                  <a:tcPr marT="91440" marB="91440"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0742799"/>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0" b="0" dirty="0">
                          <a:solidFill>
                            <a:schemeClr val="accent3"/>
                          </a:solidFill>
                        </a:rPr>
                        <a:t>2</a:t>
                      </a:r>
                    </a:p>
                  </a:txBody>
                  <a:tcPr marT="91440" marB="91440"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sz="1800" b="0" dirty="0">
                          <a:solidFill>
                            <a:schemeClr val="tx1"/>
                          </a:solidFill>
                        </a:rPr>
                        <a:t>Add Topic Here and Place Table in the Center of the Slide.</a:t>
                      </a:r>
                    </a:p>
                  </a:txBody>
                  <a:tcPr marT="91440" marB="91440"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58102"/>
                  </a:ext>
                </a:extLst>
              </a:tr>
            </a:tbl>
          </a:graphicData>
        </a:graphic>
      </p:graphicFrame>
      <p:sp>
        <p:nvSpPr>
          <p:cNvPr id="2" name="Title 1">
            <a:extLst>
              <a:ext uri="{FF2B5EF4-FFF2-40B4-BE49-F238E27FC236}">
                <a16:creationId xmlns:a16="http://schemas.microsoft.com/office/drawing/2014/main" id="{3BC001D2-D499-14AF-8553-690C739C4EF6}"/>
              </a:ext>
            </a:extLst>
          </p:cNvPr>
          <p:cNvSpPr>
            <a:spLocks noGrp="1"/>
          </p:cNvSpPr>
          <p:nvPr>
            <p:ph type="title"/>
          </p:nvPr>
        </p:nvSpPr>
        <p:spPr>
          <a:xfrm>
            <a:off x="365760" y="365760"/>
            <a:ext cx="10958513" cy="504000"/>
          </a:xfrm>
        </p:spPr>
        <p:txBody>
          <a:bodyPr/>
          <a:lstStyle/>
          <a:p>
            <a:r>
              <a:rPr lang="en-US" b="1" u="sng" dirty="0"/>
              <a:t>TABLE</a:t>
            </a:r>
            <a:r>
              <a:rPr lang="en-US" dirty="0"/>
              <a:t> OF CONTENTS</a:t>
            </a:r>
          </a:p>
        </p:txBody>
      </p:sp>
      <p:sp>
        <p:nvSpPr>
          <p:cNvPr id="9" name="Text Placeholder 8">
            <a:extLst>
              <a:ext uri="{FF2B5EF4-FFF2-40B4-BE49-F238E27FC236}">
                <a16:creationId xmlns:a16="http://schemas.microsoft.com/office/drawing/2014/main" id="{0F7E8E92-14D5-4C66-A838-D92D199FEC67}"/>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8" name="Text Placeholder 7">
            <a:extLst>
              <a:ext uri="{FF2B5EF4-FFF2-40B4-BE49-F238E27FC236}">
                <a16:creationId xmlns:a16="http://schemas.microsoft.com/office/drawing/2014/main" id="{B57BCF63-BCC2-11CC-6AC4-4F92D9B863C4}"/>
              </a:ext>
            </a:extLst>
          </p:cNvPr>
          <p:cNvSpPr>
            <a:spLocks noGrp="1"/>
          </p:cNvSpPr>
          <p:nvPr>
            <p:ph type="body" sz="quarter" idx="14"/>
          </p:nvPr>
        </p:nvSpPr>
        <p:spPr>
          <a:xfrm>
            <a:off x="274320" y="6035040"/>
            <a:ext cx="10058400" cy="234765"/>
          </a:xfrm>
        </p:spPr>
        <p:txBody>
          <a:bodyPr/>
          <a:lstStyle/>
          <a:p>
            <a:endParaRPr lang="en-US" dirty="0"/>
          </a:p>
        </p:txBody>
      </p:sp>
    </p:spTree>
    <p:extLst>
      <p:ext uri="{BB962C8B-B14F-4D97-AF65-F5344CB8AC3E}">
        <p14:creationId xmlns:p14="http://schemas.microsoft.com/office/powerpoint/2010/main" val="370754387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432437-6F6E-C266-3DF3-51AAB3DD298E}"/>
              </a:ext>
            </a:extLst>
          </p:cNvPr>
          <p:cNvSpPr>
            <a:spLocks noGrp="1"/>
          </p:cNvSpPr>
          <p:nvPr>
            <p:ph type="body" sz="quarter" idx="12"/>
          </p:nvPr>
        </p:nvSpPr>
        <p:spPr>
          <a:xfrm>
            <a:off x="3657600" y="2048256"/>
            <a:ext cx="5349240" cy="1581912"/>
          </a:xfrm>
        </p:spPr>
        <p:txBody>
          <a:bodyPr/>
          <a:lstStyle/>
          <a:p>
            <a:r>
              <a:rPr lang="en-US" dirty="0">
                <a:sym typeface="Century Gothic" panose="020B0502020202020204" pitchFamily="34" charset="0"/>
              </a:rPr>
              <a:t>Add content here sentence case.</a:t>
            </a:r>
          </a:p>
          <a:p>
            <a:pPr lvl="1"/>
            <a:r>
              <a:rPr lang="en-US" dirty="0">
                <a:sym typeface="Century Gothic" panose="020B0502020202020204" pitchFamily="34" charset="0"/>
              </a:rPr>
              <a:t>Include supporting details and swap out the icon so that the visual matches the message. Icons found at the end of this deck.</a:t>
            </a:r>
          </a:p>
        </p:txBody>
      </p:sp>
      <p:sp>
        <p:nvSpPr>
          <p:cNvPr id="4" name="Text Placeholder 3">
            <a:extLst>
              <a:ext uri="{FF2B5EF4-FFF2-40B4-BE49-F238E27FC236}">
                <a16:creationId xmlns:a16="http://schemas.microsoft.com/office/drawing/2014/main" id="{EE7B2AFF-7D13-8035-D08B-F6466875025E}"/>
              </a:ext>
            </a:extLst>
          </p:cNvPr>
          <p:cNvSpPr>
            <a:spLocks noGrp="1"/>
          </p:cNvSpPr>
          <p:nvPr>
            <p:ph type="body" sz="quarter" idx="15"/>
          </p:nvPr>
        </p:nvSpPr>
        <p:spPr>
          <a:xfrm>
            <a:off x="3657600" y="3950208"/>
            <a:ext cx="5349240" cy="1581912"/>
          </a:xfrm>
        </p:spPr>
        <p:txBody>
          <a:bodyPr/>
          <a:lstStyle/>
          <a:p>
            <a:r>
              <a:rPr lang="en-US" dirty="0">
                <a:sym typeface="Century Gothic" panose="020B0502020202020204" pitchFamily="34" charset="0"/>
              </a:rPr>
              <a:t>Add content here sentence case.</a:t>
            </a:r>
          </a:p>
          <a:p>
            <a:pPr lvl="1"/>
            <a:r>
              <a:rPr lang="en-US" dirty="0">
                <a:sym typeface="Century Gothic" panose="020B0502020202020204" pitchFamily="34" charset="0"/>
              </a:rPr>
              <a:t>Include supporting details and swap out the icon so that the visual matches the message. Icons found at the end of this deck.</a:t>
            </a:r>
          </a:p>
        </p:txBody>
      </p:sp>
      <p:sp>
        <p:nvSpPr>
          <p:cNvPr id="11" name="Title 12">
            <a:extLst>
              <a:ext uri="{FF2B5EF4-FFF2-40B4-BE49-F238E27FC236}">
                <a16:creationId xmlns:a16="http://schemas.microsoft.com/office/drawing/2014/main" id="{E6C514BB-8538-8604-252C-C9A743C424E2}"/>
              </a:ext>
            </a:extLst>
          </p:cNvPr>
          <p:cNvSpPr>
            <a:spLocks noGrp="1"/>
          </p:cNvSpPr>
          <p:nvPr>
            <p:ph type="title"/>
          </p:nvPr>
        </p:nvSpPr>
        <p:spPr>
          <a:xfrm>
            <a:off x="365760" y="365760"/>
            <a:ext cx="10958513" cy="504000"/>
          </a:xfrm>
        </p:spPr>
        <p:txBody>
          <a:bodyPr/>
          <a:lstStyle/>
          <a:p>
            <a:r>
              <a:rPr lang="en-GB" b="1" u="sng" dirty="0">
                <a:sym typeface="Century Gothic" panose="020B0502020202020204" pitchFamily="34" charset="0"/>
              </a:rPr>
              <a:t>ICON</a:t>
            </a:r>
            <a:r>
              <a:rPr lang="en-GB" dirty="0">
                <a:sym typeface="Century Gothic" panose="020B0502020202020204" pitchFamily="34" charset="0"/>
              </a:rPr>
              <a:t> CONTENT HEADER EXAMPLE</a:t>
            </a:r>
          </a:p>
        </p:txBody>
      </p:sp>
      <p:sp>
        <p:nvSpPr>
          <p:cNvPr id="12" name="Text Placeholder 50">
            <a:extLst>
              <a:ext uri="{FF2B5EF4-FFF2-40B4-BE49-F238E27FC236}">
                <a16:creationId xmlns:a16="http://schemas.microsoft.com/office/drawing/2014/main" id="{13B9A7B5-2F84-1E3A-CB63-3342ACF099B0}"/>
              </a:ext>
            </a:extLst>
          </p:cNvPr>
          <p:cNvSpPr>
            <a:spLocks noGrp="1"/>
          </p:cNvSpPr>
          <p:nvPr>
            <p:ph type="body" sz="quarter" idx="13"/>
          </p:nvPr>
        </p:nvSpPr>
        <p:spPr>
          <a:xfrm>
            <a:off x="365760" y="1097280"/>
            <a:ext cx="10956970" cy="360000"/>
          </a:xfrm>
        </p:spPr>
        <p:txBody>
          <a:bodyPr/>
          <a:lstStyle/>
          <a:p>
            <a:r>
              <a:rPr lang="en-GB" dirty="0">
                <a:sym typeface="Century Gothic" panose="020B0502020202020204" pitchFamily="34" charset="0"/>
              </a:rPr>
              <a:t>Subtitle example</a:t>
            </a:r>
          </a:p>
        </p:txBody>
      </p:sp>
      <p:sp>
        <p:nvSpPr>
          <p:cNvPr id="57" name="Text Placeholder 56">
            <a:extLst>
              <a:ext uri="{FF2B5EF4-FFF2-40B4-BE49-F238E27FC236}">
                <a16:creationId xmlns:a16="http://schemas.microsoft.com/office/drawing/2014/main" id="{172DD900-D953-D1E6-1C80-307D243C4753}"/>
              </a:ext>
            </a:extLst>
          </p:cNvPr>
          <p:cNvSpPr>
            <a:spLocks noGrp="1"/>
          </p:cNvSpPr>
          <p:nvPr>
            <p:ph type="body" sz="quarter" idx="16"/>
          </p:nvPr>
        </p:nvSpPr>
        <p:spPr>
          <a:xfrm>
            <a:off x="274320" y="6309360"/>
            <a:ext cx="2286000" cy="234765"/>
          </a:xfrm>
        </p:spPr>
        <p:txBody>
          <a:bodyPr/>
          <a:lstStyle/>
          <a:p>
            <a:r>
              <a:rPr lang="en-US" dirty="0"/>
              <a:t>CONFIDENTIAL</a:t>
            </a:r>
          </a:p>
        </p:txBody>
      </p:sp>
      <p:sp>
        <p:nvSpPr>
          <p:cNvPr id="38" name="Text Placeholder 37">
            <a:extLst>
              <a:ext uri="{FF2B5EF4-FFF2-40B4-BE49-F238E27FC236}">
                <a16:creationId xmlns:a16="http://schemas.microsoft.com/office/drawing/2014/main" id="{9BA85D00-B678-E29A-ADC3-C2DF6ED855E5}"/>
              </a:ext>
            </a:extLst>
          </p:cNvPr>
          <p:cNvSpPr>
            <a:spLocks noGrp="1"/>
          </p:cNvSpPr>
          <p:nvPr>
            <p:ph type="body" sz="quarter" idx="14"/>
          </p:nvPr>
        </p:nvSpPr>
        <p:spPr/>
        <p:txBody>
          <a:bodyPr/>
          <a:lstStyle/>
          <a:p>
            <a:endParaRPr lang="en-US" dirty="0"/>
          </a:p>
        </p:txBody>
      </p:sp>
      <p:pic>
        <p:nvPicPr>
          <p:cNvPr id="7" name="Graphic 6" descr="Marker outline">
            <a:extLst>
              <a:ext uri="{FF2B5EF4-FFF2-40B4-BE49-F238E27FC236}">
                <a16:creationId xmlns:a16="http://schemas.microsoft.com/office/drawing/2014/main" id="{35CDDF43-F35E-DBE9-C2D6-AC7E2B10AD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6396" y="1891666"/>
            <a:ext cx="1156334" cy="1156334"/>
          </a:xfrm>
          <a:prstGeom prst="rect">
            <a:avLst/>
          </a:prstGeom>
        </p:spPr>
      </p:pic>
      <p:pic>
        <p:nvPicPr>
          <p:cNvPr id="22" name="Graphic 21" descr="Daily calendar outline">
            <a:extLst>
              <a:ext uri="{FF2B5EF4-FFF2-40B4-BE49-F238E27FC236}">
                <a16:creationId xmlns:a16="http://schemas.microsoft.com/office/drawing/2014/main" id="{746B1A00-F90B-C8EB-9A8F-F17365696E8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51527" y="3856990"/>
            <a:ext cx="906073" cy="906073"/>
          </a:xfrm>
          <a:prstGeom prst="rect">
            <a:avLst/>
          </a:prstGeom>
        </p:spPr>
      </p:pic>
    </p:spTree>
    <p:extLst>
      <p:ext uri="{BB962C8B-B14F-4D97-AF65-F5344CB8AC3E}">
        <p14:creationId xmlns:p14="http://schemas.microsoft.com/office/powerpoint/2010/main" val="9913470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0F17DB8C-626B-BA4A-3662-C96810B586A6}"/>
              </a:ext>
            </a:extLst>
          </p:cNvPr>
          <p:cNvSpPr>
            <a:spLocks noGrp="1"/>
          </p:cNvSpPr>
          <p:nvPr>
            <p:ph type="title"/>
          </p:nvPr>
        </p:nvSpPr>
        <p:spPr>
          <a:xfrm>
            <a:off x="365760" y="365760"/>
            <a:ext cx="10958513" cy="504000"/>
          </a:xfrm>
        </p:spPr>
        <p:txBody>
          <a:bodyPr/>
          <a:lstStyle/>
          <a:p>
            <a:r>
              <a:rPr lang="en-GB" b="1" u="sng" dirty="0">
                <a:sym typeface="Century Gothic" panose="020B0502020202020204" pitchFamily="34" charset="0"/>
              </a:rPr>
              <a:t>CONTENT</a:t>
            </a:r>
            <a:r>
              <a:rPr lang="en-GB" dirty="0">
                <a:sym typeface="Century Gothic" panose="020B0502020202020204" pitchFamily="34" charset="0"/>
              </a:rPr>
              <a:t> HEADER EXAMPLE</a:t>
            </a:r>
            <a:endParaRPr lang="en-US" dirty="0"/>
          </a:p>
        </p:txBody>
      </p:sp>
      <p:sp>
        <p:nvSpPr>
          <p:cNvPr id="3" name="Text Placeholder 2">
            <a:extLst>
              <a:ext uri="{FF2B5EF4-FFF2-40B4-BE49-F238E27FC236}">
                <a16:creationId xmlns:a16="http://schemas.microsoft.com/office/drawing/2014/main" id="{1B7410EA-C46A-399E-F8A5-EF1E03D8D0F9}"/>
              </a:ext>
            </a:extLst>
          </p:cNvPr>
          <p:cNvSpPr>
            <a:spLocks noGrp="1"/>
          </p:cNvSpPr>
          <p:nvPr>
            <p:ph type="body" sz="quarter" idx="12"/>
          </p:nvPr>
        </p:nvSpPr>
        <p:spPr>
          <a:xfrm>
            <a:off x="905256" y="2066173"/>
            <a:ext cx="4663440" cy="3696619"/>
          </a:xfrm>
        </p:spPr>
        <p:txBody>
          <a:bodyPr/>
          <a:lstStyle/>
          <a:p>
            <a:r>
              <a:rPr lang="en-US" sz="2000" b="1" dirty="0">
                <a:sym typeface="Century Gothic" panose="020B0502020202020204" pitchFamily="34" charset="0"/>
              </a:rPr>
              <a:t>Add content here sentence case.</a:t>
            </a:r>
          </a:p>
          <a:p>
            <a:r>
              <a:rPr lang="en-GB" dirty="0">
                <a:sym typeface="Century Gothic" panose="020B0502020202020204" pitchFamily="34" charset="0"/>
              </a:rPr>
              <a:t>For legibility, it’s a best practice to let your content breathe–leave white space between paragraphs of text. Break up content over several slides rather than crowding text onto a single page. Avoid using a small font size to prevent eye strain.</a:t>
            </a:r>
          </a:p>
        </p:txBody>
      </p:sp>
      <p:sp>
        <p:nvSpPr>
          <p:cNvPr id="19" name="Text Placeholder 18">
            <a:extLst>
              <a:ext uri="{FF2B5EF4-FFF2-40B4-BE49-F238E27FC236}">
                <a16:creationId xmlns:a16="http://schemas.microsoft.com/office/drawing/2014/main" id="{9E39CD11-459E-78EB-14CD-911004DA0651}"/>
              </a:ext>
            </a:extLst>
          </p:cNvPr>
          <p:cNvSpPr>
            <a:spLocks noGrp="1"/>
          </p:cNvSpPr>
          <p:nvPr>
            <p:ph type="body" sz="quarter" idx="13"/>
          </p:nvPr>
        </p:nvSpPr>
        <p:spPr>
          <a:xfrm>
            <a:off x="365760" y="1095208"/>
            <a:ext cx="10956970" cy="360000"/>
          </a:xfrm>
        </p:spPr>
        <p:txBody>
          <a:bodyPr/>
          <a:lstStyle/>
          <a:p>
            <a:r>
              <a:rPr lang="en-GB">
                <a:sym typeface="Century Gothic" panose="020B0502020202020204" pitchFamily="34" charset="0"/>
              </a:rPr>
              <a:t>Subtitle example</a:t>
            </a:r>
          </a:p>
        </p:txBody>
      </p:sp>
      <p:sp>
        <p:nvSpPr>
          <p:cNvPr id="6" name="Text Placeholder 5">
            <a:extLst>
              <a:ext uri="{FF2B5EF4-FFF2-40B4-BE49-F238E27FC236}">
                <a16:creationId xmlns:a16="http://schemas.microsoft.com/office/drawing/2014/main" id="{A0CD00A7-7587-0342-B39B-AACF014BC104}"/>
              </a:ext>
            </a:extLst>
          </p:cNvPr>
          <p:cNvSpPr>
            <a:spLocks noGrp="1"/>
          </p:cNvSpPr>
          <p:nvPr>
            <p:ph type="body" sz="quarter" idx="15"/>
          </p:nvPr>
        </p:nvSpPr>
        <p:spPr>
          <a:xfrm>
            <a:off x="6327648" y="2066173"/>
            <a:ext cx="4663440" cy="3696619"/>
          </a:xfrm>
        </p:spPr>
        <p:txBody>
          <a:bodyPr/>
          <a:lstStyle/>
          <a:p>
            <a:r>
              <a:rPr lang="en-US" sz="2000" b="1" dirty="0">
                <a:sym typeface="Century Gothic" panose="020B0502020202020204" pitchFamily="34" charset="0"/>
              </a:rPr>
              <a:t>Add content here sentence case.</a:t>
            </a:r>
          </a:p>
          <a:p>
            <a:r>
              <a:rPr lang="en-GB" dirty="0">
                <a:sym typeface="Century Gothic" panose="020B0502020202020204" pitchFamily="34" charset="0"/>
              </a:rPr>
              <a:t>For legibility, it’s a best practice to let your content breathe–leave white space between paragraphs of text. Break up content over several slides rather than crowding text onto a single page. Avoid using a small font size to prevent eye strain.</a:t>
            </a:r>
          </a:p>
        </p:txBody>
      </p:sp>
      <p:sp>
        <p:nvSpPr>
          <p:cNvPr id="42" name="Text Placeholder 41">
            <a:extLst>
              <a:ext uri="{FF2B5EF4-FFF2-40B4-BE49-F238E27FC236}">
                <a16:creationId xmlns:a16="http://schemas.microsoft.com/office/drawing/2014/main" id="{49447FAA-E094-0CD8-F1BD-879FC7032D25}"/>
              </a:ext>
            </a:extLst>
          </p:cNvPr>
          <p:cNvSpPr>
            <a:spLocks noGrp="1"/>
          </p:cNvSpPr>
          <p:nvPr>
            <p:ph type="body" sz="quarter" idx="16"/>
          </p:nvPr>
        </p:nvSpPr>
        <p:spPr>
          <a:xfrm>
            <a:off x="274320" y="6309360"/>
            <a:ext cx="2286000" cy="234765"/>
          </a:xfrm>
        </p:spPr>
        <p:txBody>
          <a:bodyPr/>
          <a:lstStyle/>
          <a:p>
            <a:r>
              <a:rPr lang="en-US"/>
              <a:t>CONFIDENTIAL</a:t>
            </a:r>
          </a:p>
        </p:txBody>
      </p:sp>
      <p:sp>
        <p:nvSpPr>
          <p:cNvPr id="54" name="Text Placeholder 53">
            <a:extLst>
              <a:ext uri="{FF2B5EF4-FFF2-40B4-BE49-F238E27FC236}">
                <a16:creationId xmlns:a16="http://schemas.microsoft.com/office/drawing/2014/main" id="{E4358CC8-B707-B81B-CDFB-B1796D29FA0F}"/>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9813104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34D63-6F9F-574B-A2B4-3FD9BDBBAD26}"/>
              </a:ext>
            </a:extLst>
          </p:cNvPr>
          <p:cNvSpPr>
            <a:spLocks noGrp="1"/>
          </p:cNvSpPr>
          <p:nvPr>
            <p:ph type="title"/>
          </p:nvPr>
        </p:nvSpPr>
        <p:spPr>
          <a:xfrm>
            <a:off x="365760" y="365760"/>
            <a:ext cx="10958513" cy="504000"/>
          </a:xfrm>
        </p:spPr>
        <p:txBody>
          <a:bodyPr/>
          <a:lstStyle/>
          <a:p>
            <a:r>
              <a:rPr lang="en-GB" b="1" u="sng">
                <a:sym typeface="Century Gothic" panose="020B0502020202020204" pitchFamily="34" charset="0"/>
              </a:rPr>
              <a:t>CONTENT</a:t>
            </a:r>
            <a:r>
              <a:rPr lang="en-GB">
                <a:sym typeface="Century Gothic" panose="020B0502020202020204" pitchFamily="34" charset="0"/>
              </a:rPr>
              <a:t> HEADER EXAMPLE</a:t>
            </a:r>
            <a:endParaRPr lang="en-US"/>
          </a:p>
        </p:txBody>
      </p:sp>
      <p:sp>
        <p:nvSpPr>
          <p:cNvPr id="3" name="Text Placeholder 2">
            <a:extLst>
              <a:ext uri="{FF2B5EF4-FFF2-40B4-BE49-F238E27FC236}">
                <a16:creationId xmlns:a16="http://schemas.microsoft.com/office/drawing/2014/main" id="{A7DD1FF3-1CFA-81DA-FF67-31C9907A9076}"/>
              </a:ext>
            </a:extLst>
          </p:cNvPr>
          <p:cNvSpPr>
            <a:spLocks noGrp="1"/>
          </p:cNvSpPr>
          <p:nvPr>
            <p:ph type="body" sz="quarter" idx="12"/>
          </p:nvPr>
        </p:nvSpPr>
        <p:spPr>
          <a:xfrm>
            <a:off x="2132076" y="1627632"/>
            <a:ext cx="7927848" cy="4178808"/>
          </a:xfrm>
        </p:spPr>
        <p:txBody>
          <a:bodyPr/>
          <a:lstStyle/>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p:txBody>
      </p:sp>
      <p:sp>
        <p:nvSpPr>
          <p:cNvPr id="4" name="Text Placeholder 3">
            <a:extLst>
              <a:ext uri="{FF2B5EF4-FFF2-40B4-BE49-F238E27FC236}">
                <a16:creationId xmlns:a16="http://schemas.microsoft.com/office/drawing/2014/main" id="{64CC0E31-DF61-47A9-E063-7ABF78AA3651}"/>
              </a:ext>
            </a:extLst>
          </p:cNvPr>
          <p:cNvSpPr>
            <a:spLocks noGrp="1"/>
          </p:cNvSpPr>
          <p:nvPr>
            <p:ph type="body" sz="quarter" idx="13"/>
          </p:nvPr>
        </p:nvSpPr>
        <p:spPr>
          <a:xfrm>
            <a:off x="365760" y="1095208"/>
            <a:ext cx="10956970" cy="360000"/>
          </a:xfrm>
        </p:spPr>
        <p:txBody>
          <a:bodyPr/>
          <a:lstStyle/>
          <a:p>
            <a:r>
              <a:rPr lang="en-US"/>
              <a:t>Subtitle example</a:t>
            </a:r>
          </a:p>
        </p:txBody>
      </p:sp>
      <p:sp>
        <p:nvSpPr>
          <p:cNvPr id="15" name="Text Placeholder 14">
            <a:extLst>
              <a:ext uri="{FF2B5EF4-FFF2-40B4-BE49-F238E27FC236}">
                <a16:creationId xmlns:a16="http://schemas.microsoft.com/office/drawing/2014/main" id="{D5F0FFC3-2869-C11A-35C5-DA68DEB8DF68}"/>
              </a:ext>
            </a:extLst>
          </p:cNvPr>
          <p:cNvSpPr>
            <a:spLocks noGrp="1"/>
          </p:cNvSpPr>
          <p:nvPr>
            <p:ph type="body" sz="quarter" idx="16"/>
          </p:nvPr>
        </p:nvSpPr>
        <p:spPr>
          <a:xfrm>
            <a:off x="274320" y="6309360"/>
            <a:ext cx="2286000" cy="234765"/>
          </a:xfrm>
        </p:spPr>
        <p:txBody>
          <a:bodyPr/>
          <a:lstStyle/>
          <a:p>
            <a:r>
              <a:rPr lang="en-US"/>
              <a:t>CONFIDENTIAL</a:t>
            </a:r>
          </a:p>
        </p:txBody>
      </p:sp>
      <p:sp>
        <p:nvSpPr>
          <p:cNvPr id="20" name="Text Placeholder 19">
            <a:extLst>
              <a:ext uri="{FF2B5EF4-FFF2-40B4-BE49-F238E27FC236}">
                <a16:creationId xmlns:a16="http://schemas.microsoft.com/office/drawing/2014/main" id="{8625387B-B9CA-2D00-DD2F-7997EDC295B4}"/>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9420517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5BEAC-04AC-469F-DE8D-89FF844DA79E}"/>
              </a:ext>
            </a:extLst>
          </p:cNvPr>
          <p:cNvSpPr>
            <a:spLocks noGrp="1"/>
          </p:cNvSpPr>
          <p:nvPr>
            <p:ph type="title"/>
          </p:nvPr>
        </p:nvSpPr>
        <p:spPr>
          <a:xfrm>
            <a:off x="365760" y="365760"/>
            <a:ext cx="10958513" cy="504000"/>
          </a:xfrm>
        </p:spPr>
        <p:txBody>
          <a:bodyPr/>
          <a:lstStyle/>
          <a:p>
            <a:r>
              <a:rPr lang="en-GB" b="1" u="sng">
                <a:sym typeface="Century Gothic" panose="020B0502020202020204" pitchFamily="34" charset="0"/>
              </a:rPr>
              <a:t>BULLETED</a:t>
            </a:r>
            <a:r>
              <a:rPr lang="en-GB" b="1">
                <a:sym typeface="Century Gothic" panose="020B0502020202020204" pitchFamily="34" charset="0"/>
              </a:rPr>
              <a:t> </a:t>
            </a:r>
            <a:r>
              <a:rPr lang="en-GB">
                <a:sym typeface="Century Gothic" panose="020B0502020202020204" pitchFamily="34" charset="0"/>
              </a:rPr>
              <a:t>CONTENT HEADER EXAMPLE</a:t>
            </a:r>
            <a:endParaRPr lang="en-US"/>
          </a:p>
        </p:txBody>
      </p:sp>
      <p:sp>
        <p:nvSpPr>
          <p:cNvPr id="3" name="Text Placeholder 2">
            <a:extLst>
              <a:ext uri="{FF2B5EF4-FFF2-40B4-BE49-F238E27FC236}">
                <a16:creationId xmlns:a16="http://schemas.microsoft.com/office/drawing/2014/main" id="{2E8D79FC-239D-D25D-9EE5-7269A362013F}"/>
              </a:ext>
            </a:extLst>
          </p:cNvPr>
          <p:cNvSpPr>
            <a:spLocks noGrp="1"/>
          </p:cNvSpPr>
          <p:nvPr>
            <p:ph type="body" sz="quarter" idx="12"/>
          </p:nvPr>
        </p:nvSpPr>
        <p:spPr>
          <a:xfrm>
            <a:off x="2132076" y="1627632"/>
            <a:ext cx="7927848" cy="4178808"/>
          </a:xfrm>
        </p:spPr>
        <p:txBody>
          <a:bodyPr numCol="1"/>
          <a:lstStyle/>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p:txBody>
      </p:sp>
      <p:sp>
        <p:nvSpPr>
          <p:cNvPr id="4" name="Text Placeholder 3">
            <a:extLst>
              <a:ext uri="{FF2B5EF4-FFF2-40B4-BE49-F238E27FC236}">
                <a16:creationId xmlns:a16="http://schemas.microsoft.com/office/drawing/2014/main" id="{F4878A80-C3C3-4A13-7E6F-6C1D4ED601F9}"/>
              </a:ext>
            </a:extLst>
          </p:cNvPr>
          <p:cNvSpPr>
            <a:spLocks noGrp="1"/>
          </p:cNvSpPr>
          <p:nvPr>
            <p:ph type="body" sz="quarter" idx="13"/>
          </p:nvPr>
        </p:nvSpPr>
        <p:spPr>
          <a:xfrm>
            <a:off x="365760" y="1095208"/>
            <a:ext cx="10956970" cy="360000"/>
          </a:xfrm>
        </p:spPr>
        <p:txBody>
          <a:bodyPr/>
          <a:lstStyle/>
          <a:p>
            <a:r>
              <a:rPr lang="en-GB">
                <a:sym typeface="Century Gothic" panose="020B0502020202020204" pitchFamily="34" charset="0"/>
              </a:rPr>
              <a:t>Subtitle example</a:t>
            </a:r>
          </a:p>
        </p:txBody>
      </p:sp>
      <p:sp>
        <p:nvSpPr>
          <p:cNvPr id="15" name="Text Placeholder 14">
            <a:extLst>
              <a:ext uri="{FF2B5EF4-FFF2-40B4-BE49-F238E27FC236}">
                <a16:creationId xmlns:a16="http://schemas.microsoft.com/office/drawing/2014/main" id="{F070CE3C-13CB-DB1D-F581-482726D56FEB}"/>
              </a:ext>
            </a:extLst>
          </p:cNvPr>
          <p:cNvSpPr>
            <a:spLocks noGrp="1"/>
          </p:cNvSpPr>
          <p:nvPr>
            <p:ph type="body" sz="quarter" idx="16"/>
          </p:nvPr>
        </p:nvSpPr>
        <p:spPr/>
        <p:txBody>
          <a:bodyPr/>
          <a:lstStyle/>
          <a:p>
            <a:r>
              <a:rPr lang="en-US"/>
              <a:t>CONFIDENTIAL</a:t>
            </a:r>
          </a:p>
        </p:txBody>
      </p:sp>
      <p:sp>
        <p:nvSpPr>
          <p:cNvPr id="14" name="Text Placeholder 13">
            <a:extLst>
              <a:ext uri="{FF2B5EF4-FFF2-40B4-BE49-F238E27FC236}">
                <a16:creationId xmlns:a16="http://schemas.microsoft.com/office/drawing/2014/main" id="{A5A6C028-3768-FF5B-83D3-2159AB3EAE33}"/>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67356963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EE66-E775-43EE-FBA2-A1F022715ACA}"/>
              </a:ext>
            </a:extLst>
          </p:cNvPr>
          <p:cNvSpPr>
            <a:spLocks noGrp="1"/>
          </p:cNvSpPr>
          <p:nvPr>
            <p:ph type="title"/>
          </p:nvPr>
        </p:nvSpPr>
        <p:spPr>
          <a:xfrm>
            <a:off x="365760" y="365760"/>
            <a:ext cx="10958513" cy="504000"/>
          </a:xfrm>
        </p:spPr>
        <p:txBody>
          <a:bodyPr/>
          <a:lstStyle/>
          <a:p>
            <a:r>
              <a:rPr lang="en-GB" b="1" u="sng">
                <a:sym typeface="Century Gothic" panose="020B0502020202020204" pitchFamily="34" charset="0"/>
              </a:rPr>
              <a:t>BULLETED</a:t>
            </a:r>
            <a:r>
              <a:rPr lang="en-GB" b="1">
                <a:sym typeface="Century Gothic" panose="020B0502020202020204" pitchFamily="34" charset="0"/>
              </a:rPr>
              <a:t> </a:t>
            </a:r>
            <a:r>
              <a:rPr lang="en-GB">
                <a:sym typeface="Century Gothic" panose="020B0502020202020204" pitchFamily="34" charset="0"/>
              </a:rPr>
              <a:t>CONTENT HEADER EXAMPLE</a:t>
            </a:r>
            <a:endParaRPr lang="en-US"/>
          </a:p>
        </p:txBody>
      </p:sp>
      <p:sp>
        <p:nvSpPr>
          <p:cNvPr id="3" name="Text Placeholder 2">
            <a:extLst>
              <a:ext uri="{FF2B5EF4-FFF2-40B4-BE49-F238E27FC236}">
                <a16:creationId xmlns:a16="http://schemas.microsoft.com/office/drawing/2014/main" id="{876C7F18-989F-660B-317C-8AF81493407C}"/>
              </a:ext>
            </a:extLst>
          </p:cNvPr>
          <p:cNvSpPr>
            <a:spLocks noGrp="1"/>
          </p:cNvSpPr>
          <p:nvPr>
            <p:ph type="body" sz="quarter" idx="12"/>
          </p:nvPr>
        </p:nvSpPr>
        <p:spPr>
          <a:xfrm>
            <a:off x="905256" y="1627632"/>
            <a:ext cx="4846320" cy="4178808"/>
          </a:xfrm>
        </p:spPr>
        <p:txBody>
          <a:bodyPr anchor="ctr"/>
          <a:lstStyle/>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p:txBody>
      </p:sp>
      <p:sp>
        <p:nvSpPr>
          <p:cNvPr id="4" name="Text Placeholder 3">
            <a:extLst>
              <a:ext uri="{FF2B5EF4-FFF2-40B4-BE49-F238E27FC236}">
                <a16:creationId xmlns:a16="http://schemas.microsoft.com/office/drawing/2014/main" id="{0360B622-17C9-26A6-6EBE-363A48AC716E}"/>
              </a:ext>
            </a:extLst>
          </p:cNvPr>
          <p:cNvSpPr>
            <a:spLocks noGrp="1"/>
          </p:cNvSpPr>
          <p:nvPr>
            <p:ph type="body" sz="quarter" idx="13"/>
          </p:nvPr>
        </p:nvSpPr>
        <p:spPr>
          <a:xfrm>
            <a:off x="365760" y="1095208"/>
            <a:ext cx="10956970" cy="360000"/>
          </a:xfrm>
        </p:spPr>
        <p:txBody>
          <a:bodyPr/>
          <a:lstStyle/>
          <a:p>
            <a:r>
              <a:rPr lang="en-GB">
                <a:sym typeface="Century Gothic" panose="020B0502020202020204" pitchFamily="34" charset="0"/>
              </a:rPr>
              <a:t>Subtitle example</a:t>
            </a:r>
          </a:p>
        </p:txBody>
      </p:sp>
      <p:sp>
        <p:nvSpPr>
          <p:cNvPr id="6" name="Text Placeholder 5">
            <a:extLst>
              <a:ext uri="{FF2B5EF4-FFF2-40B4-BE49-F238E27FC236}">
                <a16:creationId xmlns:a16="http://schemas.microsoft.com/office/drawing/2014/main" id="{EC638213-A032-1399-271F-06F2EB27ADA6}"/>
              </a:ext>
            </a:extLst>
          </p:cNvPr>
          <p:cNvSpPr>
            <a:spLocks noGrp="1"/>
          </p:cNvSpPr>
          <p:nvPr>
            <p:ph type="body" sz="quarter" idx="15"/>
          </p:nvPr>
        </p:nvSpPr>
        <p:spPr>
          <a:xfrm>
            <a:off x="6327648" y="1627632"/>
            <a:ext cx="4846320" cy="4178808"/>
          </a:xfrm>
        </p:spPr>
        <p:txBody>
          <a:bodyPr anchor="ctr"/>
          <a:lstStyle/>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p:txBody>
      </p:sp>
      <p:sp>
        <p:nvSpPr>
          <p:cNvPr id="18" name="Text Placeholder 17">
            <a:extLst>
              <a:ext uri="{FF2B5EF4-FFF2-40B4-BE49-F238E27FC236}">
                <a16:creationId xmlns:a16="http://schemas.microsoft.com/office/drawing/2014/main" id="{A81DCEC0-9BD0-755C-28C7-3C34628D65F0}"/>
              </a:ext>
            </a:extLst>
          </p:cNvPr>
          <p:cNvSpPr>
            <a:spLocks noGrp="1"/>
          </p:cNvSpPr>
          <p:nvPr>
            <p:ph type="body" sz="quarter" idx="16"/>
          </p:nvPr>
        </p:nvSpPr>
        <p:spPr>
          <a:xfrm>
            <a:off x="274320" y="6309360"/>
            <a:ext cx="2286000" cy="234765"/>
          </a:xfrm>
        </p:spPr>
        <p:txBody>
          <a:bodyPr/>
          <a:lstStyle/>
          <a:p>
            <a:r>
              <a:rPr lang="en-US"/>
              <a:t>CONFIDENTIAL</a:t>
            </a:r>
          </a:p>
        </p:txBody>
      </p:sp>
      <p:sp>
        <p:nvSpPr>
          <p:cNvPr id="24" name="Text Placeholder 23">
            <a:extLst>
              <a:ext uri="{FF2B5EF4-FFF2-40B4-BE49-F238E27FC236}">
                <a16:creationId xmlns:a16="http://schemas.microsoft.com/office/drawing/2014/main" id="{2C4A11BC-EF79-DE2A-C240-50AAC0408A3F}"/>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8401068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2A0FC8-F5BD-CA6A-4F70-8E4F1988CF0F}"/>
              </a:ext>
            </a:extLst>
          </p:cNvPr>
          <p:cNvSpPr>
            <a:spLocks noGrp="1"/>
          </p:cNvSpPr>
          <p:nvPr>
            <p:ph type="body" sz="quarter" idx="12"/>
          </p:nvPr>
        </p:nvSpPr>
        <p:spPr>
          <a:xfrm>
            <a:off x="901700" y="1627632"/>
            <a:ext cx="4846320" cy="4178808"/>
          </a:xfrm>
        </p:spPr>
        <p:txBody>
          <a:bodyPr/>
          <a:lstStyle/>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p:txBody>
      </p:sp>
      <p:sp>
        <p:nvSpPr>
          <p:cNvPr id="3" name="Title 2">
            <a:extLst>
              <a:ext uri="{FF2B5EF4-FFF2-40B4-BE49-F238E27FC236}">
                <a16:creationId xmlns:a16="http://schemas.microsoft.com/office/drawing/2014/main" id="{8D9A7371-0C2C-D2D4-1FCE-4EFD213A89C0}"/>
              </a:ext>
            </a:extLst>
          </p:cNvPr>
          <p:cNvSpPr>
            <a:spLocks noGrp="1"/>
          </p:cNvSpPr>
          <p:nvPr>
            <p:ph type="title"/>
          </p:nvPr>
        </p:nvSpPr>
        <p:spPr>
          <a:xfrm>
            <a:off x="365760" y="365760"/>
            <a:ext cx="10958513" cy="504000"/>
          </a:xfrm>
        </p:spPr>
        <p:txBody>
          <a:bodyPr/>
          <a:lstStyle/>
          <a:p>
            <a:r>
              <a:rPr lang="en-GB" b="1" u="sng">
                <a:sym typeface="Century Gothic" panose="020B0502020202020204" pitchFamily="34" charset="0"/>
              </a:rPr>
              <a:t>Visual</a:t>
            </a:r>
            <a:r>
              <a:rPr lang="en-GB">
                <a:sym typeface="Century Gothic" panose="020B0502020202020204" pitchFamily="34" charset="0"/>
              </a:rPr>
              <a:t> with Bulleted Content</a:t>
            </a:r>
            <a:endParaRPr lang="en-US"/>
          </a:p>
        </p:txBody>
      </p:sp>
      <p:sp>
        <p:nvSpPr>
          <p:cNvPr id="4" name="Text Placeholder 3">
            <a:extLst>
              <a:ext uri="{FF2B5EF4-FFF2-40B4-BE49-F238E27FC236}">
                <a16:creationId xmlns:a16="http://schemas.microsoft.com/office/drawing/2014/main" id="{69382EE6-CECF-4023-736E-0F8D46297839}"/>
              </a:ext>
            </a:extLst>
          </p:cNvPr>
          <p:cNvSpPr>
            <a:spLocks noGrp="1"/>
          </p:cNvSpPr>
          <p:nvPr>
            <p:ph type="body" sz="quarter" idx="14"/>
          </p:nvPr>
        </p:nvSpPr>
        <p:spPr>
          <a:xfrm>
            <a:off x="365760" y="1095208"/>
            <a:ext cx="10956970" cy="360000"/>
          </a:xfrm>
        </p:spPr>
        <p:txBody>
          <a:bodyPr/>
          <a:lstStyle/>
          <a:p>
            <a:r>
              <a:rPr lang="en-GB">
                <a:sym typeface="Century Gothic" panose="020B0502020202020204" pitchFamily="34" charset="0"/>
              </a:rPr>
              <a:t>Subtitle example</a:t>
            </a:r>
          </a:p>
          <a:p>
            <a:endParaRPr lang="en-US"/>
          </a:p>
        </p:txBody>
      </p:sp>
      <p:pic>
        <p:nvPicPr>
          <p:cNvPr id="8" name="Picture Placeholder 7" descr="A sign outside of a hospital&#10;&#10;Description automatically generated">
            <a:extLst>
              <a:ext uri="{FF2B5EF4-FFF2-40B4-BE49-F238E27FC236}">
                <a16:creationId xmlns:a16="http://schemas.microsoft.com/office/drawing/2014/main" id="{C4ABD1F9-C4A8-5887-889D-9B4001CB469F}"/>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l="2936" r="2936"/>
          <a:stretch/>
        </p:blipFill>
        <p:spPr>
          <a:xfrm>
            <a:off x="6249988" y="1617663"/>
            <a:ext cx="5942012" cy="4209233"/>
          </a:xfrm>
        </p:spPr>
      </p:pic>
      <p:sp>
        <p:nvSpPr>
          <p:cNvPr id="17" name="Text Placeholder 16">
            <a:extLst>
              <a:ext uri="{FF2B5EF4-FFF2-40B4-BE49-F238E27FC236}">
                <a16:creationId xmlns:a16="http://schemas.microsoft.com/office/drawing/2014/main" id="{269D68B7-F806-EF21-4BBF-7035CD209D13}"/>
              </a:ext>
            </a:extLst>
          </p:cNvPr>
          <p:cNvSpPr>
            <a:spLocks noGrp="1"/>
          </p:cNvSpPr>
          <p:nvPr>
            <p:ph type="body" sz="quarter" idx="18"/>
          </p:nvPr>
        </p:nvSpPr>
        <p:spPr/>
        <p:txBody>
          <a:bodyPr/>
          <a:lstStyle/>
          <a:p>
            <a:r>
              <a:rPr lang="en-US"/>
              <a:t>CONFIDENTIAL</a:t>
            </a:r>
          </a:p>
        </p:txBody>
      </p:sp>
      <p:sp>
        <p:nvSpPr>
          <p:cNvPr id="18" name="Text Placeholder 17">
            <a:extLst>
              <a:ext uri="{FF2B5EF4-FFF2-40B4-BE49-F238E27FC236}">
                <a16:creationId xmlns:a16="http://schemas.microsoft.com/office/drawing/2014/main" id="{6407C8BE-52FA-55D1-9E80-22220B31F3AB}"/>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26407658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sign outside of a hospital&#10;&#10;Description automatically generated">
            <a:extLst>
              <a:ext uri="{FF2B5EF4-FFF2-40B4-BE49-F238E27FC236}">
                <a16:creationId xmlns:a16="http://schemas.microsoft.com/office/drawing/2014/main" id="{B2FCD932-8C40-0040-CB86-7E7B8D4E1F3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l="2936" r="2936"/>
          <a:stretch/>
        </p:blipFill>
        <p:spPr>
          <a:xfrm>
            <a:off x="0" y="1617663"/>
            <a:ext cx="5942012" cy="4209233"/>
          </a:xfrm>
        </p:spPr>
      </p:pic>
      <p:sp>
        <p:nvSpPr>
          <p:cNvPr id="3" name="Text Placeholder 2">
            <a:extLst>
              <a:ext uri="{FF2B5EF4-FFF2-40B4-BE49-F238E27FC236}">
                <a16:creationId xmlns:a16="http://schemas.microsoft.com/office/drawing/2014/main" id="{F162A70A-3F94-B379-59C7-C44C9616F0EE}"/>
              </a:ext>
            </a:extLst>
          </p:cNvPr>
          <p:cNvSpPr>
            <a:spLocks noGrp="1"/>
          </p:cNvSpPr>
          <p:nvPr>
            <p:ph type="body" sz="quarter" idx="12"/>
          </p:nvPr>
        </p:nvSpPr>
        <p:spPr>
          <a:xfrm>
            <a:off x="6327648" y="1627632"/>
            <a:ext cx="4846320" cy="4178808"/>
          </a:xfrm>
        </p:spPr>
        <p:txBody>
          <a:bodyPr/>
          <a:lstStyle/>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a:p>
            <a:r>
              <a:rPr lang="en-GB" dirty="0">
                <a:sym typeface="Century Gothic" panose="020B0502020202020204" pitchFamily="34" charset="0"/>
              </a:rPr>
              <a:t>For legibility, it’s a best practice to let your content breathe–leave white space between paragraphs of text. </a:t>
            </a:r>
          </a:p>
        </p:txBody>
      </p:sp>
      <p:sp>
        <p:nvSpPr>
          <p:cNvPr id="4" name="Title 3">
            <a:extLst>
              <a:ext uri="{FF2B5EF4-FFF2-40B4-BE49-F238E27FC236}">
                <a16:creationId xmlns:a16="http://schemas.microsoft.com/office/drawing/2014/main" id="{0E43C404-D16A-32FB-B1BD-9D960A7632F9}"/>
              </a:ext>
            </a:extLst>
          </p:cNvPr>
          <p:cNvSpPr>
            <a:spLocks noGrp="1"/>
          </p:cNvSpPr>
          <p:nvPr>
            <p:ph type="title"/>
          </p:nvPr>
        </p:nvSpPr>
        <p:spPr>
          <a:xfrm>
            <a:off x="365760" y="365760"/>
            <a:ext cx="10958513" cy="504000"/>
          </a:xfrm>
        </p:spPr>
        <p:txBody>
          <a:bodyPr/>
          <a:lstStyle/>
          <a:p>
            <a:r>
              <a:rPr lang="en-GB" b="1" u="sng">
                <a:sym typeface="Century Gothic" panose="020B0502020202020204" pitchFamily="34" charset="0"/>
              </a:rPr>
              <a:t>Visual</a:t>
            </a:r>
            <a:r>
              <a:rPr lang="en-GB">
                <a:sym typeface="Century Gothic" panose="020B0502020202020204" pitchFamily="34" charset="0"/>
              </a:rPr>
              <a:t> with Bulleted Content</a:t>
            </a:r>
            <a:endParaRPr lang="en-US"/>
          </a:p>
        </p:txBody>
      </p:sp>
      <p:sp>
        <p:nvSpPr>
          <p:cNvPr id="5" name="Text Placeholder 4">
            <a:extLst>
              <a:ext uri="{FF2B5EF4-FFF2-40B4-BE49-F238E27FC236}">
                <a16:creationId xmlns:a16="http://schemas.microsoft.com/office/drawing/2014/main" id="{A9BD2F0F-8506-D1CC-2B07-82A96EC730B1}"/>
              </a:ext>
            </a:extLst>
          </p:cNvPr>
          <p:cNvSpPr>
            <a:spLocks noGrp="1"/>
          </p:cNvSpPr>
          <p:nvPr>
            <p:ph type="body" sz="quarter" idx="14"/>
          </p:nvPr>
        </p:nvSpPr>
        <p:spPr>
          <a:xfrm>
            <a:off x="365760" y="1095208"/>
            <a:ext cx="10956970" cy="360000"/>
          </a:xfrm>
        </p:spPr>
        <p:txBody>
          <a:bodyPr/>
          <a:lstStyle/>
          <a:p>
            <a:r>
              <a:rPr lang="en-GB">
                <a:sym typeface="Century Gothic" panose="020B0502020202020204" pitchFamily="34" charset="0"/>
              </a:rPr>
              <a:t>Subtitle example</a:t>
            </a:r>
          </a:p>
        </p:txBody>
      </p:sp>
      <p:sp>
        <p:nvSpPr>
          <p:cNvPr id="17" name="Text Placeholder 16">
            <a:extLst>
              <a:ext uri="{FF2B5EF4-FFF2-40B4-BE49-F238E27FC236}">
                <a16:creationId xmlns:a16="http://schemas.microsoft.com/office/drawing/2014/main" id="{F38852B4-49E9-62AA-F30B-A3C17AD1678D}"/>
              </a:ext>
            </a:extLst>
          </p:cNvPr>
          <p:cNvSpPr>
            <a:spLocks noGrp="1"/>
          </p:cNvSpPr>
          <p:nvPr>
            <p:ph type="body" sz="quarter" idx="18"/>
          </p:nvPr>
        </p:nvSpPr>
        <p:spPr/>
        <p:txBody>
          <a:bodyPr/>
          <a:lstStyle/>
          <a:p>
            <a:r>
              <a:rPr lang="en-US"/>
              <a:t>CONFIDENTIAL</a:t>
            </a:r>
          </a:p>
        </p:txBody>
      </p:sp>
      <p:sp>
        <p:nvSpPr>
          <p:cNvPr id="18" name="Text Placeholder 17">
            <a:extLst>
              <a:ext uri="{FF2B5EF4-FFF2-40B4-BE49-F238E27FC236}">
                <a16:creationId xmlns:a16="http://schemas.microsoft.com/office/drawing/2014/main" id="{404BDD0F-8944-DB34-4C62-18B00A952D5A}"/>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185415078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5DE5732-BED6-C998-BBCF-5C9128F38C81}"/>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IMAGE</a:t>
            </a:r>
            <a:r>
              <a:rPr lang="en-US">
                <a:sym typeface="Century Gothic" panose="020B0502020202020204" pitchFamily="34" charset="0"/>
              </a:rPr>
              <a:t> SLIDE</a:t>
            </a:r>
            <a:endParaRPr lang="en-GB">
              <a:sym typeface="Century Gothic" panose="020B0502020202020204" pitchFamily="34" charset="0"/>
            </a:endParaRPr>
          </a:p>
        </p:txBody>
      </p:sp>
      <p:sp>
        <p:nvSpPr>
          <p:cNvPr id="27" name="Text Placeholder 26">
            <a:extLst>
              <a:ext uri="{FF2B5EF4-FFF2-40B4-BE49-F238E27FC236}">
                <a16:creationId xmlns:a16="http://schemas.microsoft.com/office/drawing/2014/main" id="{BB4C1801-C593-AA40-55BF-2504AC46C2EE}"/>
              </a:ext>
            </a:extLst>
          </p:cNvPr>
          <p:cNvSpPr>
            <a:spLocks noGrp="1"/>
          </p:cNvSpPr>
          <p:nvPr>
            <p:ph type="body" sz="quarter" idx="13"/>
          </p:nvPr>
        </p:nvSpPr>
        <p:spPr>
          <a:xfrm>
            <a:off x="365760" y="1095208"/>
            <a:ext cx="10956970" cy="360000"/>
          </a:xfrm>
        </p:spPr>
        <p:txBody>
          <a:bodyPr/>
          <a:lstStyle/>
          <a:p>
            <a:r>
              <a:rPr lang="en-GB">
                <a:sym typeface="Century Gothic" panose="020B0502020202020204" pitchFamily="34" charset="0"/>
              </a:rPr>
              <a:t>Subtitle example</a:t>
            </a:r>
          </a:p>
        </p:txBody>
      </p:sp>
      <p:pic>
        <p:nvPicPr>
          <p:cNvPr id="9" name="Content Placeholder 8">
            <a:extLst>
              <a:ext uri="{FF2B5EF4-FFF2-40B4-BE49-F238E27FC236}">
                <a16:creationId xmlns:a16="http://schemas.microsoft.com/office/drawing/2014/main" id="{1E5F4D52-B649-9370-0808-AAF1A2CD2B3C}"/>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l="70" r="70"/>
          <a:stretch/>
        </p:blipFill>
        <p:spPr>
          <a:xfrm>
            <a:off x="6249988" y="1617663"/>
            <a:ext cx="5942012" cy="4209233"/>
          </a:xfrm>
        </p:spPr>
      </p:pic>
      <p:pic>
        <p:nvPicPr>
          <p:cNvPr id="11" name="Content Placeholder 10">
            <a:extLst>
              <a:ext uri="{FF2B5EF4-FFF2-40B4-BE49-F238E27FC236}">
                <a16:creationId xmlns:a16="http://schemas.microsoft.com/office/drawing/2014/main" id="{E5D06517-FB33-4F9B-9CF9-E684125692B8}"/>
              </a:ext>
            </a:extLst>
          </p:cNvPr>
          <p:cNvPicPr>
            <a:picLocks noGrp="1" noChangeAspect="1"/>
          </p:cNvPicPr>
          <p:nvPr>
            <p:ph type="pic" sz="quarter" idx="18"/>
          </p:nvPr>
        </p:nvPicPr>
        <p:blipFill>
          <a:blip r:embed="rId4" cstate="screen">
            <a:extLst>
              <a:ext uri="{28A0092B-C50C-407E-A947-70E740481C1C}">
                <a14:useLocalDpi xmlns:a14="http://schemas.microsoft.com/office/drawing/2010/main"/>
              </a:ext>
            </a:extLst>
          </a:blip>
          <a:srcRect l="70" r="70"/>
          <a:stretch/>
        </p:blipFill>
        <p:spPr>
          <a:xfrm>
            <a:off x="0" y="1617663"/>
            <a:ext cx="5942012" cy="4209233"/>
          </a:xfrm>
        </p:spPr>
      </p:pic>
      <p:sp>
        <p:nvSpPr>
          <p:cNvPr id="17" name="Text Placeholder 16">
            <a:extLst>
              <a:ext uri="{FF2B5EF4-FFF2-40B4-BE49-F238E27FC236}">
                <a16:creationId xmlns:a16="http://schemas.microsoft.com/office/drawing/2014/main" id="{9732A62D-CBD9-1C47-8EF6-C3F35B4037EE}"/>
              </a:ext>
            </a:extLst>
          </p:cNvPr>
          <p:cNvSpPr>
            <a:spLocks noGrp="1"/>
          </p:cNvSpPr>
          <p:nvPr>
            <p:ph type="body" sz="quarter" idx="16"/>
          </p:nvPr>
        </p:nvSpPr>
        <p:spPr/>
        <p:txBody>
          <a:bodyPr/>
          <a:lstStyle/>
          <a:p>
            <a:r>
              <a:rPr lang="en-US"/>
              <a:t>CONFIDENTIAL</a:t>
            </a:r>
          </a:p>
        </p:txBody>
      </p:sp>
      <p:sp>
        <p:nvSpPr>
          <p:cNvPr id="16" name="Text Placeholder 15">
            <a:extLst>
              <a:ext uri="{FF2B5EF4-FFF2-40B4-BE49-F238E27FC236}">
                <a16:creationId xmlns:a16="http://schemas.microsoft.com/office/drawing/2014/main" id="{4D0A4DCA-54CC-07E0-C0B9-7CB0C42F0E55}"/>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48539081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A4F3FC56-7119-FEE5-C9AB-8AFEFD278D67}"/>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t="14581" b="14581"/>
          <a:stretch/>
        </p:blipFill>
        <p:spPr>
          <a:xfrm>
            <a:off x="6249988" y="0"/>
            <a:ext cx="5942012" cy="2743200"/>
          </a:xfrm>
        </p:spPr>
      </p:pic>
      <p:pic>
        <p:nvPicPr>
          <p:cNvPr id="6" name="Picture Placeholder 5">
            <a:extLst>
              <a:ext uri="{FF2B5EF4-FFF2-40B4-BE49-F238E27FC236}">
                <a16:creationId xmlns:a16="http://schemas.microsoft.com/office/drawing/2014/main" id="{3A172C96-7142-B498-9AB4-3BF0F9FB41A1}"/>
              </a:ext>
            </a:extLst>
          </p:cNvPr>
          <p:cNvPicPr>
            <a:picLocks noGrp="1" noChangeAspect="1"/>
          </p:cNvPicPr>
          <p:nvPr>
            <p:ph type="pic" sz="quarter" idx="18"/>
          </p:nvPr>
        </p:nvPicPr>
        <p:blipFill rotWithShape="1">
          <a:blip r:embed="rId4" cstate="screen">
            <a:extLst>
              <a:ext uri="{28A0092B-C50C-407E-A947-70E740481C1C}">
                <a14:useLocalDpi xmlns:a14="http://schemas.microsoft.com/office/drawing/2010/main"/>
              </a:ext>
            </a:extLst>
          </a:blip>
          <a:srcRect l="21347" r="21347"/>
          <a:stretch/>
        </p:blipFill>
        <p:spPr>
          <a:xfrm>
            <a:off x="0" y="1"/>
            <a:ext cx="5942012" cy="5826896"/>
          </a:xfrm>
        </p:spPr>
      </p:pic>
      <p:pic>
        <p:nvPicPr>
          <p:cNvPr id="19" name="Picture Placeholder 18">
            <a:extLst>
              <a:ext uri="{FF2B5EF4-FFF2-40B4-BE49-F238E27FC236}">
                <a16:creationId xmlns:a16="http://schemas.microsoft.com/office/drawing/2014/main" id="{25DF48D2-5864-AB7C-E26E-1AE94513F398}"/>
              </a:ext>
            </a:extLst>
          </p:cNvPr>
          <p:cNvPicPr>
            <a:picLocks noGrp="1" noChangeAspect="1"/>
          </p:cNvPicPr>
          <p:nvPr>
            <p:ph type="pic" sz="quarter" idx="19"/>
          </p:nvPr>
        </p:nvPicPr>
        <p:blipFill>
          <a:blip r:embed="rId5" cstate="screen">
            <a:extLst>
              <a:ext uri="{28A0092B-C50C-407E-A947-70E740481C1C}">
                <a14:useLocalDpi xmlns:a14="http://schemas.microsoft.com/office/drawing/2010/main"/>
              </a:ext>
            </a:extLst>
          </a:blip>
          <a:srcRect t="19201" b="19201"/>
          <a:stretch/>
        </p:blipFill>
        <p:spPr>
          <a:xfrm>
            <a:off x="6249988" y="3083696"/>
            <a:ext cx="5942012" cy="2743200"/>
          </a:xfrm>
        </p:spPr>
      </p:pic>
      <p:sp>
        <p:nvSpPr>
          <p:cNvPr id="13" name="Text Placeholder 12">
            <a:extLst>
              <a:ext uri="{FF2B5EF4-FFF2-40B4-BE49-F238E27FC236}">
                <a16:creationId xmlns:a16="http://schemas.microsoft.com/office/drawing/2014/main" id="{BED00D59-A641-8721-DE74-5F6CB3BA3760}"/>
              </a:ext>
            </a:extLst>
          </p:cNvPr>
          <p:cNvSpPr>
            <a:spLocks noGrp="1"/>
          </p:cNvSpPr>
          <p:nvPr>
            <p:ph type="body" sz="quarter" idx="16"/>
          </p:nvPr>
        </p:nvSpPr>
        <p:spPr/>
        <p:txBody>
          <a:bodyPr/>
          <a:lstStyle/>
          <a:p>
            <a:r>
              <a:rPr lang="en-US"/>
              <a:t>CONFIDENTIAL</a:t>
            </a:r>
          </a:p>
        </p:txBody>
      </p:sp>
      <p:sp>
        <p:nvSpPr>
          <p:cNvPr id="12" name="Text Placeholder 11">
            <a:extLst>
              <a:ext uri="{FF2B5EF4-FFF2-40B4-BE49-F238E27FC236}">
                <a16:creationId xmlns:a16="http://schemas.microsoft.com/office/drawing/2014/main" id="{6D6AB76B-66A7-A588-D234-2F49A2712A2A}"/>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53756217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Placeholder 3" descr="A group of women walking in a hallway&#10;&#10;Description automatically generated">
            <a:extLst>
              <a:ext uri="{FF2B5EF4-FFF2-40B4-BE49-F238E27FC236}">
                <a16:creationId xmlns:a16="http://schemas.microsoft.com/office/drawing/2014/main" id="{DCB338AF-89F1-C90F-2E67-4E4FE45600F8}"/>
              </a:ext>
            </a:extLst>
          </p:cNvPr>
          <p:cNvPicPr>
            <a:picLocks noGrp="1" noChangeAspect="1"/>
          </p:cNvPicPr>
          <p:nvPr>
            <p:ph type="pic" sz="quarter" idx="17"/>
          </p:nvPr>
        </p:nvPicPr>
        <p:blipFill rotWithShape="1">
          <a:blip r:embed="rId3">
            <a:extLst>
              <a:ext uri="{28A0092B-C50C-407E-A947-70E740481C1C}">
                <a14:useLocalDpi xmlns:a14="http://schemas.microsoft.com/office/drawing/2010/main"/>
              </a:ext>
            </a:extLst>
          </a:blip>
          <a:srcRect/>
          <a:stretch/>
        </p:blipFill>
        <p:spPr>
          <a:xfrm>
            <a:off x="0" y="0"/>
            <a:ext cx="12192000" cy="6858000"/>
          </a:xfrm>
        </p:spPr>
      </p:pic>
      <p:sp>
        <p:nvSpPr>
          <p:cNvPr id="13" name="Text Placeholder 12">
            <a:extLst>
              <a:ext uri="{FF2B5EF4-FFF2-40B4-BE49-F238E27FC236}">
                <a16:creationId xmlns:a16="http://schemas.microsoft.com/office/drawing/2014/main" id="{A6AF23C1-5F06-9202-4193-DF490BB9EA3A}"/>
              </a:ext>
            </a:extLst>
          </p:cNvPr>
          <p:cNvSpPr>
            <a:spLocks noGrp="1"/>
          </p:cNvSpPr>
          <p:nvPr>
            <p:ph type="body" sz="quarter" idx="16"/>
          </p:nvPr>
        </p:nvSpPr>
        <p:spPr>
          <a:xfrm>
            <a:off x="274320" y="6309360"/>
            <a:ext cx="2286000" cy="234765"/>
          </a:xfrm>
        </p:spPr>
        <p:txBody>
          <a:bodyPr/>
          <a:lstStyle/>
          <a:p>
            <a:r>
              <a:rPr lang="en-US"/>
              <a:t>CONFIDENTIAL</a:t>
            </a:r>
          </a:p>
        </p:txBody>
      </p:sp>
      <p:sp>
        <p:nvSpPr>
          <p:cNvPr id="15" name="Text Placeholder 14">
            <a:extLst>
              <a:ext uri="{FF2B5EF4-FFF2-40B4-BE49-F238E27FC236}">
                <a16:creationId xmlns:a16="http://schemas.microsoft.com/office/drawing/2014/main" id="{1ED9F514-8A61-8CE8-7F0B-F175D23A552F}"/>
              </a:ext>
            </a:extLst>
          </p:cNvPr>
          <p:cNvSpPr>
            <a:spLocks noGrp="1"/>
          </p:cNvSpPr>
          <p:nvPr>
            <p:ph type="body" sz="quarter" idx="19"/>
          </p:nvPr>
        </p:nvSpPr>
        <p:spPr>
          <a:xfrm>
            <a:off x="274320" y="6473952"/>
            <a:ext cx="2286000" cy="155448"/>
          </a:xfrm>
        </p:spPr>
        <p:txBody>
          <a:bodyPr/>
          <a:lstStyle/>
          <a:p>
            <a:r>
              <a:rPr lang="en-US"/>
              <a:t>© UNIVERSITY OF UTAH HEALTH</a:t>
            </a:r>
          </a:p>
        </p:txBody>
      </p:sp>
      <p:sp>
        <p:nvSpPr>
          <p:cNvPr id="20" name="Text Placeholder 19">
            <a:extLst>
              <a:ext uri="{FF2B5EF4-FFF2-40B4-BE49-F238E27FC236}">
                <a16:creationId xmlns:a16="http://schemas.microsoft.com/office/drawing/2014/main" id="{49A2D9EE-B0E9-5649-9131-E7AFF6D04EE5}"/>
              </a:ext>
            </a:extLst>
          </p:cNvPr>
          <p:cNvSpPr>
            <a:spLocks noGrp="1"/>
          </p:cNvSpPr>
          <p:nvPr>
            <p:ph type="body" sz="quarter" idx="21"/>
          </p:nvPr>
        </p:nvSpPr>
        <p:spPr/>
        <p:txBody>
          <a:bodyPr/>
          <a:lstStyle/>
          <a:p>
            <a:endParaRPr lang="en-US"/>
          </a:p>
        </p:txBody>
      </p:sp>
    </p:spTree>
    <p:extLst>
      <p:ext uri="{BB962C8B-B14F-4D97-AF65-F5344CB8AC3E}">
        <p14:creationId xmlns:p14="http://schemas.microsoft.com/office/powerpoint/2010/main" val="51103680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E3312CD6-A2FC-D616-FEC4-FD395D36AFC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t="7577" b="7577"/>
          <a:stretch/>
        </p:blipFill>
        <p:spPr>
          <a:xfrm>
            <a:off x="0" y="0"/>
            <a:ext cx="12192000" cy="6858000"/>
          </a:xfrm>
        </p:spPr>
      </p:pic>
      <p:sp>
        <p:nvSpPr>
          <p:cNvPr id="8" name="Text Placeholder 7">
            <a:extLst>
              <a:ext uri="{FF2B5EF4-FFF2-40B4-BE49-F238E27FC236}">
                <a16:creationId xmlns:a16="http://schemas.microsoft.com/office/drawing/2014/main" id="{26E167F9-304B-A505-C618-382E21B14730}"/>
              </a:ext>
            </a:extLst>
          </p:cNvPr>
          <p:cNvSpPr>
            <a:spLocks noGrp="1"/>
          </p:cNvSpPr>
          <p:nvPr>
            <p:ph type="body" sz="quarter" idx="16"/>
          </p:nvPr>
        </p:nvSpPr>
        <p:spPr>
          <a:xfrm>
            <a:off x="274320" y="6309360"/>
            <a:ext cx="2286000" cy="234765"/>
          </a:xfrm>
        </p:spPr>
        <p:txBody>
          <a:bodyPr/>
          <a:lstStyle/>
          <a:p>
            <a:r>
              <a:rPr lang="en-US"/>
              <a:t>CONFIDENTIAL</a:t>
            </a:r>
          </a:p>
        </p:txBody>
      </p:sp>
      <p:sp>
        <p:nvSpPr>
          <p:cNvPr id="9" name="Text Placeholder 8">
            <a:extLst>
              <a:ext uri="{FF2B5EF4-FFF2-40B4-BE49-F238E27FC236}">
                <a16:creationId xmlns:a16="http://schemas.microsoft.com/office/drawing/2014/main" id="{C31C7ED9-DF57-1FD7-17A1-2CCB560CD529}"/>
              </a:ext>
            </a:extLst>
          </p:cNvPr>
          <p:cNvSpPr>
            <a:spLocks noGrp="1"/>
          </p:cNvSpPr>
          <p:nvPr>
            <p:ph type="body" sz="quarter" idx="19"/>
          </p:nvPr>
        </p:nvSpPr>
        <p:spPr>
          <a:xfrm>
            <a:off x="274320" y="6473952"/>
            <a:ext cx="2286000" cy="155448"/>
          </a:xfrm>
        </p:spPr>
        <p:txBody>
          <a:bodyPr/>
          <a:lstStyle/>
          <a:p>
            <a:r>
              <a:rPr lang="en-US"/>
              <a:t>© UNIVERSITY OF UTAH HEALTH</a:t>
            </a:r>
          </a:p>
        </p:txBody>
      </p:sp>
      <p:sp>
        <p:nvSpPr>
          <p:cNvPr id="21" name="Text Placeholder 20">
            <a:extLst>
              <a:ext uri="{FF2B5EF4-FFF2-40B4-BE49-F238E27FC236}">
                <a16:creationId xmlns:a16="http://schemas.microsoft.com/office/drawing/2014/main" id="{23DCA54A-5303-02C9-CBEF-1CF89DCAF3A2}"/>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294305599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Media Placeholder 46">
            <a:extLst>
              <a:ext uri="{FF2B5EF4-FFF2-40B4-BE49-F238E27FC236}">
                <a16:creationId xmlns:a16="http://schemas.microsoft.com/office/drawing/2014/main" id="{0C8112C5-DCE7-3D42-F5D4-992844213F01}"/>
              </a:ext>
            </a:extLst>
          </p:cNvPr>
          <p:cNvSpPr>
            <a:spLocks noGrp="1"/>
          </p:cNvSpPr>
          <p:nvPr>
            <p:ph type="media" sz="quarter" idx="19"/>
          </p:nvPr>
        </p:nvSpPr>
        <p:spPr/>
        <p:txBody>
          <a:bodyPr/>
          <a:lstStyle/>
          <a:p>
            <a:endParaRPr lang="en-US"/>
          </a:p>
        </p:txBody>
      </p:sp>
      <p:sp>
        <p:nvSpPr>
          <p:cNvPr id="48" name="Text Placeholder 47">
            <a:extLst>
              <a:ext uri="{FF2B5EF4-FFF2-40B4-BE49-F238E27FC236}">
                <a16:creationId xmlns:a16="http://schemas.microsoft.com/office/drawing/2014/main" id="{B15C8792-1D7C-634A-7E91-0973DB502F02}"/>
              </a:ext>
            </a:extLst>
          </p:cNvPr>
          <p:cNvSpPr>
            <a:spLocks noGrp="1"/>
          </p:cNvSpPr>
          <p:nvPr>
            <p:ph type="body" sz="quarter" idx="21"/>
          </p:nvPr>
        </p:nvSpPr>
        <p:spPr/>
        <p:txBody>
          <a:bodyPr/>
          <a:lstStyle/>
          <a:p>
            <a:endParaRPr lang="en-US"/>
          </a:p>
        </p:txBody>
      </p:sp>
      <p:sp>
        <p:nvSpPr>
          <p:cNvPr id="29" name="Text Placeholder 28">
            <a:extLst>
              <a:ext uri="{FF2B5EF4-FFF2-40B4-BE49-F238E27FC236}">
                <a16:creationId xmlns:a16="http://schemas.microsoft.com/office/drawing/2014/main" id="{34711521-233A-7EBE-F53A-682EF1532723}"/>
              </a:ext>
            </a:extLst>
          </p:cNvPr>
          <p:cNvSpPr>
            <a:spLocks noGrp="1"/>
          </p:cNvSpPr>
          <p:nvPr>
            <p:ph type="body" sz="quarter" idx="16"/>
          </p:nvPr>
        </p:nvSpPr>
        <p:spPr>
          <a:xfrm>
            <a:off x="274320" y="6309360"/>
            <a:ext cx="2286000" cy="234765"/>
          </a:xfrm>
        </p:spPr>
        <p:txBody>
          <a:bodyPr/>
          <a:lstStyle/>
          <a:p>
            <a:r>
              <a:rPr lang="en-US"/>
              <a:t>CONFIDENTIAL</a:t>
            </a:r>
          </a:p>
        </p:txBody>
      </p:sp>
      <p:sp>
        <p:nvSpPr>
          <p:cNvPr id="44" name="Text Placeholder 43">
            <a:extLst>
              <a:ext uri="{FF2B5EF4-FFF2-40B4-BE49-F238E27FC236}">
                <a16:creationId xmlns:a16="http://schemas.microsoft.com/office/drawing/2014/main" id="{19E9D5F7-6AAF-8F94-0FBB-FC3149D7C2DB}"/>
              </a:ext>
            </a:extLst>
          </p:cNvPr>
          <p:cNvSpPr>
            <a:spLocks noGrp="1"/>
          </p:cNvSpPr>
          <p:nvPr>
            <p:ph type="body" sz="quarter" idx="22"/>
          </p:nvPr>
        </p:nvSpPr>
        <p:spPr>
          <a:xfrm>
            <a:off x="274320" y="6473952"/>
            <a:ext cx="2286000" cy="155448"/>
          </a:xfrm>
        </p:spPr>
        <p:txBody>
          <a:bodyPr/>
          <a:lstStyle/>
          <a:p>
            <a:r>
              <a:rPr lang="en-US"/>
              <a:t>© UNIVERSITY OF UTAH HEALTH</a:t>
            </a:r>
          </a:p>
        </p:txBody>
      </p:sp>
      <p:grpSp>
        <p:nvGrpSpPr>
          <p:cNvPr id="4" name="Group 3">
            <a:extLst>
              <a:ext uri="{FF2B5EF4-FFF2-40B4-BE49-F238E27FC236}">
                <a16:creationId xmlns:a16="http://schemas.microsoft.com/office/drawing/2014/main" id="{77E655F5-AE53-FAFC-48CF-BED2FFD276C0}"/>
              </a:ext>
            </a:extLst>
          </p:cNvPr>
          <p:cNvGrpSpPr/>
          <p:nvPr/>
        </p:nvGrpSpPr>
        <p:grpSpPr>
          <a:xfrm>
            <a:off x="12399975" y="-1"/>
            <a:ext cx="4925661" cy="4191001"/>
            <a:chOff x="15714230" y="-1"/>
            <a:chExt cx="8060170" cy="6857999"/>
          </a:xfrm>
        </p:grpSpPr>
        <p:grpSp>
          <p:nvGrpSpPr>
            <p:cNvPr id="5" name="Group 4">
              <a:extLst>
                <a:ext uri="{FF2B5EF4-FFF2-40B4-BE49-F238E27FC236}">
                  <a16:creationId xmlns:a16="http://schemas.microsoft.com/office/drawing/2014/main" id="{D2613EEF-8FBC-6502-3598-387136356287}"/>
                </a:ext>
              </a:extLst>
            </p:cNvPr>
            <p:cNvGrpSpPr/>
            <p:nvPr userDrawn="1"/>
          </p:nvGrpSpPr>
          <p:grpSpPr>
            <a:xfrm>
              <a:off x="15714230" y="-1"/>
              <a:ext cx="8060170" cy="6857999"/>
              <a:chOff x="15714230" y="-1"/>
              <a:chExt cx="8060170" cy="6857999"/>
            </a:xfrm>
          </p:grpSpPr>
          <p:sp>
            <p:nvSpPr>
              <p:cNvPr id="8" name="Rectangle 7">
                <a:extLst>
                  <a:ext uri="{FF2B5EF4-FFF2-40B4-BE49-F238E27FC236}">
                    <a16:creationId xmlns:a16="http://schemas.microsoft.com/office/drawing/2014/main" id="{27F2379F-0D34-ACC4-7DF2-4852734FCB57}"/>
                  </a:ext>
                </a:extLst>
              </p:cNvPr>
              <p:cNvSpPr/>
              <p:nvPr userDrawn="1"/>
            </p:nvSpPr>
            <p:spPr>
              <a:xfrm>
                <a:off x="15714230" y="-1"/>
                <a:ext cx="8060170"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9" name="TextBox 8">
                <a:extLst>
                  <a:ext uri="{FF2B5EF4-FFF2-40B4-BE49-F238E27FC236}">
                    <a16:creationId xmlns:a16="http://schemas.microsoft.com/office/drawing/2014/main" id="{569C5132-DF85-8B08-CDAD-2EBAA896F116}"/>
                  </a:ext>
                </a:extLst>
              </p:cNvPr>
              <p:cNvSpPr txBox="1"/>
              <p:nvPr userDrawn="1"/>
            </p:nvSpPr>
            <p:spPr>
              <a:xfrm>
                <a:off x="15871620" y="150741"/>
                <a:ext cx="2941769" cy="553997"/>
              </a:xfrm>
              <a:prstGeom prst="rect">
                <a:avLst/>
              </a:prstGeom>
              <a:noFill/>
            </p:spPr>
            <p:txBody>
              <a:bodyPr wrap="square" rtlCol="0">
                <a:spAutoFit/>
              </a:bodyPr>
              <a:lstStyle/>
              <a:p>
                <a:r>
                  <a:rPr lang="en-GB" sz="1600" b="1">
                    <a:solidFill>
                      <a:schemeClr val="accent1"/>
                    </a:solidFill>
                  </a:rPr>
                  <a:t>Instruction: </a:t>
                </a:r>
              </a:p>
            </p:txBody>
          </p:sp>
          <p:sp>
            <p:nvSpPr>
              <p:cNvPr id="10" name="TextBox 9">
                <a:extLst>
                  <a:ext uri="{FF2B5EF4-FFF2-40B4-BE49-F238E27FC236}">
                    <a16:creationId xmlns:a16="http://schemas.microsoft.com/office/drawing/2014/main" id="{98A54E2C-651E-C838-1E5D-847B62835137}"/>
                  </a:ext>
                </a:extLst>
              </p:cNvPr>
              <p:cNvSpPr txBox="1"/>
              <p:nvPr userDrawn="1"/>
            </p:nvSpPr>
            <p:spPr>
              <a:xfrm>
                <a:off x="15871620" y="818148"/>
                <a:ext cx="2502569" cy="654725"/>
              </a:xfrm>
              <a:prstGeom prst="rect">
                <a:avLst/>
              </a:prstGeom>
              <a:noFill/>
            </p:spPr>
            <p:txBody>
              <a:bodyPr wrap="square" rtlCol="0">
                <a:spAutoFit/>
              </a:bodyPr>
              <a:lstStyle/>
              <a:p>
                <a:r>
                  <a:rPr lang="en-GB" sz="1000"/>
                  <a:t>1. Insert video on </a:t>
                </a:r>
                <a:br>
                  <a:rPr lang="en-GB" sz="1000"/>
                </a:br>
                <a:r>
                  <a:rPr lang="en-GB" sz="1000"/>
                  <a:t>the placeholder.</a:t>
                </a:r>
              </a:p>
            </p:txBody>
          </p:sp>
          <p:pic>
            <p:nvPicPr>
              <p:cNvPr id="11" name="Picture 10">
                <a:extLst>
                  <a:ext uri="{FF2B5EF4-FFF2-40B4-BE49-F238E27FC236}">
                    <a16:creationId xmlns:a16="http://schemas.microsoft.com/office/drawing/2014/main" id="{FA538FFB-D45C-1BD4-A7A9-2CC6E0D466A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5994882" y="1500625"/>
                <a:ext cx="875152" cy="905001"/>
              </a:xfrm>
              <a:prstGeom prst="rect">
                <a:avLst/>
              </a:prstGeom>
            </p:spPr>
          </p:pic>
          <p:sp>
            <p:nvSpPr>
              <p:cNvPr id="12" name="TextBox 11">
                <a:extLst>
                  <a:ext uri="{FF2B5EF4-FFF2-40B4-BE49-F238E27FC236}">
                    <a16:creationId xmlns:a16="http://schemas.microsoft.com/office/drawing/2014/main" id="{9F60C659-7D3D-3F46-8EE3-11549EC3BDFB}"/>
                  </a:ext>
                </a:extLst>
              </p:cNvPr>
              <p:cNvSpPr txBox="1"/>
              <p:nvPr userDrawn="1"/>
            </p:nvSpPr>
            <p:spPr>
              <a:xfrm>
                <a:off x="15871620" y="2582779"/>
                <a:ext cx="2502569" cy="1410175"/>
              </a:xfrm>
              <a:prstGeom prst="rect">
                <a:avLst/>
              </a:prstGeom>
              <a:noFill/>
            </p:spPr>
            <p:txBody>
              <a:bodyPr wrap="square" rtlCol="0">
                <a:spAutoFit/>
              </a:bodyPr>
              <a:lstStyle/>
              <a:p>
                <a:r>
                  <a:rPr lang="en-GB" sz="1000"/>
                  <a:t>2. Once video is inserted, navigate to ‘Video Playback’ at the top and select ‘Crop’.</a:t>
                </a:r>
              </a:p>
            </p:txBody>
          </p:sp>
          <p:pic>
            <p:nvPicPr>
              <p:cNvPr id="13" name="Picture 12" descr="A screenshot of a video format&#10;&#10;Description automatically generated">
                <a:extLst>
                  <a:ext uri="{FF2B5EF4-FFF2-40B4-BE49-F238E27FC236}">
                    <a16:creationId xmlns:a16="http://schemas.microsoft.com/office/drawing/2014/main" id="{23290F26-4C80-057A-78FD-656A48BAA09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5994881" y="4228704"/>
                <a:ext cx="2492608" cy="1614645"/>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02C2EFB0-12D6-20AB-4A5D-EC1F93E82A6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050759" y="4142650"/>
                <a:ext cx="4010935" cy="2506528"/>
              </a:xfrm>
              <a:prstGeom prst="rect">
                <a:avLst/>
              </a:prstGeom>
            </p:spPr>
          </p:pic>
          <p:sp>
            <p:nvSpPr>
              <p:cNvPr id="15" name="Frame 14">
                <a:extLst>
                  <a:ext uri="{FF2B5EF4-FFF2-40B4-BE49-F238E27FC236}">
                    <a16:creationId xmlns:a16="http://schemas.microsoft.com/office/drawing/2014/main" id="{7ED27ADC-4301-976B-DA47-719EE5DE73C4}"/>
                  </a:ext>
                </a:extLst>
              </p:cNvPr>
              <p:cNvSpPr/>
              <p:nvPr userDrawn="1"/>
            </p:nvSpPr>
            <p:spPr>
              <a:xfrm>
                <a:off x="15989715" y="4219078"/>
                <a:ext cx="1536285" cy="486451"/>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16" name="Frame 15">
                <a:extLst>
                  <a:ext uri="{FF2B5EF4-FFF2-40B4-BE49-F238E27FC236}">
                    <a16:creationId xmlns:a16="http://schemas.microsoft.com/office/drawing/2014/main" id="{176506A5-5604-B8BE-8F6A-A4171C71DAB0}"/>
                  </a:ext>
                </a:extLst>
              </p:cNvPr>
              <p:cNvSpPr/>
              <p:nvPr userDrawn="1"/>
            </p:nvSpPr>
            <p:spPr>
              <a:xfrm>
                <a:off x="17342505" y="4761370"/>
                <a:ext cx="793096" cy="969879"/>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grpSp>
            <p:nvGrpSpPr>
              <p:cNvPr id="17" name="Group 16">
                <a:extLst>
                  <a:ext uri="{FF2B5EF4-FFF2-40B4-BE49-F238E27FC236}">
                    <a16:creationId xmlns:a16="http://schemas.microsoft.com/office/drawing/2014/main" id="{EA635D79-B838-FC4E-838F-D3EBB67110DD}"/>
                  </a:ext>
                </a:extLst>
              </p:cNvPr>
              <p:cNvGrpSpPr/>
              <p:nvPr userDrawn="1"/>
            </p:nvGrpSpPr>
            <p:grpSpPr>
              <a:xfrm>
                <a:off x="19050759" y="1187479"/>
                <a:ext cx="3967529" cy="2248431"/>
                <a:chOff x="20827627" y="867691"/>
                <a:chExt cx="3967529" cy="2248431"/>
              </a:xfrm>
            </p:grpSpPr>
            <p:pic>
              <p:nvPicPr>
                <p:cNvPr id="18" name="Picture 17" descr="A screenshot of a computer&#10;&#10;Description automatically generated">
                  <a:extLst>
                    <a:ext uri="{FF2B5EF4-FFF2-40B4-BE49-F238E27FC236}">
                      <a16:creationId xmlns:a16="http://schemas.microsoft.com/office/drawing/2014/main" id="{B24C1E8D-62E8-A2D0-96CE-3E85FA30235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0827627" y="867691"/>
                  <a:ext cx="3967529" cy="2248431"/>
                </a:xfrm>
                <a:prstGeom prst="rect">
                  <a:avLst/>
                </a:prstGeom>
              </p:spPr>
            </p:pic>
            <p:cxnSp>
              <p:nvCxnSpPr>
                <p:cNvPr id="19" name="Straight Arrow Connector 18">
                  <a:extLst>
                    <a:ext uri="{FF2B5EF4-FFF2-40B4-BE49-F238E27FC236}">
                      <a16:creationId xmlns:a16="http://schemas.microsoft.com/office/drawing/2014/main" id="{41BD1DE9-E95F-0CA7-92B8-5101CACDDC35}"/>
                    </a:ext>
                  </a:extLst>
                </p:cNvPr>
                <p:cNvCxnSpPr>
                  <a:cxnSpLocks/>
                </p:cNvCxnSpPr>
                <p:nvPr userDrawn="1"/>
              </p:nvCxnSpPr>
              <p:spPr>
                <a:xfrm flipH="1">
                  <a:off x="209038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B1A519E-CDFE-FBF9-C378-8A76CD461ED5}"/>
                    </a:ext>
                  </a:extLst>
                </p:cNvPr>
                <p:cNvCxnSpPr>
                  <a:cxnSpLocks/>
                </p:cNvCxnSpPr>
                <p:nvPr userDrawn="1"/>
              </p:nvCxnSpPr>
              <p:spPr>
                <a:xfrm>
                  <a:off x="244090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grpSp>
        <p:sp>
          <p:nvSpPr>
            <p:cNvPr id="6" name="TextBox 5">
              <a:extLst>
                <a:ext uri="{FF2B5EF4-FFF2-40B4-BE49-F238E27FC236}">
                  <a16:creationId xmlns:a16="http://schemas.microsoft.com/office/drawing/2014/main" id="{729B6BFC-6F24-67D6-DCAD-114283B2D6CB}"/>
                </a:ext>
              </a:extLst>
            </p:cNvPr>
            <p:cNvSpPr txBox="1"/>
            <p:nvPr userDrawn="1"/>
          </p:nvSpPr>
          <p:spPr>
            <a:xfrm>
              <a:off x="18953151" y="3703345"/>
              <a:ext cx="4668848" cy="402907"/>
            </a:xfrm>
            <a:prstGeom prst="rect">
              <a:avLst/>
            </a:prstGeom>
            <a:noFill/>
          </p:spPr>
          <p:txBody>
            <a:bodyPr wrap="square" rtlCol="0">
              <a:spAutoFit/>
            </a:bodyPr>
            <a:lstStyle/>
            <a:p>
              <a:r>
                <a:rPr lang="en-GB" sz="1000"/>
                <a:t>4. Enlarge the video to fill the crop area.</a:t>
              </a:r>
            </a:p>
          </p:txBody>
        </p:sp>
        <p:sp>
          <p:nvSpPr>
            <p:cNvPr id="7" name="TextBox 6">
              <a:extLst>
                <a:ext uri="{FF2B5EF4-FFF2-40B4-BE49-F238E27FC236}">
                  <a16:creationId xmlns:a16="http://schemas.microsoft.com/office/drawing/2014/main" id="{C82634A4-BC15-095B-6C6E-A0643FAE55E9}"/>
                </a:ext>
              </a:extLst>
            </p:cNvPr>
            <p:cNvSpPr txBox="1"/>
            <p:nvPr userDrawn="1"/>
          </p:nvSpPr>
          <p:spPr>
            <a:xfrm>
              <a:off x="18953151" y="818148"/>
              <a:ext cx="4668848" cy="402907"/>
            </a:xfrm>
            <a:prstGeom prst="rect">
              <a:avLst/>
            </a:prstGeom>
            <a:noFill/>
          </p:spPr>
          <p:txBody>
            <a:bodyPr wrap="square" rtlCol="0">
              <a:spAutoFit/>
            </a:bodyPr>
            <a:lstStyle/>
            <a:p>
              <a:r>
                <a:rPr lang="en-GB" sz="1000"/>
                <a:t>3. Drag the crop area to fill slide length.</a:t>
              </a:r>
            </a:p>
          </p:txBody>
        </p:sp>
      </p:grpSp>
    </p:spTree>
    <p:extLst>
      <p:ext uri="{BB962C8B-B14F-4D97-AF65-F5344CB8AC3E}">
        <p14:creationId xmlns:p14="http://schemas.microsoft.com/office/powerpoint/2010/main" val="16188367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dia Placeholder 7">
            <a:extLst>
              <a:ext uri="{FF2B5EF4-FFF2-40B4-BE49-F238E27FC236}">
                <a16:creationId xmlns:a16="http://schemas.microsoft.com/office/drawing/2014/main" id="{0E62294B-8988-CA59-5865-FE9D369C6334}"/>
              </a:ext>
            </a:extLst>
          </p:cNvPr>
          <p:cNvSpPr>
            <a:spLocks noGrp="1"/>
          </p:cNvSpPr>
          <p:nvPr>
            <p:ph type="media" sz="quarter" idx="19"/>
          </p:nvPr>
        </p:nvSpPr>
        <p:spPr/>
        <p:txBody>
          <a:bodyPr/>
          <a:lstStyle/>
          <a:p>
            <a:endParaRPr lang="en-US"/>
          </a:p>
        </p:txBody>
      </p:sp>
      <p:sp>
        <p:nvSpPr>
          <p:cNvPr id="3" name="Text Placeholder 2">
            <a:extLst>
              <a:ext uri="{FF2B5EF4-FFF2-40B4-BE49-F238E27FC236}">
                <a16:creationId xmlns:a16="http://schemas.microsoft.com/office/drawing/2014/main" id="{E749E382-EAE3-587D-8C91-872B381225E9}"/>
              </a:ext>
            </a:extLst>
          </p:cNvPr>
          <p:cNvSpPr>
            <a:spLocks noGrp="1"/>
          </p:cNvSpPr>
          <p:nvPr>
            <p:ph type="body" sz="quarter" idx="16"/>
          </p:nvPr>
        </p:nvSpPr>
        <p:spPr>
          <a:xfrm>
            <a:off x="274320" y="6309360"/>
            <a:ext cx="2286000" cy="234765"/>
          </a:xfrm>
        </p:spPr>
        <p:txBody>
          <a:bodyPr/>
          <a:lstStyle/>
          <a:p>
            <a:r>
              <a:rPr lang="en-US"/>
              <a:t>CONFIDENTIAL</a:t>
            </a:r>
          </a:p>
        </p:txBody>
      </p:sp>
      <p:sp>
        <p:nvSpPr>
          <p:cNvPr id="4" name="Text Placeholder 3">
            <a:extLst>
              <a:ext uri="{FF2B5EF4-FFF2-40B4-BE49-F238E27FC236}">
                <a16:creationId xmlns:a16="http://schemas.microsoft.com/office/drawing/2014/main" id="{38E17A6D-4774-5121-BA90-D10E3DF66750}"/>
              </a:ext>
            </a:extLst>
          </p:cNvPr>
          <p:cNvSpPr>
            <a:spLocks noGrp="1"/>
          </p:cNvSpPr>
          <p:nvPr>
            <p:ph type="body" sz="quarter" idx="22"/>
          </p:nvPr>
        </p:nvSpPr>
        <p:spPr>
          <a:xfrm>
            <a:off x="274320" y="6473952"/>
            <a:ext cx="2286000" cy="155448"/>
          </a:xfrm>
        </p:spPr>
        <p:txBody>
          <a:bodyPr/>
          <a:lstStyle/>
          <a:p>
            <a:r>
              <a:rPr lang="en-US"/>
              <a:t>© UNIVERSITY OF UTAH HEALTH</a:t>
            </a:r>
          </a:p>
        </p:txBody>
      </p:sp>
      <p:sp>
        <p:nvSpPr>
          <p:cNvPr id="9" name="Text Placeholder 8">
            <a:extLst>
              <a:ext uri="{FF2B5EF4-FFF2-40B4-BE49-F238E27FC236}">
                <a16:creationId xmlns:a16="http://schemas.microsoft.com/office/drawing/2014/main" id="{7C628B27-73B3-DC50-BC41-71FAFDEFE217}"/>
              </a:ext>
            </a:extLst>
          </p:cNvPr>
          <p:cNvSpPr>
            <a:spLocks noGrp="1"/>
          </p:cNvSpPr>
          <p:nvPr>
            <p:ph type="body" sz="quarter" idx="20"/>
          </p:nvPr>
        </p:nvSpPr>
        <p:spPr/>
        <p:txBody>
          <a:bodyPr/>
          <a:lstStyle/>
          <a:p>
            <a:endParaRPr lang="en-US"/>
          </a:p>
        </p:txBody>
      </p:sp>
      <p:grpSp>
        <p:nvGrpSpPr>
          <p:cNvPr id="2" name="Group 1">
            <a:extLst>
              <a:ext uri="{FF2B5EF4-FFF2-40B4-BE49-F238E27FC236}">
                <a16:creationId xmlns:a16="http://schemas.microsoft.com/office/drawing/2014/main" id="{8D390BF3-EA76-7895-1EF4-D85A9269ED17}"/>
              </a:ext>
            </a:extLst>
          </p:cNvPr>
          <p:cNvGrpSpPr/>
          <p:nvPr/>
        </p:nvGrpSpPr>
        <p:grpSpPr>
          <a:xfrm>
            <a:off x="12399975" y="-1"/>
            <a:ext cx="4925661" cy="4191001"/>
            <a:chOff x="15714230" y="-1"/>
            <a:chExt cx="8060170" cy="6857999"/>
          </a:xfrm>
        </p:grpSpPr>
        <p:grpSp>
          <p:nvGrpSpPr>
            <p:cNvPr id="5" name="Group 4">
              <a:extLst>
                <a:ext uri="{FF2B5EF4-FFF2-40B4-BE49-F238E27FC236}">
                  <a16:creationId xmlns:a16="http://schemas.microsoft.com/office/drawing/2014/main" id="{71C56846-CE56-1439-BA75-E6EBDA604844}"/>
                </a:ext>
              </a:extLst>
            </p:cNvPr>
            <p:cNvGrpSpPr/>
            <p:nvPr userDrawn="1"/>
          </p:nvGrpSpPr>
          <p:grpSpPr>
            <a:xfrm>
              <a:off x="15714230" y="-1"/>
              <a:ext cx="8060170" cy="6857999"/>
              <a:chOff x="15714230" y="-1"/>
              <a:chExt cx="8060170" cy="6857999"/>
            </a:xfrm>
          </p:grpSpPr>
          <p:sp>
            <p:nvSpPr>
              <p:cNvPr id="10" name="Rectangle 9">
                <a:extLst>
                  <a:ext uri="{FF2B5EF4-FFF2-40B4-BE49-F238E27FC236}">
                    <a16:creationId xmlns:a16="http://schemas.microsoft.com/office/drawing/2014/main" id="{22C9F075-20B4-15D3-6371-1003340DCEE1}"/>
                  </a:ext>
                </a:extLst>
              </p:cNvPr>
              <p:cNvSpPr/>
              <p:nvPr userDrawn="1"/>
            </p:nvSpPr>
            <p:spPr>
              <a:xfrm>
                <a:off x="15714230" y="-1"/>
                <a:ext cx="8060170"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1" name="TextBox 10">
                <a:extLst>
                  <a:ext uri="{FF2B5EF4-FFF2-40B4-BE49-F238E27FC236}">
                    <a16:creationId xmlns:a16="http://schemas.microsoft.com/office/drawing/2014/main" id="{520E8F78-A06D-D1C0-6D45-5F46D4AE9404}"/>
                  </a:ext>
                </a:extLst>
              </p:cNvPr>
              <p:cNvSpPr txBox="1"/>
              <p:nvPr userDrawn="1"/>
            </p:nvSpPr>
            <p:spPr>
              <a:xfrm>
                <a:off x="15871620" y="150741"/>
                <a:ext cx="2941769" cy="553997"/>
              </a:xfrm>
              <a:prstGeom prst="rect">
                <a:avLst/>
              </a:prstGeom>
              <a:noFill/>
            </p:spPr>
            <p:txBody>
              <a:bodyPr wrap="square" rtlCol="0">
                <a:spAutoFit/>
              </a:bodyPr>
              <a:lstStyle/>
              <a:p>
                <a:r>
                  <a:rPr lang="en-GB" sz="1600" b="1">
                    <a:solidFill>
                      <a:schemeClr val="accent1"/>
                    </a:solidFill>
                  </a:rPr>
                  <a:t>Instruction: </a:t>
                </a:r>
              </a:p>
            </p:txBody>
          </p:sp>
          <p:sp>
            <p:nvSpPr>
              <p:cNvPr id="12" name="TextBox 11">
                <a:extLst>
                  <a:ext uri="{FF2B5EF4-FFF2-40B4-BE49-F238E27FC236}">
                    <a16:creationId xmlns:a16="http://schemas.microsoft.com/office/drawing/2014/main" id="{7E3761FE-16FB-9426-AD01-E12832287BEB}"/>
                  </a:ext>
                </a:extLst>
              </p:cNvPr>
              <p:cNvSpPr txBox="1"/>
              <p:nvPr userDrawn="1"/>
            </p:nvSpPr>
            <p:spPr>
              <a:xfrm>
                <a:off x="15871620" y="818148"/>
                <a:ext cx="2502569" cy="654725"/>
              </a:xfrm>
              <a:prstGeom prst="rect">
                <a:avLst/>
              </a:prstGeom>
              <a:noFill/>
            </p:spPr>
            <p:txBody>
              <a:bodyPr wrap="square" rtlCol="0">
                <a:spAutoFit/>
              </a:bodyPr>
              <a:lstStyle/>
              <a:p>
                <a:r>
                  <a:rPr lang="en-GB" sz="1000"/>
                  <a:t>1. Insert video on </a:t>
                </a:r>
                <a:br>
                  <a:rPr lang="en-GB" sz="1000"/>
                </a:br>
                <a:r>
                  <a:rPr lang="en-GB" sz="1000"/>
                  <a:t>the placeholder.</a:t>
                </a:r>
              </a:p>
            </p:txBody>
          </p:sp>
          <p:pic>
            <p:nvPicPr>
              <p:cNvPr id="13" name="Picture 12">
                <a:extLst>
                  <a:ext uri="{FF2B5EF4-FFF2-40B4-BE49-F238E27FC236}">
                    <a16:creationId xmlns:a16="http://schemas.microsoft.com/office/drawing/2014/main" id="{24503CA6-0930-0241-8712-7323F63F5CF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5994882" y="1500625"/>
                <a:ext cx="875152" cy="905001"/>
              </a:xfrm>
              <a:prstGeom prst="rect">
                <a:avLst/>
              </a:prstGeom>
            </p:spPr>
          </p:pic>
          <p:sp>
            <p:nvSpPr>
              <p:cNvPr id="14" name="TextBox 13">
                <a:extLst>
                  <a:ext uri="{FF2B5EF4-FFF2-40B4-BE49-F238E27FC236}">
                    <a16:creationId xmlns:a16="http://schemas.microsoft.com/office/drawing/2014/main" id="{D67BBCD8-957F-7B56-9C65-737D80F9662E}"/>
                  </a:ext>
                </a:extLst>
              </p:cNvPr>
              <p:cNvSpPr txBox="1"/>
              <p:nvPr userDrawn="1"/>
            </p:nvSpPr>
            <p:spPr>
              <a:xfrm>
                <a:off x="15871620" y="2582779"/>
                <a:ext cx="2502569" cy="1410175"/>
              </a:xfrm>
              <a:prstGeom prst="rect">
                <a:avLst/>
              </a:prstGeom>
              <a:noFill/>
            </p:spPr>
            <p:txBody>
              <a:bodyPr wrap="square" rtlCol="0">
                <a:spAutoFit/>
              </a:bodyPr>
              <a:lstStyle/>
              <a:p>
                <a:r>
                  <a:rPr lang="en-GB" sz="1000"/>
                  <a:t>2. Once video is inserted, navigate to ‘Video Playback’ at the top and select ‘Crop’.</a:t>
                </a:r>
              </a:p>
            </p:txBody>
          </p:sp>
          <p:pic>
            <p:nvPicPr>
              <p:cNvPr id="15" name="Picture 14" descr="A screenshot of a video format&#10;&#10;Description automatically generated">
                <a:extLst>
                  <a:ext uri="{FF2B5EF4-FFF2-40B4-BE49-F238E27FC236}">
                    <a16:creationId xmlns:a16="http://schemas.microsoft.com/office/drawing/2014/main" id="{38687119-7027-0CFB-80F7-3355D9B5E4C5}"/>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5994881" y="4228704"/>
                <a:ext cx="2492608" cy="1614645"/>
              </a:xfrm>
              <a:prstGeom prst="rect">
                <a:avLst/>
              </a:prstGeom>
            </p:spPr>
          </p:pic>
          <p:pic>
            <p:nvPicPr>
              <p:cNvPr id="16" name="Picture 15" descr="A screenshot of a computer&#10;&#10;Description automatically generated">
                <a:extLst>
                  <a:ext uri="{FF2B5EF4-FFF2-40B4-BE49-F238E27FC236}">
                    <a16:creationId xmlns:a16="http://schemas.microsoft.com/office/drawing/2014/main" id="{5D83184D-4666-E7DB-0925-7F661D9150D7}"/>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050759" y="4142650"/>
                <a:ext cx="4010935" cy="2506528"/>
              </a:xfrm>
              <a:prstGeom prst="rect">
                <a:avLst/>
              </a:prstGeom>
            </p:spPr>
          </p:pic>
          <p:sp>
            <p:nvSpPr>
              <p:cNvPr id="17" name="Frame 16">
                <a:extLst>
                  <a:ext uri="{FF2B5EF4-FFF2-40B4-BE49-F238E27FC236}">
                    <a16:creationId xmlns:a16="http://schemas.microsoft.com/office/drawing/2014/main" id="{242FF335-1FFA-7DF6-719D-E23947FE6C1D}"/>
                  </a:ext>
                </a:extLst>
              </p:cNvPr>
              <p:cNvSpPr/>
              <p:nvPr userDrawn="1"/>
            </p:nvSpPr>
            <p:spPr>
              <a:xfrm>
                <a:off x="15989715" y="4219078"/>
                <a:ext cx="1536285" cy="486451"/>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18" name="Frame 17">
                <a:extLst>
                  <a:ext uri="{FF2B5EF4-FFF2-40B4-BE49-F238E27FC236}">
                    <a16:creationId xmlns:a16="http://schemas.microsoft.com/office/drawing/2014/main" id="{898EA2BE-7471-C498-F02B-CAA2A862CE02}"/>
                  </a:ext>
                </a:extLst>
              </p:cNvPr>
              <p:cNvSpPr/>
              <p:nvPr userDrawn="1"/>
            </p:nvSpPr>
            <p:spPr>
              <a:xfrm>
                <a:off x="17342505" y="4761370"/>
                <a:ext cx="793096" cy="969879"/>
              </a:xfrm>
              <a:prstGeom prst="frame">
                <a:avLst>
                  <a:gd name="adj1" fmla="val 2285"/>
                </a:avLst>
              </a:prstGeom>
              <a:solidFill>
                <a:schemeClr val="accent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grpSp>
            <p:nvGrpSpPr>
              <p:cNvPr id="19" name="Group 18">
                <a:extLst>
                  <a:ext uri="{FF2B5EF4-FFF2-40B4-BE49-F238E27FC236}">
                    <a16:creationId xmlns:a16="http://schemas.microsoft.com/office/drawing/2014/main" id="{1ED070CF-78B0-680D-EC65-79589522B40E}"/>
                  </a:ext>
                </a:extLst>
              </p:cNvPr>
              <p:cNvGrpSpPr/>
              <p:nvPr userDrawn="1"/>
            </p:nvGrpSpPr>
            <p:grpSpPr>
              <a:xfrm>
                <a:off x="19050759" y="1187479"/>
                <a:ext cx="3967529" cy="2248431"/>
                <a:chOff x="20827627" y="867691"/>
                <a:chExt cx="3967529" cy="2248431"/>
              </a:xfrm>
            </p:grpSpPr>
            <p:pic>
              <p:nvPicPr>
                <p:cNvPr id="20" name="Picture 19" descr="A screenshot of a computer&#10;&#10;Description automatically generated">
                  <a:extLst>
                    <a:ext uri="{FF2B5EF4-FFF2-40B4-BE49-F238E27FC236}">
                      <a16:creationId xmlns:a16="http://schemas.microsoft.com/office/drawing/2014/main" id="{21536D79-93FA-DFDF-DA79-FB1DBC5388F6}"/>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0827627" y="867691"/>
                  <a:ext cx="3967529" cy="2248431"/>
                </a:xfrm>
                <a:prstGeom prst="rect">
                  <a:avLst/>
                </a:prstGeom>
              </p:spPr>
            </p:pic>
            <p:cxnSp>
              <p:nvCxnSpPr>
                <p:cNvPr id="21" name="Straight Arrow Connector 20">
                  <a:extLst>
                    <a:ext uri="{FF2B5EF4-FFF2-40B4-BE49-F238E27FC236}">
                      <a16:creationId xmlns:a16="http://schemas.microsoft.com/office/drawing/2014/main" id="{A01C087C-82D5-BC5A-1CF6-2E98C751D75B}"/>
                    </a:ext>
                  </a:extLst>
                </p:cNvPr>
                <p:cNvCxnSpPr>
                  <a:cxnSpLocks/>
                </p:cNvCxnSpPr>
                <p:nvPr userDrawn="1"/>
              </p:nvCxnSpPr>
              <p:spPr>
                <a:xfrm flipH="1">
                  <a:off x="209038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C8CED57-BC81-44DE-BEDD-E3D10994A0B8}"/>
                    </a:ext>
                  </a:extLst>
                </p:cNvPr>
                <p:cNvCxnSpPr>
                  <a:cxnSpLocks/>
                </p:cNvCxnSpPr>
                <p:nvPr userDrawn="1"/>
              </p:nvCxnSpPr>
              <p:spPr>
                <a:xfrm>
                  <a:off x="24409027" y="1767756"/>
                  <a:ext cx="304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grpSp>
        <p:sp>
          <p:nvSpPr>
            <p:cNvPr id="6" name="TextBox 5">
              <a:extLst>
                <a:ext uri="{FF2B5EF4-FFF2-40B4-BE49-F238E27FC236}">
                  <a16:creationId xmlns:a16="http://schemas.microsoft.com/office/drawing/2014/main" id="{28C2738F-7368-D4CF-7B3F-AC212D20F013}"/>
                </a:ext>
              </a:extLst>
            </p:cNvPr>
            <p:cNvSpPr txBox="1"/>
            <p:nvPr userDrawn="1"/>
          </p:nvSpPr>
          <p:spPr>
            <a:xfrm>
              <a:off x="18953151" y="3703345"/>
              <a:ext cx="4668848" cy="402907"/>
            </a:xfrm>
            <a:prstGeom prst="rect">
              <a:avLst/>
            </a:prstGeom>
            <a:noFill/>
          </p:spPr>
          <p:txBody>
            <a:bodyPr wrap="square" rtlCol="0">
              <a:spAutoFit/>
            </a:bodyPr>
            <a:lstStyle/>
            <a:p>
              <a:r>
                <a:rPr lang="en-GB" sz="1000"/>
                <a:t>4. Enlarge the video to fill the crop area.</a:t>
              </a:r>
            </a:p>
          </p:txBody>
        </p:sp>
        <p:sp>
          <p:nvSpPr>
            <p:cNvPr id="7" name="TextBox 6">
              <a:extLst>
                <a:ext uri="{FF2B5EF4-FFF2-40B4-BE49-F238E27FC236}">
                  <a16:creationId xmlns:a16="http://schemas.microsoft.com/office/drawing/2014/main" id="{82915BA4-A518-5C89-9BF7-C9E284B8B6F4}"/>
                </a:ext>
              </a:extLst>
            </p:cNvPr>
            <p:cNvSpPr txBox="1"/>
            <p:nvPr userDrawn="1"/>
          </p:nvSpPr>
          <p:spPr>
            <a:xfrm>
              <a:off x="18953151" y="818148"/>
              <a:ext cx="4668848" cy="402907"/>
            </a:xfrm>
            <a:prstGeom prst="rect">
              <a:avLst/>
            </a:prstGeom>
            <a:noFill/>
          </p:spPr>
          <p:txBody>
            <a:bodyPr wrap="square" rtlCol="0">
              <a:spAutoFit/>
            </a:bodyPr>
            <a:lstStyle/>
            <a:p>
              <a:r>
                <a:rPr lang="en-GB" sz="1000"/>
                <a:t>3. Drag the crop area to fill slide length.</a:t>
              </a:r>
            </a:p>
          </p:txBody>
        </p:sp>
      </p:grpSp>
    </p:spTree>
    <p:extLst>
      <p:ext uri="{BB962C8B-B14F-4D97-AF65-F5344CB8AC3E}">
        <p14:creationId xmlns:p14="http://schemas.microsoft.com/office/powerpoint/2010/main" val="393038134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Placeholder 7">
            <a:extLst>
              <a:ext uri="{FF2B5EF4-FFF2-40B4-BE49-F238E27FC236}">
                <a16:creationId xmlns:a16="http://schemas.microsoft.com/office/drawing/2014/main" id="{F1CFC09A-30C0-160A-4AB5-902EFFC6D521}"/>
              </a:ext>
            </a:extLst>
          </p:cNvPr>
          <p:cNvGraphicFramePr>
            <a:graphicFrameLocks noGrp="1"/>
          </p:cNvGraphicFramePr>
          <p:nvPr>
            <p:ph type="tbl" sz="quarter" idx="10"/>
            <p:extLst>
              <p:ext uri="{D42A27DB-BD31-4B8C-83A1-F6EECF244321}">
                <p14:modId xmlns:p14="http://schemas.microsoft.com/office/powerpoint/2010/main" val="2946016751"/>
              </p:ext>
            </p:extLst>
          </p:nvPr>
        </p:nvGraphicFramePr>
        <p:xfrm>
          <a:off x="614363" y="1824038"/>
          <a:ext cx="5166360" cy="365760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3870353366"/>
                    </a:ext>
                  </a:extLst>
                </a:gridCol>
                <a:gridCol w="3474720">
                  <a:extLst>
                    <a:ext uri="{9D8B030D-6E8A-4147-A177-3AD203B41FA5}">
                      <a16:colId xmlns:a16="http://schemas.microsoft.com/office/drawing/2014/main" val="3960771757"/>
                    </a:ext>
                  </a:extLst>
                </a:gridCol>
              </a:tblGrid>
              <a:tr h="914400">
                <a:tc>
                  <a:txBody>
                    <a:bodyPr/>
                    <a:lstStyle/>
                    <a:p>
                      <a:r>
                        <a:rPr kumimoji="0" lang="en-US" sz="4400" b="0" i="0" u="none" strike="noStrike" kern="1200" cap="none" spc="0" normalizeH="0" baseline="0" noProof="0" dirty="0" err="1">
                          <a:ln>
                            <a:noFill/>
                          </a:ln>
                          <a:solidFill>
                            <a:srgbClr val="BE0000"/>
                          </a:solidFill>
                          <a:effectLst/>
                          <a:uLnTx/>
                          <a:uFillTx/>
                          <a:latin typeface="Century Gothic"/>
                          <a:ea typeface="+mn-ea"/>
                          <a:cs typeface="+mn-cs"/>
                        </a:rPr>
                        <a:t>Xx</a:t>
                      </a:r>
                      <a:endParaRPr lang="en-US" dirty="0"/>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r>
                        <a:rPr lang="en-US" b="0">
                          <a:solidFill>
                            <a:schemeClr val="tx1"/>
                          </a:solidFill>
                          <a:latin typeface="+mn-lt"/>
                        </a:rPr>
                        <a:t>Description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1723435"/>
                  </a:ext>
                </a:extLst>
              </a:tr>
              <a:tr h="914400">
                <a:tc>
                  <a:txBody>
                    <a:bodyPr/>
                    <a:lstStyle/>
                    <a:p>
                      <a:r>
                        <a:rPr kumimoji="0" lang="en-US" sz="4400" b="0" i="0" u="none" strike="noStrike" kern="1200" cap="none" spc="0" normalizeH="0" baseline="0" noProof="0" err="1">
                          <a:ln>
                            <a:noFill/>
                          </a:ln>
                          <a:solidFill>
                            <a:srgbClr val="BE0000"/>
                          </a:solidFill>
                          <a:effectLst/>
                          <a:uLnTx/>
                          <a:uFillTx/>
                          <a:latin typeface="Century Gothic"/>
                          <a:ea typeface="+mn-ea"/>
                          <a:cs typeface="+mn-cs"/>
                        </a:rPr>
                        <a:t>Xx</a:t>
                      </a:r>
                      <a:endParaRPr lang="en-US"/>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latin typeface="+mn-lt"/>
                        </a:rPr>
                        <a:t>Description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7813573"/>
                  </a:ext>
                </a:extLst>
              </a:tr>
              <a:tr h="914400">
                <a:tc>
                  <a:txBody>
                    <a:bodyPr/>
                    <a:lstStyle/>
                    <a:p>
                      <a:r>
                        <a:rPr kumimoji="0" lang="en-US" sz="4400" b="0" i="0" u="none" strike="noStrike" kern="1200" cap="none" spc="0" normalizeH="0" baseline="0" noProof="0" err="1">
                          <a:ln>
                            <a:noFill/>
                          </a:ln>
                          <a:solidFill>
                            <a:srgbClr val="BE0000"/>
                          </a:solidFill>
                          <a:effectLst/>
                          <a:uLnTx/>
                          <a:uFillTx/>
                          <a:latin typeface="Century Gothic"/>
                          <a:ea typeface="+mn-ea"/>
                          <a:cs typeface="+mn-cs"/>
                        </a:rPr>
                        <a:t>Xx</a:t>
                      </a:r>
                      <a:endParaRPr lang="en-US"/>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latin typeface="+mn-lt"/>
                        </a:rPr>
                        <a:t>Description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7698621"/>
                  </a:ext>
                </a:extLst>
              </a:tr>
              <a:tr h="914400">
                <a:tc>
                  <a:txBody>
                    <a:bodyPr/>
                    <a:lstStyle/>
                    <a:p>
                      <a:r>
                        <a:rPr kumimoji="0" lang="en-US" sz="4400" b="0" i="0" u="none" strike="noStrike" kern="1200" cap="none" spc="0" normalizeH="0" baseline="0" noProof="0" err="1">
                          <a:ln>
                            <a:noFill/>
                          </a:ln>
                          <a:solidFill>
                            <a:srgbClr val="BE0000"/>
                          </a:solidFill>
                          <a:effectLst/>
                          <a:uLnTx/>
                          <a:uFillTx/>
                          <a:latin typeface="Century Gothic"/>
                          <a:ea typeface="+mn-ea"/>
                          <a:cs typeface="+mn-cs"/>
                        </a:rPr>
                        <a:t>Xx</a:t>
                      </a:r>
                      <a:endParaRPr lang="en-US"/>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mn-lt"/>
                        </a:rPr>
                        <a:t>Description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1782473"/>
                  </a:ext>
                </a:extLst>
              </a:tr>
            </a:tbl>
          </a:graphicData>
        </a:graphic>
      </p:graphicFrame>
      <p:graphicFrame>
        <p:nvGraphicFramePr>
          <p:cNvPr id="9" name="Table Placeholder 8">
            <a:extLst>
              <a:ext uri="{FF2B5EF4-FFF2-40B4-BE49-F238E27FC236}">
                <a16:creationId xmlns:a16="http://schemas.microsoft.com/office/drawing/2014/main" id="{E0032BB7-BB06-0CAB-F61A-6937E0E919D4}"/>
              </a:ext>
            </a:extLst>
          </p:cNvPr>
          <p:cNvGraphicFramePr>
            <a:graphicFrameLocks noGrp="1"/>
          </p:cNvGraphicFramePr>
          <p:nvPr>
            <p:ph type="tbl" sz="quarter" idx="41"/>
            <p:extLst>
              <p:ext uri="{D42A27DB-BD31-4B8C-83A1-F6EECF244321}">
                <p14:modId xmlns:p14="http://schemas.microsoft.com/office/powerpoint/2010/main" val="2855516326"/>
              </p:ext>
            </p:extLst>
          </p:nvPr>
        </p:nvGraphicFramePr>
        <p:xfrm>
          <a:off x="6311900" y="1824038"/>
          <a:ext cx="5166360" cy="365760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326448838"/>
                    </a:ext>
                  </a:extLst>
                </a:gridCol>
                <a:gridCol w="3474720">
                  <a:extLst>
                    <a:ext uri="{9D8B030D-6E8A-4147-A177-3AD203B41FA5}">
                      <a16:colId xmlns:a16="http://schemas.microsoft.com/office/drawing/2014/main" val="914263389"/>
                    </a:ext>
                  </a:extLst>
                </a:gridCol>
              </a:tblGrid>
              <a:tr h="914400">
                <a:tc>
                  <a:txBody>
                    <a:bodyPr/>
                    <a:lstStyle/>
                    <a:p>
                      <a:r>
                        <a:rPr kumimoji="0" lang="en-US" sz="4400" b="0" i="0" u="none" strike="noStrike" kern="1200" cap="none" spc="0" normalizeH="0" baseline="0" noProof="0" err="1">
                          <a:ln>
                            <a:noFill/>
                          </a:ln>
                          <a:solidFill>
                            <a:srgbClr val="BE0000"/>
                          </a:solidFill>
                          <a:effectLst/>
                          <a:uLnTx/>
                          <a:uFillTx/>
                          <a:latin typeface="Century Gothic"/>
                          <a:ea typeface="+mn-ea"/>
                          <a:cs typeface="+mn-cs"/>
                        </a:rPr>
                        <a:t>Xx</a:t>
                      </a:r>
                      <a:endParaRPr lang="en-US"/>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latin typeface="+mn-lt"/>
                        </a:rPr>
                        <a:t>Description Here</a:t>
                      </a:r>
                    </a:p>
                  </a:txBody>
                  <a:tcPr anchor="ctr">
                    <a:lnL w="12700" cmpd="sng">
                      <a:noFill/>
                    </a:lnL>
                    <a:lnR w="12700" cmpd="sng">
                      <a:noFill/>
                    </a:lnR>
                    <a:lnT w="12700" cmpd="sng">
                      <a:noFill/>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100839"/>
                  </a:ext>
                </a:extLst>
              </a:tr>
              <a:tr h="914400">
                <a:tc>
                  <a:txBody>
                    <a:bodyPr/>
                    <a:lstStyle/>
                    <a:p>
                      <a:r>
                        <a:rPr kumimoji="0" lang="en-US" sz="4400" b="0" i="0" u="none" strike="noStrike" kern="1200" cap="none" spc="0" normalizeH="0" baseline="0" noProof="0" err="1">
                          <a:ln>
                            <a:noFill/>
                          </a:ln>
                          <a:solidFill>
                            <a:srgbClr val="BE0000"/>
                          </a:solidFill>
                          <a:effectLst/>
                          <a:uLnTx/>
                          <a:uFillTx/>
                          <a:latin typeface="Century Gothic"/>
                          <a:ea typeface="+mn-ea"/>
                          <a:cs typeface="+mn-cs"/>
                        </a:rPr>
                        <a:t>Xx</a:t>
                      </a:r>
                      <a:endParaRPr lang="en-US"/>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latin typeface="+mn-lt"/>
                        </a:rPr>
                        <a:t>Description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900042"/>
                  </a:ext>
                </a:extLst>
              </a:tr>
              <a:tr h="914400">
                <a:tc>
                  <a:txBody>
                    <a:bodyPr/>
                    <a:lstStyle/>
                    <a:p>
                      <a:r>
                        <a:rPr kumimoji="0" lang="en-US" sz="4400" b="0" i="0" u="none" strike="noStrike" kern="1200" cap="none" spc="0" normalizeH="0" baseline="0" noProof="0" err="1">
                          <a:ln>
                            <a:noFill/>
                          </a:ln>
                          <a:solidFill>
                            <a:srgbClr val="BE0000"/>
                          </a:solidFill>
                          <a:effectLst/>
                          <a:uLnTx/>
                          <a:uFillTx/>
                          <a:latin typeface="Century Gothic"/>
                          <a:ea typeface="+mn-ea"/>
                          <a:cs typeface="+mn-cs"/>
                        </a:rPr>
                        <a:t>Xx</a:t>
                      </a:r>
                      <a:endParaRPr lang="en-US"/>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latin typeface="+mn-lt"/>
                        </a:rPr>
                        <a:t>Description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2092443"/>
                  </a:ext>
                </a:extLst>
              </a:tr>
              <a:tr h="914400">
                <a:tc>
                  <a:txBody>
                    <a:bodyPr/>
                    <a:lstStyle/>
                    <a:p>
                      <a:r>
                        <a:rPr kumimoji="0" lang="en-US" sz="4400" b="0" i="0" u="none" strike="noStrike" kern="1200" cap="none" spc="0" normalizeH="0" baseline="0" noProof="0" err="1">
                          <a:ln>
                            <a:noFill/>
                          </a:ln>
                          <a:solidFill>
                            <a:srgbClr val="BE0000"/>
                          </a:solidFill>
                          <a:effectLst/>
                          <a:uLnTx/>
                          <a:uFillTx/>
                          <a:latin typeface="Century Gothic"/>
                          <a:ea typeface="+mn-ea"/>
                          <a:cs typeface="+mn-cs"/>
                        </a:rPr>
                        <a:t>Xx</a:t>
                      </a:r>
                      <a:endParaRPr lang="en-US"/>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latin typeface="+mn-lt"/>
                        </a:rPr>
                        <a:t>Description Here</a:t>
                      </a:r>
                    </a:p>
                  </a:txBody>
                  <a:tcPr anchor="ctr">
                    <a:lnL w="12700" cmpd="sng">
                      <a:noFill/>
                    </a:lnL>
                    <a:lnR w="12700" cmpd="sng">
                      <a:noFill/>
                    </a:lnR>
                    <a:lnT w="19050" cap="flat" cmpd="sng" algn="ctr">
                      <a:noFill/>
                      <a:prstDash val="dot"/>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0715947"/>
                  </a:ext>
                </a:extLst>
              </a:tr>
            </a:tbl>
          </a:graphicData>
        </a:graphic>
      </p:graphicFrame>
      <p:sp>
        <p:nvSpPr>
          <p:cNvPr id="3" name="Title 2">
            <a:extLst>
              <a:ext uri="{FF2B5EF4-FFF2-40B4-BE49-F238E27FC236}">
                <a16:creationId xmlns:a16="http://schemas.microsoft.com/office/drawing/2014/main" id="{53D4276A-9300-EE41-AC12-70D5AE94A24D}"/>
              </a:ext>
            </a:extLst>
          </p:cNvPr>
          <p:cNvSpPr>
            <a:spLocks noGrp="1"/>
          </p:cNvSpPr>
          <p:nvPr>
            <p:ph type="title"/>
          </p:nvPr>
        </p:nvSpPr>
        <p:spPr>
          <a:xfrm>
            <a:off x="365760" y="365760"/>
            <a:ext cx="10958513" cy="504000"/>
          </a:xfrm>
        </p:spPr>
        <p:txBody>
          <a:bodyPr/>
          <a:lstStyle/>
          <a:p>
            <a:r>
              <a:rPr lang="en-US" b="1" u="sng"/>
              <a:t>STATS</a:t>
            </a:r>
            <a:r>
              <a:rPr lang="en-US"/>
              <a:t> SLIDE</a:t>
            </a:r>
          </a:p>
        </p:txBody>
      </p:sp>
      <p:sp>
        <p:nvSpPr>
          <p:cNvPr id="4" name="Text Placeholder 3">
            <a:extLst>
              <a:ext uri="{FF2B5EF4-FFF2-40B4-BE49-F238E27FC236}">
                <a16:creationId xmlns:a16="http://schemas.microsoft.com/office/drawing/2014/main" id="{E8378527-435A-6FB4-B0B5-1CB16BB9A0F3}"/>
              </a:ext>
            </a:extLst>
          </p:cNvPr>
          <p:cNvSpPr>
            <a:spLocks noGrp="1"/>
          </p:cNvSpPr>
          <p:nvPr>
            <p:ph type="body" sz="quarter" idx="30"/>
          </p:nvPr>
        </p:nvSpPr>
        <p:spPr>
          <a:xfrm>
            <a:off x="614954" y="1320876"/>
            <a:ext cx="2517100" cy="306467"/>
          </a:xfrm>
        </p:spPr>
        <p:txBody>
          <a:bodyPr/>
          <a:lstStyle/>
          <a:p>
            <a:r>
              <a:rPr lang="en-US"/>
              <a:t>INSERT COLUMN TITLE HERE</a:t>
            </a:r>
          </a:p>
        </p:txBody>
      </p:sp>
      <p:sp>
        <p:nvSpPr>
          <p:cNvPr id="5" name="Text Placeholder 4">
            <a:extLst>
              <a:ext uri="{FF2B5EF4-FFF2-40B4-BE49-F238E27FC236}">
                <a16:creationId xmlns:a16="http://schemas.microsoft.com/office/drawing/2014/main" id="{4127696A-5A65-4209-3A30-6C0EE2B4E034}"/>
              </a:ext>
            </a:extLst>
          </p:cNvPr>
          <p:cNvSpPr>
            <a:spLocks noGrp="1"/>
          </p:cNvSpPr>
          <p:nvPr>
            <p:ph type="body" sz="quarter" idx="39"/>
          </p:nvPr>
        </p:nvSpPr>
        <p:spPr>
          <a:xfrm>
            <a:off x="6299446" y="1320876"/>
            <a:ext cx="2517100" cy="306467"/>
          </a:xfrm>
        </p:spPr>
        <p:txBody>
          <a:bodyPr/>
          <a:lstStyle/>
          <a:p>
            <a:r>
              <a:rPr lang="en-US"/>
              <a:t>INSERT COLUMN TITLE HERE</a:t>
            </a:r>
          </a:p>
        </p:txBody>
      </p:sp>
      <p:sp>
        <p:nvSpPr>
          <p:cNvPr id="21" name="Text Placeholder 20">
            <a:extLst>
              <a:ext uri="{FF2B5EF4-FFF2-40B4-BE49-F238E27FC236}">
                <a16:creationId xmlns:a16="http://schemas.microsoft.com/office/drawing/2014/main" id="{B4F5CF96-1766-ECCF-056E-70F582A41E77}"/>
              </a:ext>
            </a:extLst>
          </p:cNvPr>
          <p:cNvSpPr>
            <a:spLocks noGrp="1"/>
          </p:cNvSpPr>
          <p:nvPr>
            <p:ph type="body" sz="quarter" idx="16"/>
          </p:nvPr>
        </p:nvSpPr>
        <p:spPr>
          <a:xfrm>
            <a:off x="274320" y="6309360"/>
            <a:ext cx="2286000" cy="234765"/>
          </a:xfrm>
        </p:spPr>
        <p:txBody>
          <a:bodyPr/>
          <a:lstStyle/>
          <a:p>
            <a:r>
              <a:rPr lang="en-US"/>
              <a:t>CONFIDENTIAL</a:t>
            </a:r>
          </a:p>
        </p:txBody>
      </p:sp>
      <p:sp>
        <p:nvSpPr>
          <p:cNvPr id="35" name="Text Placeholder 34">
            <a:extLst>
              <a:ext uri="{FF2B5EF4-FFF2-40B4-BE49-F238E27FC236}">
                <a16:creationId xmlns:a16="http://schemas.microsoft.com/office/drawing/2014/main" id="{83A33871-F2F9-8841-853A-B7FC98482707}"/>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19656102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65DA454-C97A-3F8F-8EBC-493D3234D054}"/>
              </a:ext>
            </a:extLst>
          </p:cNvPr>
          <p:cNvGraphicFramePr>
            <a:graphicFrameLocks noGrp="1"/>
          </p:cNvGraphicFramePr>
          <p:nvPr>
            <p:ph sz="quarter" idx="14"/>
            <p:extLst>
              <p:ext uri="{D42A27DB-BD31-4B8C-83A1-F6EECF244321}">
                <p14:modId xmlns:p14="http://schemas.microsoft.com/office/powerpoint/2010/main" val="1224021571"/>
              </p:ext>
            </p:extLst>
          </p:nvPr>
        </p:nvGraphicFramePr>
        <p:xfrm>
          <a:off x="901700" y="1616075"/>
          <a:ext cx="10387013" cy="4195763"/>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a:extLst>
              <a:ext uri="{FF2B5EF4-FFF2-40B4-BE49-F238E27FC236}">
                <a16:creationId xmlns:a16="http://schemas.microsoft.com/office/drawing/2014/main" id="{FDE51599-6DDA-BB58-9B9C-03C4FE390A5E}"/>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HORIZONTAL</a:t>
            </a:r>
            <a:r>
              <a:rPr lang="en-US">
                <a:sym typeface="Century Gothic" panose="020B0502020202020204" pitchFamily="34" charset="0"/>
              </a:rPr>
              <a:t> BAR CHART</a:t>
            </a:r>
            <a:endParaRPr lang="en-US"/>
          </a:p>
        </p:txBody>
      </p:sp>
      <p:sp>
        <p:nvSpPr>
          <p:cNvPr id="4" name="Text Placeholder 3">
            <a:extLst>
              <a:ext uri="{FF2B5EF4-FFF2-40B4-BE49-F238E27FC236}">
                <a16:creationId xmlns:a16="http://schemas.microsoft.com/office/drawing/2014/main" id="{7D59F95B-8F4C-2EC9-7B21-D42B6D9491CA}"/>
              </a:ext>
            </a:extLst>
          </p:cNvPr>
          <p:cNvSpPr>
            <a:spLocks noGrp="1"/>
          </p:cNvSpPr>
          <p:nvPr>
            <p:ph type="body" sz="quarter" idx="13"/>
          </p:nvPr>
        </p:nvSpPr>
        <p:spPr>
          <a:xfrm>
            <a:off x="365760" y="1095208"/>
            <a:ext cx="10956970" cy="360000"/>
          </a:xfrm>
        </p:spPr>
        <p:txBody>
          <a:bodyPr/>
          <a:lstStyle/>
          <a:p>
            <a:r>
              <a:rPr lang="en-GB">
                <a:sym typeface="Century Gothic" panose="020B0502020202020204" pitchFamily="34" charset="0"/>
              </a:rPr>
              <a:t>Subtitle example</a:t>
            </a:r>
          </a:p>
        </p:txBody>
      </p:sp>
      <p:sp>
        <p:nvSpPr>
          <p:cNvPr id="14" name="Text Placeholder 13">
            <a:extLst>
              <a:ext uri="{FF2B5EF4-FFF2-40B4-BE49-F238E27FC236}">
                <a16:creationId xmlns:a16="http://schemas.microsoft.com/office/drawing/2014/main" id="{23E2A7A8-5D42-C9A8-EA80-F18A864FED9E}"/>
              </a:ext>
            </a:extLst>
          </p:cNvPr>
          <p:cNvSpPr>
            <a:spLocks noGrp="1"/>
          </p:cNvSpPr>
          <p:nvPr>
            <p:ph type="body" sz="quarter" idx="16"/>
          </p:nvPr>
        </p:nvSpPr>
        <p:spPr>
          <a:xfrm>
            <a:off x="274320" y="6309360"/>
            <a:ext cx="2286000" cy="234765"/>
          </a:xfrm>
        </p:spPr>
        <p:txBody>
          <a:bodyPr/>
          <a:lstStyle/>
          <a:p>
            <a:r>
              <a:rPr lang="en-US"/>
              <a:t>CONFIDENTIAL</a:t>
            </a:r>
          </a:p>
        </p:txBody>
      </p:sp>
      <p:sp>
        <p:nvSpPr>
          <p:cNvPr id="20" name="Text Placeholder 19">
            <a:extLst>
              <a:ext uri="{FF2B5EF4-FFF2-40B4-BE49-F238E27FC236}">
                <a16:creationId xmlns:a16="http://schemas.microsoft.com/office/drawing/2014/main" id="{5DD0FE77-6532-68F2-A334-7CAA8ABA08DC}"/>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46782941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7C355077-8BA4-E9F7-D29A-EDD6ACA4E604}"/>
              </a:ext>
            </a:extLst>
          </p:cNvPr>
          <p:cNvGraphicFramePr>
            <a:graphicFrameLocks noGrp="1"/>
          </p:cNvGraphicFramePr>
          <p:nvPr>
            <p:ph sz="quarter" idx="14"/>
            <p:extLst>
              <p:ext uri="{D42A27DB-BD31-4B8C-83A1-F6EECF244321}">
                <p14:modId xmlns:p14="http://schemas.microsoft.com/office/powerpoint/2010/main" val="1681169283"/>
              </p:ext>
            </p:extLst>
          </p:nvPr>
        </p:nvGraphicFramePr>
        <p:xfrm>
          <a:off x="901700" y="1616075"/>
          <a:ext cx="10387013" cy="4195763"/>
        </p:xfrm>
        <a:graphic>
          <a:graphicData uri="http://schemas.openxmlformats.org/drawingml/2006/chart">
            <c:chart xmlns:c="http://schemas.openxmlformats.org/drawingml/2006/chart" xmlns:r="http://schemas.openxmlformats.org/officeDocument/2006/relationships" r:id="rId3"/>
          </a:graphicData>
        </a:graphic>
      </p:graphicFrame>
      <p:sp>
        <p:nvSpPr>
          <p:cNvPr id="7" name="Title 22">
            <a:extLst>
              <a:ext uri="{FF2B5EF4-FFF2-40B4-BE49-F238E27FC236}">
                <a16:creationId xmlns:a16="http://schemas.microsoft.com/office/drawing/2014/main" id="{29985FB5-C7C5-5FDB-F8D5-562353312640}"/>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VERTICAL</a:t>
            </a:r>
            <a:r>
              <a:rPr lang="en-US">
                <a:sym typeface="Century Gothic" panose="020B0502020202020204" pitchFamily="34" charset="0"/>
              </a:rPr>
              <a:t> BAR CHART</a:t>
            </a:r>
            <a:endParaRPr lang="en-GB">
              <a:sym typeface="Century Gothic" panose="020B0502020202020204" pitchFamily="34" charset="0"/>
            </a:endParaRPr>
          </a:p>
        </p:txBody>
      </p:sp>
      <p:sp>
        <p:nvSpPr>
          <p:cNvPr id="8" name="Text Placeholder 44">
            <a:extLst>
              <a:ext uri="{FF2B5EF4-FFF2-40B4-BE49-F238E27FC236}">
                <a16:creationId xmlns:a16="http://schemas.microsoft.com/office/drawing/2014/main" id="{443FA151-54B9-3665-2E98-708A3BBDE599}"/>
              </a:ext>
            </a:extLst>
          </p:cNvPr>
          <p:cNvSpPr>
            <a:spLocks noGrp="1"/>
          </p:cNvSpPr>
          <p:nvPr>
            <p:ph type="body" sz="quarter" idx="13"/>
          </p:nvPr>
        </p:nvSpPr>
        <p:spPr>
          <a:xfrm>
            <a:off x="365760" y="1095208"/>
            <a:ext cx="10956970" cy="360000"/>
          </a:xfrm>
        </p:spPr>
        <p:txBody>
          <a:bodyPr/>
          <a:lstStyle/>
          <a:p>
            <a:r>
              <a:rPr lang="en-GB">
                <a:sym typeface="Century Gothic" panose="020B0502020202020204" pitchFamily="34" charset="0"/>
              </a:rPr>
              <a:t>Subtitle example</a:t>
            </a:r>
          </a:p>
        </p:txBody>
      </p:sp>
      <p:sp>
        <p:nvSpPr>
          <p:cNvPr id="14" name="Text Placeholder 13">
            <a:extLst>
              <a:ext uri="{FF2B5EF4-FFF2-40B4-BE49-F238E27FC236}">
                <a16:creationId xmlns:a16="http://schemas.microsoft.com/office/drawing/2014/main" id="{4DB2E53E-730E-77A1-894A-A8212697C3B2}"/>
              </a:ext>
            </a:extLst>
          </p:cNvPr>
          <p:cNvSpPr>
            <a:spLocks noGrp="1"/>
          </p:cNvSpPr>
          <p:nvPr>
            <p:ph type="body" sz="quarter" idx="16"/>
          </p:nvPr>
        </p:nvSpPr>
        <p:spPr>
          <a:xfrm>
            <a:off x="274320" y="6309360"/>
            <a:ext cx="2286000" cy="234765"/>
          </a:xfrm>
        </p:spPr>
        <p:txBody>
          <a:bodyPr/>
          <a:lstStyle/>
          <a:p>
            <a:r>
              <a:rPr lang="en-US"/>
              <a:t>CONFIDENTIAL</a:t>
            </a:r>
          </a:p>
        </p:txBody>
      </p:sp>
      <p:sp>
        <p:nvSpPr>
          <p:cNvPr id="20" name="Text Placeholder 19">
            <a:extLst>
              <a:ext uri="{FF2B5EF4-FFF2-40B4-BE49-F238E27FC236}">
                <a16:creationId xmlns:a16="http://schemas.microsoft.com/office/drawing/2014/main" id="{3893702D-A3E0-B79F-3184-75C376972944}"/>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9800913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Placeholder 6">
            <a:extLst>
              <a:ext uri="{FF2B5EF4-FFF2-40B4-BE49-F238E27FC236}">
                <a16:creationId xmlns:a16="http://schemas.microsoft.com/office/drawing/2014/main" id="{E652864B-CD2E-E586-D084-C0D468788155}"/>
              </a:ext>
            </a:extLst>
          </p:cNvPr>
          <p:cNvGraphicFramePr>
            <a:graphicFrameLocks noGrp="1"/>
          </p:cNvGraphicFramePr>
          <p:nvPr>
            <p:ph type="chart" sz="quarter" idx="41"/>
            <p:extLst>
              <p:ext uri="{D42A27DB-BD31-4B8C-83A1-F6EECF244321}">
                <p14:modId xmlns:p14="http://schemas.microsoft.com/office/powerpoint/2010/main" val="2608447041"/>
              </p:ext>
            </p:extLst>
          </p:nvPr>
        </p:nvGraphicFramePr>
        <p:xfrm>
          <a:off x="612775" y="1600200"/>
          <a:ext cx="5029200" cy="42513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Placeholder 7">
            <a:extLst>
              <a:ext uri="{FF2B5EF4-FFF2-40B4-BE49-F238E27FC236}">
                <a16:creationId xmlns:a16="http://schemas.microsoft.com/office/drawing/2014/main" id="{20016922-0F19-9F1F-5B59-3D210610B4DF}"/>
              </a:ext>
            </a:extLst>
          </p:cNvPr>
          <p:cNvGraphicFramePr>
            <a:graphicFrameLocks noGrp="1"/>
          </p:cNvGraphicFramePr>
          <p:nvPr>
            <p:ph type="chart" sz="quarter" idx="42"/>
            <p:extLst>
              <p:ext uri="{D42A27DB-BD31-4B8C-83A1-F6EECF244321}">
                <p14:modId xmlns:p14="http://schemas.microsoft.com/office/powerpoint/2010/main" val="3990632071"/>
              </p:ext>
            </p:extLst>
          </p:nvPr>
        </p:nvGraphicFramePr>
        <p:xfrm>
          <a:off x="6308725" y="1600200"/>
          <a:ext cx="5029200" cy="4251325"/>
        </p:xfrm>
        <a:graphic>
          <a:graphicData uri="http://schemas.openxmlformats.org/drawingml/2006/chart">
            <c:chart xmlns:c="http://schemas.openxmlformats.org/drawingml/2006/chart" xmlns:r="http://schemas.openxmlformats.org/officeDocument/2006/relationships" r:id="rId4"/>
          </a:graphicData>
        </a:graphic>
      </p:graphicFrame>
      <p:sp>
        <p:nvSpPr>
          <p:cNvPr id="2" name="Title 1">
            <a:extLst>
              <a:ext uri="{FF2B5EF4-FFF2-40B4-BE49-F238E27FC236}">
                <a16:creationId xmlns:a16="http://schemas.microsoft.com/office/drawing/2014/main" id="{82AA7DA9-49CC-BE7D-72D8-CD8084FE388D}"/>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Pie</a:t>
            </a:r>
            <a:r>
              <a:rPr lang="en-US">
                <a:sym typeface="Century Gothic" panose="020B0502020202020204" pitchFamily="34" charset="0"/>
              </a:rPr>
              <a:t> chart slide</a:t>
            </a:r>
            <a:endParaRPr lang="en-US"/>
          </a:p>
        </p:txBody>
      </p:sp>
      <p:sp>
        <p:nvSpPr>
          <p:cNvPr id="6" name="Text Placeholder 5">
            <a:extLst>
              <a:ext uri="{FF2B5EF4-FFF2-40B4-BE49-F238E27FC236}">
                <a16:creationId xmlns:a16="http://schemas.microsoft.com/office/drawing/2014/main" id="{036DC06D-03AE-B4D1-DA6E-3E2F7DF42251}"/>
              </a:ext>
            </a:extLst>
          </p:cNvPr>
          <p:cNvSpPr>
            <a:spLocks noGrp="1"/>
          </p:cNvSpPr>
          <p:nvPr>
            <p:ph type="body" sz="quarter" idx="13"/>
          </p:nvPr>
        </p:nvSpPr>
        <p:spPr>
          <a:xfrm>
            <a:off x="365760" y="1095208"/>
            <a:ext cx="10956970" cy="360000"/>
          </a:xfrm>
        </p:spPr>
        <p:txBody>
          <a:bodyPr/>
          <a:lstStyle/>
          <a:p>
            <a:r>
              <a:rPr lang="en-US">
                <a:sym typeface="Century Gothic" panose="020B0502020202020204" pitchFamily="34" charset="0"/>
              </a:rPr>
              <a:t>SUBTITLE EXAMPLE</a:t>
            </a:r>
          </a:p>
        </p:txBody>
      </p:sp>
      <p:sp>
        <p:nvSpPr>
          <p:cNvPr id="18" name="Text Placeholder 17">
            <a:extLst>
              <a:ext uri="{FF2B5EF4-FFF2-40B4-BE49-F238E27FC236}">
                <a16:creationId xmlns:a16="http://schemas.microsoft.com/office/drawing/2014/main" id="{3EE7DAF3-3F43-5F2B-1A84-F268AEA8C1AB}"/>
              </a:ext>
            </a:extLst>
          </p:cNvPr>
          <p:cNvSpPr>
            <a:spLocks noGrp="1"/>
          </p:cNvSpPr>
          <p:nvPr>
            <p:ph type="body" sz="quarter" idx="16"/>
          </p:nvPr>
        </p:nvSpPr>
        <p:spPr>
          <a:xfrm>
            <a:off x="274320" y="6309360"/>
            <a:ext cx="2286000" cy="234765"/>
          </a:xfrm>
        </p:spPr>
        <p:txBody>
          <a:bodyPr/>
          <a:lstStyle/>
          <a:p>
            <a:r>
              <a:rPr lang="en-US"/>
              <a:t>CONFIDENTIAL</a:t>
            </a:r>
          </a:p>
        </p:txBody>
      </p:sp>
      <p:sp>
        <p:nvSpPr>
          <p:cNvPr id="24" name="Text Placeholder 23">
            <a:extLst>
              <a:ext uri="{FF2B5EF4-FFF2-40B4-BE49-F238E27FC236}">
                <a16:creationId xmlns:a16="http://schemas.microsoft.com/office/drawing/2014/main" id="{1F8C7947-008C-7B31-4609-77A89521FD91}"/>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21682108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martArt Placeholder 25">
            <a:extLst>
              <a:ext uri="{FF2B5EF4-FFF2-40B4-BE49-F238E27FC236}">
                <a16:creationId xmlns:a16="http://schemas.microsoft.com/office/drawing/2014/main" id="{D77099A4-3163-14D2-F1F1-EE86E6D9E989}"/>
              </a:ext>
            </a:extLst>
          </p:cNvPr>
          <p:cNvSpPr>
            <a:spLocks noGrp="1"/>
          </p:cNvSpPr>
          <p:nvPr>
            <p:ph type="dgm" sz="quarter" idx="44"/>
          </p:nvPr>
        </p:nvSpPr>
        <p:spPr/>
        <p:txBody>
          <a:bodyPr/>
          <a:lstStyle/>
          <a:p>
            <a:endParaRPr lang="en-US"/>
          </a:p>
        </p:txBody>
      </p:sp>
      <p:sp>
        <p:nvSpPr>
          <p:cNvPr id="25" name="SmartArt Placeholder 24">
            <a:extLst>
              <a:ext uri="{FF2B5EF4-FFF2-40B4-BE49-F238E27FC236}">
                <a16:creationId xmlns:a16="http://schemas.microsoft.com/office/drawing/2014/main" id="{AD7FA7FF-9018-76AE-0B65-E34AA03A9C55}"/>
              </a:ext>
            </a:extLst>
          </p:cNvPr>
          <p:cNvSpPr>
            <a:spLocks noGrp="1"/>
          </p:cNvSpPr>
          <p:nvPr>
            <p:ph type="dgm" sz="quarter" idx="43"/>
          </p:nvPr>
        </p:nvSpPr>
        <p:spPr/>
        <p:txBody>
          <a:bodyPr/>
          <a:lstStyle/>
          <a:p>
            <a:endParaRPr lang="en-US"/>
          </a:p>
        </p:txBody>
      </p:sp>
      <p:sp>
        <p:nvSpPr>
          <p:cNvPr id="4" name="Title 3">
            <a:extLst>
              <a:ext uri="{FF2B5EF4-FFF2-40B4-BE49-F238E27FC236}">
                <a16:creationId xmlns:a16="http://schemas.microsoft.com/office/drawing/2014/main" id="{798C2721-B650-B41A-BBF3-BD5B1561CF6B}"/>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SMARTART</a:t>
            </a:r>
            <a:r>
              <a:rPr lang="en-US">
                <a:sym typeface="Century Gothic" panose="020B0502020202020204" pitchFamily="34" charset="0"/>
              </a:rPr>
              <a:t> slide</a:t>
            </a:r>
            <a:endParaRPr lang="en-US"/>
          </a:p>
        </p:txBody>
      </p:sp>
      <p:sp>
        <p:nvSpPr>
          <p:cNvPr id="5" name="Text Placeholder 4">
            <a:extLst>
              <a:ext uri="{FF2B5EF4-FFF2-40B4-BE49-F238E27FC236}">
                <a16:creationId xmlns:a16="http://schemas.microsoft.com/office/drawing/2014/main" id="{53038107-0D44-2D44-58C7-57EED7CC416C}"/>
              </a:ext>
            </a:extLst>
          </p:cNvPr>
          <p:cNvSpPr>
            <a:spLocks noGrp="1"/>
          </p:cNvSpPr>
          <p:nvPr>
            <p:ph type="body" sz="quarter" idx="30"/>
          </p:nvPr>
        </p:nvSpPr>
        <p:spPr>
          <a:xfrm>
            <a:off x="614954" y="1320876"/>
            <a:ext cx="2517100" cy="306467"/>
          </a:xfrm>
        </p:spPr>
        <p:txBody>
          <a:bodyPr/>
          <a:lstStyle/>
          <a:p>
            <a:r>
              <a:rPr lang="en-US"/>
              <a:t>INSERT COLUMN TITLE HERE</a:t>
            </a:r>
          </a:p>
        </p:txBody>
      </p:sp>
      <p:sp>
        <p:nvSpPr>
          <p:cNvPr id="6" name="Text Placeholder 5">
            <a:extLst>
              <a:ext uri="{FF2B5EF4-FFF2-40B4-BE49-F238E27FC236}">
                <a16:creationId xmlns:a16="http://schemas.microsoft.com/office/drawing/2014/main" id="{A3A960B9-A72D-8461-128A-A2EBF164BC1A}"/>
              </a:ext>
            </a:extLst>
          </p:cNvPr>
          <p:cNvSpPr>
            <a:spLocks noGrp="1"/>
          </p:cNvSpPr>
          <p:nvPr>
            <p:ph type="body" sz="quarter" idx="39"/>
          </p:nvPr>
        </p:nvSpPr>
        <p:spPr>
          <a:xfrm>
            <a:off x="6299446" y="1320876"/>
            <a:ext cx="2517100" cy="306467"/>
          </a:xfrm>
        </p:spPr>
        <p:txBody>
          <a:bodyPr/>
          <a:lstStyle/>
          <a:p>
            <a:r>
              <a:rPr lang="en-US"/>
              <a:t>INSERT COLUMN TITLE HERE</a:t>
            </a:r>
          </a:p>
        </p:txBody>
      </p:sp>
      <p:sp>
        <p:nvSpPr>
          <p:cNvPr id="17" name="Text Placeholder 16">
            <a:extLst>
              <a:ext uri="{FF2B5EF4-FFF2-40B4-BE49-F238E27FC236}">
                <a16:creationId xmlns:a16="http://schemas.microsoft.com/office/drawing/2014/main" id="{16AD0DA5-750C-9B19-93F5-FFDE260A9E64}"/>
              </a:ext>
            </a:extLst>
          </p:cNvPr>
          <p:cNvSpPr>
            <a:spLocks noGrp="1"/>
          </p:cNvSpPr>
          <p:nvPr>
            <p:ph type="body" sz="quarter" idx="16"/>
          </p:nvPr>
        </p:nvSpPr>
        <p:spPr>
          <a:xfrm>
            <a:off x="274320" y="6309360"/>
            <a:ext cx="2286000" cy="234765"/>
          </a:xfrm>
        </p:spPr>
        <p:txBody>
          <a:bodyPr/>
          <a:lstStyle/>
          <a:p>
            <a:r>
              <a:rPr lang="en-US"/>
              <a:t>CONFIDENTIAL</a:t>
            </a:r>
          </a:p>
        </p:txBody>
      </p:sp>
      <p:sp>
        <p:nvSpPr>
          <p:cNvPr id="24" name="Text Placeholder 23">
            <a:extLst>
              <a:ext uri="{FF2B5EF4-FFF2-40B4-BE49-F238E27FC236}">
                <a16:creationId xmlns:a16="http://schemas.microsoft.com/office/drawing/2014/main" id="{1A73E990-0E15-A1A0-89B6-C0455AFFF3CA}"/>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99090600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itle 175">
            <a:extLst>
              <a:ext uri="{FF2B5EF4-FFF2-40B4-BE49-F238E27FC236}">
                <a16:creationId xmlns:a16="http://schemas.microsoft.com/office/drawing/2014/main" id="{C4066374-1E6C-EB78-0915-2988244A33F6}"/>
              </a:ext>
            </a:extLst>
          </p:cNvPr>
          <p:cNvSpPr>
            <a:spLocks noGrp="1"/>
          </p:cNvSpPr>
          <p:nvPr>
            <p:ph type="title"/>
          </p:nvPr>
        </p:nvSpPr>
        <p:spPr>
          <a:xfrm>
            <a:off x="365760" y="365760"/>
            <a:ext cx="10958513" cy="504000"/>
          </a:xfrm>
        </p:spPr>
        <p:txBody>
          <a:bodyPr/>
          <a:lstStyle/>
          <a:p>
            <a:r>
              <a:rPr lang="en-GB">
                <a:sym typeface="Century Gothic" panose="020B0502020202020204" pitchFamily="34" charset="0"/>
              </a:rPr>
              <a:t>MEET THE </a:t>
            </a:r>
            <a:r>
              <a:rPr lang="en-GB" u="sng">
                <a:sym typeface="Century Gothic" panose="020B0502020202020204" pitchFamily="34" charset="0"/>
              </a:rPr>
              <a:t>TEAM</a:t>
            </a:r>
          </a:p>
        </p:txBody>
      </p:sp>
      <p:sp>
        <p:nvSpPr>
          <p:cNvPr id="177" name="Text Placeholder 176">
            <a:extLst>
              <a:ext uri="{FF2B5EF4-FFF2-40B4-BE49-F238E27FC236}">
                <a16:creationId xmlns:a16="http://schemas.microsoft.com/office/drawing/2014/main" id="{8E645AB2-C308-3E6A-2704-E854497635CC}"/>
              </a:ext>
            </a:extLst>
          </p:cNvPr>
          <p:cNvSpPr>
            <a:spLocks noGrp="1"/>
          </p:cNvSpPr>
          <p:nvPr>
            <p:ph type="body" sz="quarter" idx="16"/>
          </p:nvPr>
        </p:nvSpPr>
        <p:spPr>
          <a:xfrm>
            <a:off x="1600200" y="1524000"/>
            <a:ext cx="2340000" cy="618330"/>
          </a:xfrm>
        </p:spPr>
        <p:txBody>
          <a:bodyPr wrap="square"/>
          <a:lstStyle/>
          <a:p>
            <a:r>
              <a:rPr lang="en-GB">
                <a:sym typeface="Century Gothic" panose="020B0502020202020204" pitchFamily="34" charset="0"/>
              </a:rPr>
              <a:t>INSERT NAME </a:t>
            </a:r>
            <a:br>
              <a:rPr lang="en-GB">
                <a:sym typeface="Century Gothic" panose="020B0502020202020204" pitchFamily="34" charset="0"/>
              </a:rPr>
            </a:br>
            <a:r>
              <a:rPr lang="en-GB">
                <a:sym typeface="Century Gothic" panose="020B0502020202020204" pitchFamily="34" charset="0"/>
              </a:rPr>
              <a:t>2 ROWS</a:t>
            </a:r>
          </a:p>
          <a:p>
            <a:pPr lvl="1"/>
            <a:r>
              <a:rPr lang="en-GB">
                <a:sym typeface="Century Gothic" panose="020B0502020202020204" pitchFamily="34" charset="0"/>
              </a:rPr>
              <a:t>Academic Degrees</a:t>
            </a:r>
          </a:p>
        </p:txBody>
      </p:sp>
      <p:sp>
        <p:nvSpPr>
          <p:cNvPr id="148" name="Picture Placeholder 147">
            <a:extLst>
              <a:ext uri="{FF2B5EF4-FFF2-40B4-BE49-F238E27FC236}">
                <a16:creationId xmlns:a16="http://schemas.microsoft.com/office/drawing/2014/main" id="{AF6860DD-ABD3-BE3F-AE7C-12FF048FC59D}"/>
              </a:ext>
            </a:extLst>
          </p:cNvPr>
          <p:cNvSpPr>
            <a:spLocks noGrp="1"/>
          </p:cNvSpPr>
          <p:nvPr>
            <p:ph type="pic" sz="quarter" idx="39"/>
          </p:nvPr>
        </p:nvSpPr>
        <p:spPr/>
        <p:txBody>
          <a:bodyPr/>
          <a:lstStyle/>
          <a:p>
            <a:endParaRPr lang="en-US"/>
          </a:p>
        </p:txBody>
      </p:sp>
      <p:sp>
        <p:nvSpPr>
          <p:cNvPr id="179" name="Text Placeholder 178">
            <a:extLst>
              <a:ext uri="{FF2B5EF4-FFF2-40B4-BE49-F238E27FC236}">
                <a16:creationId xmlns:a16="http://schemas.microsoft.com/office/drawing/2014/main" id="{9B121DFE-02A9-40CE-26BB-DE1087383C9A}"/>
              </a:ext>
            </a:extLst>
          </p:cNvPr>
          <p:cNvSpPr>
            <a:spLocks noGrp="1"/>
          </p:cNvSpPr>
          <p:nvPr>
            <p:ph type="body" sz="quarter" idx="41"/>
          </p:nvPr>
        </p:nvSpPr>
        <p:spPr>
          <a:xfrm>
            <a:off x="1600200" y="2190192"/>
            <a:ext cx="2340000" cy="360000"/>
          </a:xfrm>
        </p:spPr>
        <p:txBody>
          <a:bodyPr/>
          <a:lstStyle/>
          <a:p>
            <a:r>
              <a:rPr lang="en-GB">
                <a:sym typeface="Century Gothic" panose="020B0502020202020204" pitchFamily="34" charset="0"/>
              </a:rPr>
              <a:t>Job Title</a:t>
            </a:r>
          </a:p>
        </p:txBody>
      </p:sp>
      <p:sp>
        <p:nvSpPr>
          <p:cNvPr id="149" name="Picture Placeholder 148">
            <a:extLst>
              <a:ext uri="{FF2B5EF4-FFF2-40B4-BE49-F238E27FC236}">
                <a16:creationId xmlns:a16="http://schemas.microsoft.com/office/drawing/2014/main" id="{2D9BF96A-FBA4-2C8E-37B6-20F4F435B41C}"/>
              </a:ext>
            </a:extLst>
          </p:cNvPr>
          <p:cNvSpPr>
            <a:spLocks noGrp="1"/>
          </p:cNvSpPr>
          <p:nvPr>
            <p:ph type="pic" sz="quarter" idx="51"/>
          </p:nvPr>
        </p:nvSpPr>
        <p:spPr/>
        <p:txBody>
          <a:bodyPr/>
          <a:lstStyle/>
          <a:p>
            <a:endParaRPr lang="en-US"/>
          </a:p>
        </p:txBody>
      </p:sp>
      <p:sp>
        <p:nvSpPr>
          <p:cNvPr id="181" name="Text Placeholder 180">
            <a:extLst>
              <a:ext uri="{FF2B5EF4-FFF2-40B4-BE49-F238E27FC236}">
                <a16:creationId xmlns:a16="http://schemas.microsoft.com/office/drawing/2014/main" id="{7729AF30-6637-AF0B-43C0-B5142CEDCBEB}"/>
              </a:ext>
            </a:extLst>
          </p:cNvPr>
          <p:cNvSpPr>
            <a:spLocks noGrp="1"/>
          </p:cNvSpPr>
          <p:nvPr>
            <p:ph type="body" sz="quarter" idx="53"/>
          </p:nvPr>
        </p:nvSpPr>
        <p:spPr>
          <a:xfrm>
            <a:off x="1600200" y="3832090"/>
            <a:ext cx="2340000" cy="360000"/>
          </a:xfrm>
        </p:spPr>
        <p:txBody>
          <a:bodyPr/>
          <a:lstStyle/>
          <a:p>
            <a:r>
              <a:rPr lang="en-GB">
                <a:sym typeface="Century Gothic" panose="020B0502020202020204" pitchFamily="34" charset="0"/>
              </a:rPr>
              <a:t>Job Title</a:t>
            </a:r>
          </a:p>
        </p:txBody>
      </p:sp>
      <p:sp>
        <p:nvSpPr>
          <p:cNvPr id="150" name="Picture Placeholder 149">
            <a:extLst>
              <a:ext uri="{FF2B5EF4-FFF2-40B4-BE49-F238E27FC236}">
                <a16:creationId xmlns:a16="http://schemas.microsoft.com/office/drawing/2014/main" id="{2936641F-C37C-D47C-7B0E-B08C33D9C081}"/>
              </a:ext>
            </a:extLst>
          </p:cNvPr>
          <p:cNvSpPr>
            <a:spLocks noGrp="1"/>
          </p:cNvSpPr>
          <p:nvPr>
            <p:ph type="pic" sz="quarter" idx="63"/>
          </p:nvPr>
        </p:nvSpPr>
        <p:spPr/>
        <p:txBody>
          <a:bodyPr/>
          <a:lstStyle/>
          <a:p>
            <a:endParaRPr lang="en-US"/>
          </a:p>
        </p:txBody>
      </p:sp>
      <p:sp>
        <p:nvSpPr>
          <p:cNvPr id="183" name="Text Placeholder 182">
            <a:extLst>
              <a:ext uri="{FF2B5EF4-FFF2-40B4-BE49-F238E27FC236}">
                <a16:creationId xmlns:a16="http://schemas.microsoft.com/office/drawing/2014/main" id="{066B1CEC-B3D8-C767-EC25-1272B2CB3495}"/>
              </a:ext>
            </a:extLst>
          </p:cNvPr>
          <p:cNvSpPr>
            <a:spLocks noGrp="1"/>
          </p:cNvSpPr>
          <p:nvPr>
            <p:ph type="body" sz="quarter" idx="65"/>
          </p:nvPr>
        </p:nvSpPr>
        <p:spPr>
          <a:xfrm>
            <a:off x="1600200" y="5431200"/>
            <a:ext cx="2340000" cy="360000"/>
          </a:xfrm>
        </p:spPr>
        <p:txBody>
          <a:bodyPr/>
          <a:lstStyle/>
          <a:p>
            <a:r>
              <a:rPr lang="en-GB">
                <a:sym typeface="Century Gothic" panose="020B0502020202020204" pitchFamily="34" charset="0"/>
              </a:rPr>
              <a:t>Job Title</a:t>
            </a:r>
          </a:p>
        </p:txBody>
      </p:sp>
      <p:sp>
        <p:nvSpPr>
          <p:cNvPr id="184" name="Text Placeholder 183">
            <a:extLst>
              <a:ext uri="{FF2B5EF4-FFF2-40B4-BE49-F238E27FC236}">
                <a16:creationId xmlns:a16="http://schemas.microsoft.com/office/drawing/2014/main" id="{B78CA3EB-3D95-65F6-544D-377FE51B250E}"/>
              </a:ext>
            </a:extLst>
          </p:cNvPr>
          <p:cNvSpPr>
            <a:spLocks noGrp="1"/>
          </p:cNvSpPr>
          <p:nvPr>
            <p:ph type="body" sz="quarter" idx="76"/>
          </p:nvPr>
        </p:nvSpPr>
        <p:spPr>
          <a:xfrm>
            <a:off x="1600200" y="3165898"/>
            <a:ext cx="2340000" cy="618330"/>
          </a:xfrm>
        </p:spPr>
        <p:txBody>
          <a:bodyPr/>
          <a:lstStyle/>
          <a:p>
            <a:r>
              <a:rPr lang="en-GB">
                <a:sym typeface="Century Gothic" panose="020B0502020202020204" pitchFamily="34" charset="0"/>
              </a:rPr>
              <a:t>Insert name 1 row</a:t>
            </a:r>
          </a:p>
          <a:p>
            <a:pPr lvl="1"/>
            <a:r>
              <a:rPr lang="en-GB">
                <a:sym typeface="Century Gothic" panose="020B0502020202020204" pitchFamily="34" charset="0"/>
              </a:rPr>
              <a:t>Academic degrees</a:t>
            </a:r>
          </a:p>
        </p:txBody>
      </p:sp>
      <p:sp>
        <p:nvSpPr>
          <p:cNvPr id="185" name="Text Placeholder 184">
            <a:extLst>
              <a:ext uri="{FF2B5EF4-FFF2-40B4-BE49-F238E27FC236}">
                <a16:creationId xmlns:a16="http://schemas.microsoft.com/office/drawing/2014/main" id="{4CF25B42-B2AE-7774-E6C6-F8FBAB69A20B}"/>
              </a:ext>
            </a:extLst>
          </p:cNvPr>
          <p:cNvSpPr>
            <a:spLocks noGrp="1"/>
          </p:cNvSpPr>
          <p:nvPr>
            <p:ph type="body" sz="quarter" idx="81"/>
          </p:nvPr>
        </p:nvSpPr>
        <p:spPr>
          <a:xfrm>
            <a:off x="1600200" y="4752409"/>
            <a:ext cx="2340000" cy="618330"/>
          </a:xfrm>
        </p:spPr>
        <p:txBody>
          <a:bodyPr/>
          <a:lstStyle/>
          <a:p>
            <a:r>
              <a:rPr lang="en-GB">
                <a:sym typeface="Century Gothic" panose="020B0502020202020204" pitchFamily="34" charset="0"/>
              </a:rPr>
              <a:t>Insert name 1 row</a:t>
            </a:r>
          </a:p>
          <a:p>
            <a:pPr lvl="1"/>
            <a:r>
              <a:rPr lang="en-GB">
                <a:sym typeface="Century Gothic" panose="020B0502020202020204" pitchFamily="34" charset="0"/>
              </a:rPr>
              <a:t>Academic degrees</a:t>
            </a:r>
          </a:p>
        </p:txBody>
      </p:sp>
      <p:sp>
        <p:nvSpPr>
          <p:cNvPr id="186" name="Text Placeholder 185">
            <a:extLst>
              <a:ext uri="{FF2B5EF4-FFF2-40B4-BE49-F238E27FC236}">
                <a16:creationId xmlns:a16="http://schemas.microsoft.com/office/drawing/2014/main" id="{CB00D51A-3B0E-7B93-B21D-FF56A28BD4D4}"/>
              </a:ext>
            </a:extLst>
          </p:cNvPr>
          <p:cNvSpPr>
            <a:spLocks noGrp="1"/>
          </p:cNvSpPr>
          <p:nvPr>
            <p:ph type="body" sz="quarter" idx="82"/>
          </p:nvPr>
        </p:nvSpPr>
        <p:spPr>
          <a:xfrm>
            <a:off x="9299448" y="1524000"/>
            <a:ext cx="2340000" cy="618330"/>
          </a:xfrm>
        </p:spPr>
        <p:txBody>
          <a:bodyPr/>
          <a:lstStyle/>
          <a:p>
            <a:r>
              <a:rPr lang="en-GB">
                <a:sym typeface="Century Gothic" panose="020B0502020202020204" pitchFamily="34" charset="0"/>
              </a:rPr>
              <a:t>INSERT NAME </a:t>
            </a:r>
            <a:br>
              <a:rPr lang="en-GB">
                <a:sym typeface="Century Gothic" panose="020B0502020202020204" pitchFamily="34" charset="0"/>
              </a:rPr>
            </a:br>
            <a:r>
              <a:rPr lang="en-GB">
                <a:sym typeface="Century Gothic" panose="020B0502020202020204" pitchFamily="34" charset="0"/>
              </a:rPr>
              <a:t>2 ROWS</a:t>
            </a:r>
          </a:p>
          <a:p>
            <a:pPr lvl="1"/>
            <a:r>
              <a:rPr lang="en-GB">
                <a:sym typeface="Century Gothic" panose="020B0502020202020204" pitchFamily="34" charset="0"/>
              </a:rPr>
              <a:t>ACADEMIC DEGREES</a:t>
            </a:r>
          </a:p>
        </p:txBody>
      </p:sp>
      <p:sp>
        <p:nvSpPr>
          <p:cNvPr id="151" name="Picture Placeholder 150">
            <a:extLst>
              <a:ext uri="{FF2B5EF4-FFF2-40B4-BE49-F238E27FC236}">
                <a16:creationId xmlns:a16="http://schemas.microsoft.com/office/drawing/2014/main" id="{1B8B9307-9945-FEDF-CAC2-7DF1CAD1DDA7}"/>
              </a:ext>
            </a:extLst>
          </p:cNvPr>
          <p:cNvSpPr>
            <a:spLocks noGrp="1"/>
          </p:cNvSpPr>
          <p:nvPr>
            <p:ph type="pic" sz="quarter" idx="83"/>
          </p:nvPr>
        </p:nvSpPr>
        <p:spPr/>
        <p:txBody>
          <a:bodyPr/>
          <a:lstStyle/>
          <a:p>
            <a:endParaRPr lang="en-US"/>
          </a:p>
        </p:txBody>
      </p:sp>
      <p:sp>
        <p:nvSpPr>
          <p:cNvPr id="188" name="Text Placeholder 187">
            <a:extLst>
              <a:ext uri="{FF2B5EF4-FFF2-40B4-BE49-F238E27FC236}">
                <a16:creationId xmlns:a16="http://schemas.microsoft.com/office/drawing/2014/main" id="{B62BB072-70C6-3A76-19B3-BFE666BACEF6}"/>
              </a:ext>
            </a:extLst>
          </p:cNvPr>
          <p:cNvSpPr>
            <a:spLocks noGrp="1"/>
          </p:cNvSpPr>
          <p:nvPr>
            <p:ph type="body" sz="quarter" idx="84"/>
          </p:nvPr>
        </p:nvSpPr>
        <p:spPr>
          <a:xfrm>
            <a:off x="9299448" y="2190192"/>
            <a:ext cx="2340000" cy="360000"/>
          </a:xfrm>
        </p:spPr>
        <p:txBody>
          <a:bodyPr/>
          <a:lstStyle/>
          <a:p>
            <a:r>
              <a:rPr lang="en-GB">
                <a:sym typeface="Century Gothic" panose="020B0502020202020204" pitchFamily="34" charset="0"/>
              </a:rPr>
              <a:t>Job Title</a:t>
            </a:r>
          </a:p>
        </p:txBody>
      </p:sp>
      <p:sp>
        <p:nvSpPr>
          <p:cNvPr id="152" name="Picture Placeholder 151">
            <a:extLst>
              <a:ext uri="{FF2B5EF4-FFF2-40B4-BE49-F238E27FC236}">
                <a16:creationId xmlns:a16="http://schemas.microsoft.com/office/drawing/2014/main" id="{CC35AAD9-DE1D-975B-0DBA-27BAC9219489}"/>
              </a:ext>
            </a:extLst>
          </p:cNvPr>
          <p:cNvSpPr>
            <a:spLocks noGrp="1"/>
          </p:cNvSpPr>
          <p:nvPr>
            <p:ph type="pic" sz="quarter" idx="85"/>
          </p:nvPr>
        </p:nvSpPr>
        <p:spPr/>
        <p:txBody>
          <a:bodyPr/>
          <a:lstStyle/>
          <a:p>
            <a:endParaRPr lang="en-US"/>
          </a:p>
        </p:txBody>
      </p:sp>
      <p:sp>
        <p:nvSpPr>
          <p:cNvPr id="190" name="Text Placeholder 189">
            <a:extLst>
              <a:ext uri="{FF2B5EF4-FFF2-40B4-BE49-F238E27FC236}">
                <a16:creationId xmlns:a16="http://schemas.microsoft.com/office/drawing/2014/main" id="{CA9C7387-735F-1924-F46A-13E1C22B85C8}"/>
              </a:ext>
            </a:extLst>
          </p:cNvPr>
          <p:cNvSpPr>
            <a:spLocks noGrp="1"/>
          </p:cNvSpPr>
          <p:nvPr>
            <p:ph type="body" sz="quarter" idx="86"/>
          </p:nvPr>
        </p:nvSpPr>
        <p:spPr>
          <a:xfrm>
            <a:off x="9299448" y="3832090"/>
            <a:ext cx="2340000" cy="360000"/>
          </a:xfrm>
        </p:spPr>
        <p:txBody>
          <a:bodyPr/>
          <a:lstStyle/>
          <a:p>
            <a:r>
              <a:rPr lang="en-GB">
                <a:sym typeface="Century Gothic" panose="020B0502020202020204" pitchFamily="34" charset="0"/>
              </a:rPr>
              <a:t>Job Title</a:t>
            </a:r>
          </a:p>
        </p:txBody>
      </p:sp>
      <p:sp>
        <p:nvSpPr>
          <p:cNvPr id="153" name="Picture Placeholder 152">
            <a:extLst>
              <a:ext uri="{FF2B5EF4-FFF2-40B4-BE49-F238E27FC236}">
                <a16:creationId xmlns:a16="http://schemas.microsoft.com/office/drawing/2014/main" id="{D83BD03F-02D2-480E-4BE7-969083718EE3}"/>
              </a:ext>
            </a:extLst>
          </p:cNvPr>
          <p:cNvSpPr>
            <a:spLocks noGrp="1"/>
          </p:cNvSpPr>
          <p:nvPr>
            <p:ph type="pic" sz="quarter" idx="87"/>
          </p:nvPr>
        </p:nvSpPr>
        <p:spPr/>
        <p:txBody>
          <a:bodyPr/>
          <a:lstStyle/>
          <a:p>
            <a:endParaRPr lang="en-US"/>
          </a:p>
        </p:txBody>
      </p:sp>
      <p:sp>
        <p:nvSpPr>
          <p:cNvPr id="192" name="Text Placeholder 191">
            <a:extLst>
              <a:ext uri="{FF2B5EF4-FFF2-40B4-BE49-F238E27FC236}">
                <a16:creationId xmlns:a16="http://schemas.microsoft.com/office/drawing/2014/main" id="{9621A22B-7505-42A3-D0CD-FB8752363BF2}"/>
              </a:ext>
            </a:extLst>
          </p:cNvPr>
          <p:cNvSpPr>
            <a:spLocks noGrp="1"/>
          </p:cNvSpPr>
          <p:nvPr>
            <p:ph type="body" sz="quarter" idx="88"/>
          </p:nvPr>
        </p:nvSpPr>
        <p:spPr>
          <a:xfrm>
            <a:off x="9299448" y="5431200"/>
            <a:ext cx="2340000" cy="360000"/>
          </a:xfrm>
        </p:spPr>
        <p:txBody>
          <a:bodyPr/>
          <a:lstStyle/>
          <a:p>
            <a:r>
              <a:rPr lang="en-GB">
                <a:sym typeface="Century Gothic" panose="020B0502020202020204" pitchFamily="34" charset="0"/>
              </a:rPr>
              <a:t>Job Title</a:t>
            </a:r>
          </a:p>
        </p:txBody>
      </p:sp>
      <p:sp>
        <p:nvSpPr>
          <p:cNvPr id="193" name="Text Placeholder 192">
            <a:extLst>
              <a:ext uri="{FF2B5EF4-FFF2-40B4-BE49-F238E27FC236}">
                <a16:creationId xmlns:a16="http://schemas.microsoft.com/office/drawing/2014/main" id="{12961B4B-F5A2-8EB8-8065-7F9F6DE7BCD8}"/>
              </a:ext>
            </a:extLst>
          </p:cNvPr>
          <p:cNvSpPr>
            <a:spLocks noGrp="1"/>
          </p:cNvSpPr>
          <p:nvPr>
            <p:ph type="body" sz="quarter" idx="89"/>
          </p:nvPr>
        </p:nvSpPr>
        <p:spPr>
          <a:xfrm>
            <a:off x="9299448" y="3165898"/>
            <a:ext cx="2340000" cy="618330"/>
          </a:xfrm>
        </p:spPr>
        <p:txBody>
          <a:bodyPr/>
          <a:lstStyle/>
          <a:p>
            <a:r>
              <a:rPr lang="en-GB">
                <a:sym typeface="Century Gothic" panose="020B0502020202020204" pitchFamily="34" charset="0"/>
              </a:rPr>
              <a:t>Insert name 1 row</a:t>
            </a:r>
          </a:p>
          <a:p>
            <a:pPr lvl="1"/>
            <a:r>
              <a:rPr lang="en-GB">
                <a:sym typeface="Century Gothic" panose="020B0502020202020204" pitchFamily="34" charset="0"/>
              </a:rPr>
              <a:t>Academic degrees</a:t>
            </a:r>
          </a:p>
        </p:txBody>
      </p:sp>
      <p:sp>
        <p:nvSpPr>
          <p:cNvPr id="194" name="Text Placeholder 193">
            <a:extLst>
              <a:ext uri="{FF2B5EF4-FFF2-40B4-BE49-F238E27FC236}">
                <a16:creationId xmlns:a16="http://schemas.microsoft.com/office/drawing/2014/main" id="{34039BB8-F88C-13C9-58D2-CDB540B5AE6E}"/>
              </a:ext>
            </a:extLst>
          </p:cNvPr>
          <p:cNvSpPr>
            <a:spLocks noGrp="1"/>
          </p:cNvSpPr>
          <p:nvPr>
            <p:ph type="body" sz="quarter" idx="90"/>
          </p:nvPr>
        </p:nvSpPr>
        <p:spPr>
          <a:xfrm>
            <a:off x="9299448" y="4752409"/>
            <a:ext cx="2340000" cy="618330"/>
          </a:xfrm>
        </p:spPr>
        <p:txBody>
          <a:bodyPr/>
          <a:lstStyle/>
          <a:p>
            <a:r>
              <a:rPr lang="en-GB">
                <a:sym typeface="Century Gothic" panose="020B0502020202020204" pitchFamily="34" charset="0"/>
              </a:rPr>
              <a:t>Insert name 1 row</a:t>
            </a:r>
          </a:p>
          <a:p>
            <a:pPr lvl="1"/>
            <a:r>
              <a:rPr lang="en-GB">
                <a:sym typeface="Century Gothic" panose="020B0502020202020204" pitchFamily="34" charset="0"/>
              </a:rPr>
              <a:t>Academic degrees</a:t>
            </a:r>
          </a:p>
        </p:txBody>
      </p:sp>
      <p:sp>
        <p:nvSpPr>
          <p:cNvPr id="195" name="Text Placeholder 194">
            <a:extLst>
              <a:ext uri="{FF2B5EF4-FFF2-40B4-BE49-F238E27FC236}">
                <a16:creationId xmlns:a16="http://schemas.microsoft.com/office/drawing/2014/main" id="{00E1C096-1348-1353-8371-E24104B13AA8}"/>
              </a:ext>
            </a:extLst>
          </p:cNvPr>
          <p:cNvSpPr>
            <a:spLocks noGrp="1"/>
          </p:cNvSpPr>
          <p:nvPr>
            <p:ph type="body" sz="quarter" idx="91"/>
          </p:nvPr>
        </p:nvSpPr>
        <p:spPr>
          <a:xfrm>
            <a:off x="5449824" y="1524000"/>
            <a:ext cx="2340000" cy="618330"/>
          </a:xfrm>
        </p:spPr>
        <p:txBody>
          <a:bodyPr/>
          <a:lstStyle/>
          <a:p>
            <a:r>
              <a:rPr lang="en-GB">
                <a:sym typeface="Century Gothic" panose="020B0502020202020204" pitchFamily="34" charset="0"/>
              </a:rPr>
              <a:t>INSERT NAME </a:t>
            </a:r>
            <a:br>
              <a:rPr lang="en-GB">
                <a:sym typeface="Century Gothic" panose="020B0502020202020204" pitchFamily="34" charset="0"/>
              </a:rPr>
            </a:br>
            <a:r>
              <a:rPr lang="en-GB">
                <a:sym typeface="Century Gothic" panose="020B0502020202020204" pitchFamily="34" charset="0"/>
              </a:rPr>
              <a:t>2 ROWS</a:t>
            </a:r>
          </a:p>
          <a:p>
            <a:pPr lvl="1"/>
            <a:r>
              <a:rPr lang="en-GB">
                <a:sym typeface="Century Gothic" panose="020B0502020202020204" pitchFamily="34" charset="0"/>
              </a:rPr>
              <a:t>ACADEMIC DEGREES</a:t>
            </a:r>
          </a:p>
        </p:txBody>
      </p:sp>
      <p:sp>
        <p:nvSpPr>
          <p:cNvPr id="154" name="Picture Placeholder 153">
            <a:extLst>
              <a:ext uri="{FF2B5EF4-FFF2-40B4-BE49-F238E27FC236}">
                <a16:creationId xmlns:a16="http://schemas.microsoft.com/office/drawing/2014/main" id="{1D4EA81D-CEC1-A639-060B-5149CA5286DC}"/>
              </a:ext>
            </a:extLst>
          </p:cNvPr>
          <p:cNvSpPr>
            <a:spLocks noGrp="1"/>
          </p:cNvSpPr>
          <p:nvPr>
            <p:ph type="pic" sz="quarter" idx="92"/>
          </p:nvPr>
        </p:nvSpPr>
        <p:spPr/>
        <p:txBody>
          <a:bodyPr/>
          <a:lstStyle/>
          <a:p>
            <a:endParaRPr lang="en-US"/>
          </a:p>
        </p:txBody>
      </p:sp>
      <p:sp>
        <p:nvSpPr>
          <p:cNvPr id="197" name="Text Placeholder 196">
            <a:extLst>
              <a:ext uri="{FF2B5EF4-FFF2-40B4-BE49-F238E27FC236}">
                <a16:creationId xmlns:a16="http://schemas.microsoft.com/office/drawing/2014/main" id="{B2DF3AA7-7D2D-4EA8-3E5D-7EFC0DCED691}"/>
              </a:ext>
            </a:extLst>
          </p:cNvPr>
          <p:cNvSpPr>
            <a:spLocks noGrp="1"/>
          </p:cNvSpPr>
          <p:nvPr>
            <p:ph type="body" sz="quarter" idx="93"/>
          </p:nvPr>
        </p:nvSpPr>
        <p:spPr>
          <a:xfrm>
            <a:off x="5448090" y="2190192"/>
            <a:ext cx="2340000" cy="360000"/>
          </a:xfrm>
        </p:spPr>
        <p:txBody>
          <a:bodyPr/>
          <a:lstStyle/>
          <a:p>
            <a:r>
              <a:rPr lang="en-GB">
                <a:sym typeface="Century Gothic" panose="020B0502020202020204" pitchFamily="34" charset="0"/>
              </a:rPr>
              <a:t>Job Title</a:t>
            </a:r>
          </a:p>
        </p:txBody>
      </p:sp>
      <p:sp>
        <p:nvSpPr>
          <p:cNvPr id="155" name="Picture Placeholder 154">
            <a:extLst>
              <a:ext uri="{FF2B5EF4-FFF2-40B4-BE49-F238E27FC236}">
                <a16:creationId xmlns:a16="http://schemas.microsoft.com/office/drawing/2014/main" id="{CEAB3F7A-094F-0DC7-6039-0B2F72128C95}"/>
              </a:ext>
            </a:extLst>
          </p:cNvPr>
          <p:cNvSpPr>
            <a:spLocks noGrp="1"/>
          </p:cNvSpPr>
          <p:nvPr>
            <p:ph type="pic" sz="quarter" idx="94"/>
          </p:nvPr>
        </p:nvSpPr>
        <p:spPr/>
        <p:txBody>
          <a:bodyPr/>
          <a:lstStyle/>
          <a:p>
            <a:endParaRPr lang="en-US"/>
          </a:p>
        </p:txBody>
      </p:sp>
      <p:sp>
        <p:nvSpPr>
          <p:cNvPr id="199" name="Text Placeholder 198">
            <a:extLst>
              <a:ext uri="{FF2B5EF4-FFF2-40B4-BE49-F238E27FC236}">
                <a16:creationId xmlns:a16="http://schemas.microsoft.com/office/drawing/2014/main" id="{195AED20-AD33-7AA2-F9A7-8AC590EF90F0}"/>
              </a:ext>
            </a:extLst>
          </p:cNvPr>
          <p:cNvSpPr>
            <a:spLocks noGrp="1"/>
          </p:cNvSpPr>
          <p:nvPr>
            <p:ph type="body" sz="quarter" idx="95"/>
          </p:nvPr>
        </p:nvSpPr>
        <p:spPr>
          <a:xfrm>
            <a:off x="5448090" y="3832090"/>
            <a:ext cx="2340000" cy="360000"/>
          </a:xfrm>
        </p:spPr>
        <p:txBody>
          <a:bodyPr/>
          <a:lstStyle/>
          <a:p>
            <a:r>
              <a:rPr lang="en-GB">
                <a:sym typeface="Century Gothic" panose="020B0502020202020204" pitchFamily="34" charset="0"/>
              </a:rPr>
              <a:t>Job Title</a:t>
            </a:r>
          </a:p>
        </p:txBody>
      </p:sp>
      <p:sp>
        <p:nvSpPr>
          <p:cNvPr id="156" name="Picture Placeholder 155">
            <a:extLst>
              <a:ext uri="{FF2B5EF4-FFF2-40B4-BE49-F238E27FC236}">
                <a16:creationId xmlns:a16="http://schemas.microsoft.com/office/drawing/2014/main" id="{97382186-22D0-5FDD-E0CA-AA8CE294039A}"/>
              </a:ext>
            </a:extLst>
          </p:cNvPr>
          <p:cNvSpPr>
            <a:spLocks noGrp="1"/>
          </p:cNvSpPr>
          <p:nvPr>
            <p:ph type="pic" sz="quarter" idx="96"/>
          </p:nvPr>
        </p:nvSpPr>
        <p:spPr/>
        <p:txBody>
          <a:bodyPr/>
          <a:lstStyle/>
          <a:p>
            <a:endParaRPr lang="en-US"/>
          </a:p>
        </p:txBody>
      </p:sp>
      <p:sp>
        <p:nvSpPr>
          <p:cNvPr id="201" name="Text Placeholder 200">
            <a:extLst>
              <a:ext uri="{FF2B5EF4-FFF2-40B4-BE49-F238E27FC236}">
                <a16:creationId xmlns:a16="http://schemas.microsoft.com/office/drawing/2014/main" id="{E1EFBC41-BE38-A389-9FE1-CC2967A7889C}"/>
              </a:ext>
            </a:extLst>
          </p:cNvPr>
          <p:cNvSpPr>
            <a:spLocks noGrp="1"/>
          </p:cNvSpPr>
          <p:nvPr>
            <p:ph type="body" sz="quarter" idx="97"/>
          </p:nvPr>
        </p:nvSpPr>
        <p:spPr>
          <a:xfrm>
            <a:off x="5448090" y="5431200"/>
            <a:ext cx="2340000" cy="360000"/>
          </a:xfrm>
        </p:spPr>
        <p:txBody>
          <a:bodyPr/>
          <a:lstStyle/>
          <a:p>
            <a:r>
              <a:rPr lang="en-GB">
                <a:sym typeface="Century Gothic" panose="020B0502020202020204" pitchFamily="34" charset="0"/>
              </a:rPr>
              <a:t>Job Title</a:t>
            </a:r>
          </a:p>
        </p:txBody>
      </p:sp>
      <p:sp>
        <p:nvSpPr>
          <p:cNvPr id="202" name="Text Placeholder 201">
            <a:extLst>
              <a:ext uri="{FF2B5EF4-FFF2-40B4-BE49-F238E27FC236}">
                <a16:creationId xmlns:a16="http://schemas.microsoft.com/office/drawing/2014/main" id="{8B1F26FA-444E-81B6-FDB3-F398BE4B7EF2}"/>
              </a:ext>
            </a:extLst>
          </p:cNvPr>
          <p:cNvSpPr>
            <a:spLocks noGrp="1"/>
          </p:cNvSpPr>
          <p:nvPr>
            <p:ph type="body" sz="quarter" idx="98"/>
          </p:nvPr>
        </p:nvSpPr>
        <p:spPr>
          <a:xfrm>
            <a:off x="5448090" y="3165898"/>
            <a:ext cx="2340000" cy="618330"/>
          </a:xfrm>
        </p:spPr>
        <p:txBody>
          <a:bodyPr/>
          <a:lstStyle/>
          <a:p>
            <a:r>
              <a:rPr lang="en-GB">
                <a:sym typeface="Century Gothic" panose="020B0502020202020204" pitchFamily="34" charset="0"/>
              </a:rPr>
              <a:t>Insert name 1 row</a:t>
            </a:r>
          </a:p>
          <a:p>
            <a:pPr lvl="1"/>
            <a:r>
              <a:rPr lang="en-GB">
                <a:sym typeface="Century Gothic" panose="020B0502020202020204" pitchFamily="34" charset="0"/>
              </a:rPr>
              <a:t>Academic degrees</a:t>
            </a:r>
          </a:p>
        </p:txBody>
      </p:sp>
      <p:sp>
        <p:nvSpPr>
          <p:cNvPr id="203" name="Text Placeholder 202">
            <a:extLst>
              <a:ext uri="{FF2B5EF4-FFF2-40B4-BE49-F238E27FC236}">
                <a16:creationId xmlns:a16="http://schemas.microsoft.com/office/drawing/2014/main" id="{E71242EB-4E51-AB46-A3DD-B3DDAC5B4ED2}"/>
              </a:ext>
            </a:extLst>
          </p:cNvPr>
          <p:cNvSpPr>
            <a:spLocks noGrp="1"/>
          </p:cNvSpPr>
          <p:nvPr>
            <p:ph type="body" sz="quarter" idx="99"/>
          </p:nvPr>
        </p:nvSpPr>
        <p:spPr>
          <a:xfrm>
            <a:off x="5448090" y="4752409"/>
            <a:ext cx="2340000" cy="618330"/>
          </a:xfrm>
        </p:spPr>
        <p:txBody>
          <a:bodyPr/>
          <a:lstStyle/>
          <a:p>
            <a:r>
              <a:rPr lang="en-GB">
                <a:sym typeface="Century Gothic" panose="020B0502020202020204" pitchFamily="34" charset="0"/>
              </a:rPr>
              <a:t>Insert name 1 row</a:t>
            </a:r>
          </a:p>
          <a:p>
            <a:pPr lvl="1"/>
            <a:r>
              <a:rPr lang="en-GB">
                <a:sym typeface="Century Gothic" panose="020B0502020202020204" pitchFamily="34" charset="0"/>
              </a:rPr>
              <a:t>Academic degrees</a:t>
            </a:r>
          </a:p>
        </p:txBody>
      </p:sp>
      <p:sp>
        <p:nvSpPr>
          <p:cNvPr id="62" name="Text Placeholder 61">
            <a:extLst>
              <a:ext uri="{FF2B5EF4-FFF2-40B4-BE49-F238E27FC236}">
                <a16:creationId xmlns:a16="http://schemas.microsoft.com/office/drawing/2014/main" id="{C8D1A721-FD6C-D238-4052-BC229D28E7F0}"/>
              </a:ext>
            </a:extLst>
          </p:cNvPr>
          <p:cNvSpPr>
            <a:spLocks noGrp="1"/>
          </p:cNvSpPr>
          <p:nvPr>
            <p:ph type="body" sz="quarter" idx="100"/>
          </p:nvPr>
        </p:nvSpPr>
        <p:spPr>
          <a:xfrm>
            <a:off x="274320" y="6309360"/>
            <a:ext cx="2286000" cy="234765"/>
          </a:xfrm>
        </p:spPr>
        <p:txBody>
          <a:bodyPr/>
          <a:lstStyle/>
          <a:p>
            <a:r>
              <a:rPr lang="en-US"/>
              <a:t>CONFIDENTIAL</a:t>
            </a:r>
          </a:p>
        </p:txBody>
      </p:sp>
      <p:sp>
        <p:nvSpPr>
          <p:cNvPr id="147" name="Text Placeholder 146">
            <a:extLst>
              <a:ext uri="{FF2B5EF4-FFF2-40B4-BE49-F238E27FC236}">
                <a16:creationId xmlns:a16="http://schemas.microsoft.com/office/drawing/2014/main" id="{8B1D6467-20C8-8A5E-29CB-2CBE44D3F09A}"/>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6163057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itle 206">
            <a:extLst>
              <a:ext uri="{FF2B5EF4-FFF2-40B4-BE49-F238E27FC236}">
                <a16:creationId xmlns:a16="http://schemas.microsoft.com/office/drawing/2014/main" id="{1874BD7B-F852-254B-3A22-C3E7674C58A6}"/>
              </a:ext>
            </a:extLst>
          </p:cNvPr>
          <p:cNvSpPr>
            <a:spLocks noGrp="1"/>
          </p:cNvSpPr>
          <p:nvPr>
            <p:ph type="title"/>
          </p:nvPr>
        </p:nvSpPr>
        <p:spPr>
          <a:xfrm>
            <a:off x="365760" y="365760"/>
            <a:ext cx="10958513" cy="504000"/>
          </a:xfrm>
        </p:spPr>
        <p:txBody>
          <a:bodyPr/>
          <a:lstStyle/>
          <a:p>
            <a:r>
              <a:rPr lang="en-US"/>
              <a:t>Meet the </a:t>
            </a:r>
            <a:r>
              <a:rPr lang="en-US" b="1" u="sng"/>
              <a:t>team</a:t>
            </a:r>
          </a:p>
        </p:txBody>
      </p:sp>
      <p:sp>
        <p:nvSpPr>
          <p:cNvPr id="130" name="Text Placeholder 129">
            <a:extLst>
              <a:ext uri="{FF2B5EF4-FFF2-40B4-BE49-F238E27FC236}">
                <a16:creationId xmlns:a16="http://schemas.microsoft.com/office/drawing/2014/main" id="{09151EC0-4F8B-EC71-975B-93243BD70494}"/>
              </a:ext>
            </a:extLst>
          </p:cNvPr>
          <p:cNvSpPr>
            <a:spLocks noGrp="1"/>
          </p:cNvSpPr>
          <p:nvPr>
            <p:ph type="body" sz="quarter" idx="16"/>
          </p:nvPr>
        </p:nvSpPr>
        <p:spPr>
          <a:xfrm>
            <a:off x="1051560" y="1463176"/>
            <a:ext cx="2743200" cy="731520"/>
          </a:xfrm>
        </p:spPr>
        <p:txBody>
          <a:bodyPr/>
          <a:lstStyle/>
          <a:p>
            <a:r>
              <a:rPr lang="en-GB">
                <a:sym typeface="Century Gothic" panose="020B0502020202020204" pitchFamily="34" charset="0"/>
              </a:rPr>
              <a:t>INSERT NAME here</a:t>
            </a:r>
          </a:p>
          <a:p>
            <a:r>
              <a:rPr lang="en-GB">
                <a:sym typeface="Century Gothic" panose="020B0502020202020204" pitchFamily="34" charset="0"/>
              </a:rPr>
              <a:t>2 ROWS</a:t>
            </a:r>
          </a:p>
          <a:p>
            <a:r>
              <a:rPr lang="en-GB" b="0">
                <a:sym typeface="Century Gothic" panose="020B0502020202020204" pitchFamily="34" charset="0"/>
              </a:rPr>
              <a:t>ACADEMIC DEGREES</a:t>
            </a:r>
          </a:p>
        </p:txBody>
      </p:sp>
      <p:sp>
        <p:nvSpPr>
          <p:cNvPr id="132" name="Text Placeholder 131">
            <a:extLst>
              <a:ext uri="{FF2B5EF4-FFF2-40B4-BE49-F238E27FC236}">
                <a16:creationId xmlns:a16="http://schemas.microsoft.com/office/drawing/2014/main" id="{1485AC50-E929-0CE2-CA03-642ACBAB0080}"/>
              </a:ext>
            </a:extLst>
          </p:cNvPr>
          <p:cNvSpPr>
            <a:spLocks noGrp="1"/>
          </p:cNvSpPr>
          <p:nvPr>
            <p:ph type="body" sz="quarter" idx="41"/>
          </p:nvPr>
        </p:nvSpPr>
        <p:spPr>
          <a:xfrm>
            <a:off x="1051560" y="2208521"/>
            <a:ext cx="2743200" cy="360000"/>
          </a:xfrm>
        </p:spPr>
        <p:txBody>
          <a:bodyPr/>
          <a:lstStyle/>
          <a:p>
            <a:r>
              <a:rPr lang="en-US"/>
              <a:t>Job Title</a:t>
            </a:r>
          </a:p>
        </p:txBody>
      </p:sp>
      <p:sp>
        <p:nvSpPr>
          <p:cNvPr id="209" name="Text Placeholder 208">
            <a:extLst>
              <a:ext uri="{FF2B5EF4-FFF2-40B4-BE49-F238E27FC236}">
                <a16:creationId xmlns:a16="http://schemas.microsoft.com/office/drawing/2014/main" id="{43D1B995-850A-EA38-79E8-DE942C8B5EDF}"/>
              </a:ext>
            </a:extLst>
          </p:cNvPr>
          <p:cNvSpPr>
            <a:spLocks noGrp="1"/>
          </p:cNvSpPr>
          <p:nvPr>
            <p:ph type="body" sz="quarter" idx="53"/>
          </p:nvPr>
        </p:nvSpPr>
        <p:spPr>
          <a:xfrm>
            <a:off x="1051560" y="3620856"/>
            <a:ext cx="2743200" cy="360000"/>
          </a:xfrm>
        </p:spPr>
        <p:txBody>
          <a:bodyPr/>
          <a:lstStyle/>
          <a:p>
            <a:r>
              <a:rPr lang="en-US"/>
              <a:t>Job Title</a:t>
            </a:r>
          </a:p>
        </p:txBody>
      </p:sp>
      <p:sp>
        <p:nvSpPr>
          <p:cNvPr id="259" name="Text Placeholder 258">
            <a:extLst>
              <a:ext uri="{FF2B5EF4-FFF2-40B4-BE49-F238E27FC236}">
                <a16:creationId xmlns:a16="http://schemas.microsoft.com/office/drawing/2014/main" id="{05C85648-AB7D-5480-EB2F-3426C8BB4A10}"/>
              </a:ext>
            </a:extLst>
          </p:cNvPr>
          <p:cNvSpPr>
            <a:spLocks noGrp="1"/>
          </p:cNvSpPr>
          <p:nvPr>
            <p:ph type="body" sz="quarter" idx="65"/>
          </p:nvPr>
        </p:nvSpPr>
        <p:spPr>
          <a:xfrm>
            <a:off x="1051560" y="5017651"/>
            <a:ext cx="2743200" cy="360000"/>
          </a:xfrm>
        </p:spPr>
        <p:txBody>
          <a:bodyPr/>
          <a:lstStyle/>
          <a:p>
            <a:r>
              <a:rPr lang="en-US"/>
              <a:t>Job Title</a:t>
            </a:r>
          </a:p>
        </p:txBody>
      </p:sp>
      <p:sp>
        <p:nvSpPr>
          <p:cNvPr id="211" name="Text Placeholder 210">
            <a:extLst>
              <a:ext uri="{FF2B5EF4-FFF2-40B4-BE49-F238E27FC236}">
                <a16:creationId xmlns:a16="http://schemas.microsoft.com/office/drawing/2014/main" id="{3D529575-FABC-EBC1-D347-408D617B3BB4}"/>
              </a:ext>
            </a:extLst>
          </p:cNvPr>
          <p:cNvSpPr>
            <a:spLocks noGrp="1"/>
          </p:cNvSpPr>
          <p:nvPr>
            <p:ph type="body" sz="quarter" idx="76"/>
          </p:nvPr>
        </p:nvSpPr>
        <p:spPr>
          <a:xfrm>
            <a:off x="1051560" y="3064624"/>
            <a:ext cx="2743200" cy="539496"/>
          </a:xfrm>
        </p:spPr>
        <p:txBody>
          <a:bodyPr/>
          <a:lstStyle/>
          <a:p>
            <a:r>
              <a:rPr lang="en-US"/>
              <a:t>Insert Name 1 row</a:t>
            </a:r>
          </a:p>
          <a:p>
            <a:r>
              <a:rPr lang="en-US" b="0"/>
              <a:t>Academic degrees</a:t>
            </a:r>
          </a:p>
        </p:txBody>
      </p:sp>
      <p:sp>
        <p:nvSpPr>
          <p:cNvPr id="292" name="Text Placeholder 291">
            <a:extLst>
              <a:ext uri="{FF2B5EF4-FFF2-40B4-BE49-F238E27FC236}">
                <a16:creationId xmlns:a16="http://schemas.microsoft.com/office/drawing/2014/main" id="{A25C81C6-8C6B-F409-2CA4-072F654445EF}"/>
              </a:ext>
            </a:extLst>
          </p:cNvPr>
          <p:cNvSpPr>
            <a:spLocks noGrp="1"/>
          </p:cNvSpPr>
          <p:nvPr>
            <p:ph type="body" sz="quarter" idx="81"/>
          </p:nvPr>
        </p:nvSpPr>
        <p:spPr>
          <a:xfrm>
            <a:off x="1051560" y="4460082"/>
            <a:ext cx="2743200" cy="539496"/>
          </a:xfrm>
        </p:spPr>
        <p:txBody>
          <a:bodyPr/>
          <a:lstStyle/>
          <a:p>
            <a:r>
              <a:rPr lang="en-US"/>
              <a:t>Insert Name 1 row</a:t>
            </a:r>
          </a:p>
          <a:p>
            <a:r>
              <a:rPr lang="en-US" b="0"/>
              <a:t>Academic degrees</a:t>
            </a:r>
          </a:p>
        </p:txBody>
      </p:sp>
      <p:sp>
        <p:nvSpPr>
          <p:cNvPr id="261" name="Text Placeholder 260">
            <a:extLst>
              <a:ext uri="{FF2B5EF4-FFF2-40B4-BE49-F238E27FC236}">
                <a16:creationId xmlns:a16="http://schemas.microsoft.com/office/drawing/2014/main" id="{96C5D231-365D-D775-E760-01985AE768EF}"/>
              </a:ext>
            </a:extLst>
          </p:cNvPr>
          <p:cNvSpPr>
            <a:spLocks noGrp="1"/>
          </p:cNvSpPr>
          <p:nvPr>
            <p:ph type="body" sz="quarter" idx="82"/>
          </p:nvPr>
        </p:nvSpPr>
        <p:spPr>
          <a:xfrm>
            <a:off x="8686800" y="1463176"/>
            <a:ext cx="2743200" cy="731520"/>
          </a:xfrm>
        </p:spPr>
        <p:txBody>
          <a:bodyPr/>
          <a:lstStyle/>
          <a:p>
            <a:r>
              <a:rPr lang="en-GB">
                <a:sym typeface="Century Gothic" panose="020B0502020202020204" pitchFamily="34" charset="0"/>
              </a:rPr>
              <a:t>INSERT NAME here</a:t>
            </a:r>
          </a:p>
          <a:p>
            <a:r>
              <a:rPr lang="en-GB">
                <a:sym typeface="Century Gothic" panose="020B0502020202020204" pitchFamily="34" charset="0"/>
              </a:rPr>
              <a:t>2 ROWS</a:t>
            </a:r>
          </a:p>
          <a:p>
            <a:r>
              <a:rPr lang="en-GB" b="0">
                <a:sym typeface="Century Gothic" panose="020B0502020202020204" pitchFamily="34" charset="0"/>
              </a:rPr>
              <a:t>ACADEMIC DEGREES</a:t>
            </a:r>
          </a:p>
        </p:txBody>
      </p:sp>
      <p:sp>
        <p:nvSpPr>
          <p:cNvPr id="262" name="Text Placeholder 261">
            <a:extLst>
              <a:ext uri="{FF2B5EF4-FFF2-40B4-BE49-F238E27FC236}">
                <a16:creationId xmlns:a16="http://schemas.microsoft.com/office/drawing/2014/main" id="{01C48461-08CA-6D6D-5110-528FFF825798}"/>
              </a:ext>
            </a:extLst>
          </p:cNvPr>
          <p:cNvSpPr>
            <a:spLocks noGrp="1"/>
          </p:cNvSpPr>
          <p:nvPr>
            <p:ph type="body" sz="quarter" idx="84"/>
          </p:nvPr>
        </p:nvSpPr>
        <p:spPr>
          <a:xfrm>
            <a:off x="8686800" y="2208521"/>
            <a:ext cx="2743200" cy="360000"/>
          </a:xfrm>
        </p:spPr>
        <p:txBody>
          <a:bodyPr/>
          <a:lstStyle/>
          <a:p>
            <a:r>
              <a:rPr lang="en-US"/>
              <a:t>Job Title</a:t>
            </a:r>
          </a:p>
        </p:txBody>
      </p:sp>
      <p:sp>
        <p:nvSpPr>
          <p:cNvPr id="263" name="Text Placeholder 262">
            <a:extLst>
              <a:ext uri="{FF2B5EF4-FFF2-40B4-BE49-F238E27FC236}">
                <a16:creationId xmlns:a16="http://schemas.microsoft.com/office/drawing/2014/main" id="{2F74CD41-60C5-FFA2-5133-9CF598DCF5C4}"/>
              </a:ext>
            </a:extLst>
          </p:cNvPr>
          <p:cNvSpPr>
            <a:spLocks noGrp="1"/>
          </p:cNvSpPr>
          <p:nvPr>
            <p:ph type="body" sz="quarter" idx="86"/>
          </p:nvPr>
        </p:nvSpPr>
        <p:spPr>
          <a:xfrm>
            <a:off x="8686800" y="3620856"/>
            <a:ext cx="2743200" cy="360000"/>
          </a:xfrm>
        </p:spPr>
        <p:txBody>
          <a:bodyPr/>
          <a:lstStyle/>
          <a:p>
            <a:r>
              <a:rPr lang="en-US"/>
              <a:t>Job Title</a:t>
            </a:r>
          </a:p>
        </p:txBody>
      </p:sp>
      <p:sp>
        <p:nvSpPr>
          <p:cNvPr id="264" name="Text Placeholder 263">
            <a:extLst>
              <a:ext uri="{FF2B5EF4-FFF2-40B4-BE49-F238E27FC236}">
                <a16:creationId xmlns:a16="http://schemas.microsoft.com/office/drawing/2014/main" id="{FBAB9711-C7AA-63CD-54AB-C0B764DB6B54}"/>
              </a:ext>
            </a:extLst>
          </p:cNvPr>
          <p:cNvSpPr>
            <a:spLocks noGrp="1"/>
          </p:cNvSpPr>
          <p:nvPr>
            <p:ph type="body" sz="quarter" idx="88"/>
          </p:nvPr>
        </p:nvSpPr>
        <p:spPr>
          <a:xfrm>
            <a:off x="8686800" y="5017651"/>
            <a:ext cx="2743200" cy="360000"/>
          </a:xfrm>
        </p:spPr>
        <p:txBody>
          <a:bodyPr/>
          <a:lstStyle/>
          <a:p>
            <a:r>
              <a:rPr lang="en-US"/>
              <a:t>Job Title</a:t>
            </a:r>
          </a:p>
        </p:txBody>
      </p:sp>
      <p:sp>
        <p:nvSpPr>
          <p:cNvPr id="293" name="Text Placeholder 292">
            <a:extLst>
              <a:ext uri="{FF2B5EF4-FFF2-40B4-BE49-F238E27FC236}">
                <a16:creationId xmlns:a16="http://schemas.microsoft.com/office/drawing/2014/main" id="{0C2E5E7B-57C8-FE40-C098-2488CE8780C8}"/>
              </a:ext>
            </a:extLst>
          </p:cNvPr>
          <p:cNvSpPr>
            <a:spLocks noGrp="1"/>
          </p:cNvSpPr>
          <p:nvPr>
            <p:ph type="body" sz="quarter" idx="89"/>
          </p:nvPr>
        </p:nvSpPr>
        <p:spPr>
          <a:xfrm>
            <a:off x="8686800" y="3064624"/>
            <a:ext cx="2743200" cy="539496"/>
          </a:xfrm>
        </p:spPr>
        <p:txBody>
          <a:bodyPr/>
          <a:lstStyle/>
          <a:p>
            <a:r>
              <a:rPr lang="en-US"/>
              <a:t>Insert Name 1 row</a:t>
            </a:r>
          </a:p>
          <a:p>
            <a:r>
              <a:rPr lang="en-US" b="0"/>
              <a:t>Academic degrees</a:t>
            </a:r>
          </a:p>
        </p:txBody>
      </p:sp>
      <p:sp>
        <p:nvSpPr>
          <p:cNvPr id="294" name="Text Placeholder 293">
            <a:extLst>
              <a:ext uri="{FF2B5EF4-FFF2-40B4-BE49-F238E27FC236}">
                <a16:creationId xmlns:a16="http://schemas.microsoft.com/office/drawing/2014/main" id="{6B47FC75-E813-C457-4460-818239FEE34F}"/>
              </a:ext>
            </a:extLst>
          </p:cNvPr>
          <p:cNvSpPr>
            <a:spLocks noGrp="1"/>
          </p:cNvSpPr>
          <p:nvPr>
            <p:ph type="body" sz="quarter" idx="90"/>
          </p:nvPr>
        </p:nvSpPr>
        <p:spPr>
          <a:xfrm>
            <a:off x="8686800" y="4460082"/>
            <a:ext cx="2743200" cy="539496"/>
          </a:xfrm>
        </p:spPr>
        <p:txBody>
          <a:bodyPr/>
          <a:lstStyle/>
          <a:p>
            <a:r>
              <a:rPr lang="en-US"/>
              <a:t>Insert Name 1 row</a:t>
            </a:r>
          </a:p>
          <a:p>
            <a:r>
              <a:rPr lang="en-US" b="0"/>
              <a:t>Academic degrees</a:t>
            </a:r>
          </a:p>
        </p:txBody>
      </p:sp>
      <p:sp>
        <p:nvSpPr>
          <p:cNvPr id="267" name="Text Placeholder 266">
            <a:extLst>
              <a:ext uri="{FF2B5EF4-FFF2-40B4-BE49-F238E27FC236}">
                <a16:creationId xmlns:a16="http://schemas.microsoft.com/office/drawing/2014/main" id="{D289D856-D673-4FC7-C0E3-5325F54F2103}"/>
              </a:ext>
            </a:extLst>
          </p:cNvPr>
          <p:cNvSpPr>
            <a:spLocks noGrp="1"/>
          </p:cNvSpPr>
          <p:nvPr>
            <p:ph type="body" sz="quarter" idx="91"/>
          </p:nvPr>
        </p:nvSpPr>
        <p:spPr>
          <a:xfrm>
            <a:off x="4818888" y="1463176"/>
            <a:ext cx="2743200" cy="731520"/>
          </a:xfrm>
        </p:spPr>
        <p:txBody>
          <a:bodyPr/>
          <a:lstStyle/>
          <a:p>
            <a:r>
              <a:rPr lang="en-GB">
                <a:sym typeface="Century Gothic" panose="020B0502020202020204" pitchFamily="34" charset="0"/>
              </a:rPr>
              <a:t>INSERT NAME here</a:t>
            </a:r>
          </a:p>
          <a:p>
            <a:r>
              <a:rPr lang="en-GB">
                <a:sym typeface="Century Gothic" panose="020B0502020202020204" pitchFamily="34" charset="0"/>
              </a:rPr>
              <a:t>2 ROWS</a:t>
            </a:r>
          </a:p>
          <a:p>
            <a:r>
              <a:rPr lang="en-GB" b="0">
                <a:sym typeface="Century Gothic" panose="020B0502020202020204" pitchFamily="34" charset="0"/>
              </a:rPr>
              <a:t>ACADEMIC DEGREES</a:t>
            </a:r>
          </a:p>
        </p:txBody>
      </p:sp>
      <p:sp>
        <p:nvSpPr>
          <p:cNvPr id="268" name="Text Placeholder 267">
            <a:extLst>
              <a:ext uri="{FF2B5EF4-FFF2-40B4-BE49-F238E27FC236}">
                <a16:creationId xmlns:a16="http://schemas.microsoft.com/office/drawing/2014/main" id="{C3978F64-E981-841D-EEBB-37405394F9A0}"/>
              </a:ext>
            </a:extLst>
          </p:cNvPr>
          <p:cNvSpPr>
            <a:spLocks noGrp="1"/>
          </p:cNvSpPr>
          <p:nvPr>
            <p:ph type="body" sz="quarter" idx="93"/>
          </p:nvPr>
        </p:nvSpPr>
        <p:spPr>
          <a:xfrm>
            <a:off x="4818888" y="2208521"/>
            <a:ext cx="2743200" cy="360000"/>
          </a:xfrm>
        </p:spPr>
        <p:txBody>
          <a:bodyPr/>
          <a:lstStyle/>
          <a:p>
            <a:r>
              <a:rPr lang="en-US"/>
              <a:t>Job Title</a:t>
            </a:r>
          </a:p>
        </p:txBody>
      </p:sp>
      <p:sp>
        <p:nvSpPr>
          <p:cNvPr id="269" name="Text Placeholder 268">
            <a:extLst>
              <a:ext uri="{FF2B5EF4-FFF2-40B4-BE49-F238E27FC236}">
                <a16:creationId xmlns:a16="http://schemas.microsoft.com/office/drawing/2014/main" id="{DCF3F7E2-7201-897E-4B50-189F4D5E5F1C}"/>
              </a:ext>
            </a:extLst>
          </p:cNvPr>
          <p:cNvSpPr>
            <a:spLocks noGrp="1"/>
          </p:cNvSpPr>
          <p:nvPr>
            <p:ph type="body" sz="quarter" idx="95"/>
          </p:nvPr>
        </p:nvSpPr>
        <p:spPr>
          <a:xfrm>
            <a:off x="4818888" y="3620856"/>
            <a:ext cx="2743200" cy="360000"/>
          </a:xfrm>
        </p:spPr>
        <p:txBody>
          <a:bodyPr/>
          <a:lstStyle/>
          <a:p>
            <a:r>
              <a:rPr lang="en-US"/>
              <a:t>Job Title</a:t>
            </a:r>
          </a:p>
        </p:txBody>
      </p:sp>
      <p:sp>
        <p:nvSpPr>
          <p:cNvPr id="270" name="Text Placeholder 269">
            <a:extLst>
              <a:ext uri="{FF2B5EF4-FFF2-40B4-BE49-F238E27FC236}">
                <a16:creationId xmlns:a16="http://schemas.microsoft.com/office/drawing/2014/main" id="{F5B438BB-A55F-F9B6-C86C-0A528E11A4ED}"/>
              </a:ext>
            </a:extLst>
          </p:cNvPr>
          <p:cNvSpPr>
            <a:spLocks noGrp="1"/>
          </p:cNvSpPr>
          <p:nvPr>
            <p:ph type="body" sz="quarter" idx="97"/>
          </p:nvPr>
        </p:nvSpPr>
        <p:spPr>
          <a:xfrm>
            <a:off x="4818888" y="5017651"/>
            <a:ext cx="2743200" cy="360000"/>
          </a:xfrm>
        </p:spPr>
        <p:txBody>
          <a:bodyPr/>
          <a:lstStyle/>
          <a:p>
            <a:r>
              <a:rPr lang="en-US"/>
              <a:t>Job Title</a:t>
            </a:r>
          </a:p>
        </p:txBody>
      </p:sp>
      <p:sp>
        <p:nvSpPr>
          <p:cNvPr id="295" name="Text Placeholder 294">
            <a:extLst>
              <a:ext uri="{FF2B5EF4-FFF2-40B4-BE49-F238E27FC236}">
                <a16:creationId xmlns:a16="http://schemas.microsoft.com/office/drawing/2014/main" id="{1395A028-2B1B-D46F-F5E5-A3E531292822}"/>
              </a:ext>
            </a:extLst>
          </p:cNvPr>
          <p:cNvSpPr>
            <a:spLocks noGrp="1"/>
          </p:cNvSpPr>
          <p:nvPr>
            <p:ph type="body" sz="quarter" idx="98"/>
          </p:nvPr>
        </p:nvSpPr>
        <p:spPr>
          <a:xfrm>
            <a:off x="4818888" y="3064624"/>
            <a:ext cx="2743200" cy="539496"/>
          </a:xfrm>
        </p:spPr>
        <p:txBody>
          <a:bodyPr/>
          <a:lstStyle/>
          <a:p>
            <a:r>
              <a:rPr lang="en-US"/>
              <a:t>Insert Name 1 row</a:t>
            </a:r>
          </a:p>
          <a:p>
            <a:r>
              <a:rPr lang="en-US" b="0"/>
              <a:t>Academic degrees</a:t>
            </a:r>
          </a:p>
        </p:txBody>
      </p:sp>
      <p:sp>
        <p:nvSpPr>
          <p:cNvPr id="296" name="Text Placeholder 295">
            <a:extLst>
              <a:ext uri="{FF2B5EF4-FFF2-40B4-BE49-F238E27FC236}">
                <a16:creationId xmlns:a16="http://schemas.microsoft.com/office/drawing/2014/main" id="{88CAF68A-E77F-E240-D0CE-646390A34685}"/>
              </a:ext>
            </a:extLst>
          </p:cNvPr>
          <p:cNvSpPr>
            <a:spLocks noGrp="1"/>
          </p:cNvSpPr>
          <p:nvPr>
            <p:ph type="body" sz="quarter" idx="99"/>
          </p:nvPr>
        </p:nvSpPr>
        <p:spPr>
          <a:xfrm>
            <a:off x="4818888" y="4460082"/>
            <a:ext cx="2743200" cy="539496"/>
          </a:xfrm>
        </p:spPr>
        <p:txBody>
          <a:bodyPr/>
          <a:lstStyle/>
          <a:p>
            <a:r>
              <a:rPr lang="en-US"/>
              <a:t>Insert Name 1 row</a:t>
            </a:r>
          </a:p>
          <a:p>
            <a:r>
              <a:rPr lang="en-US" b="0"/>
              <a:t>Academic degrees</a:t>
            </a:r>
          </a:p>
        </p:txBody>
      </p:sp>
      <p:sp>
        <p:nvSpPr>
          <p:cNvPr id="397" name="Text Placeholder 396">
            <a:extLst>
              <a:ext uri="{FF2B5EF4-FFF2-40B4-BE49-F238E27FC236}">
                <a16:creationId xmlns:a16="http://schemas.microsoft.com/office/drawing/2014/main" id="{336665C5-9F73-E25E-183B-95F93A253E1A}"/>
              </a:ext>
            </a:extLst>
          </p:cNvPr>
          <p:cNvSpPr>
            <a:spLocks noGrp="1"/>
          </p:cNvSpPr>
          <p:nvPr>
            <p:ph type="body" sz="quarter" idx="100"/>
          </p:nvPr>
        </p:nvSpPr>
        <p:spPr>
          <a:xfrm>
            <a:off x="274320" y="6309360"/>
            <a:ext cx="2286000" cy="234765"/>
          </a:xfrm>
        </p:spPr>
        <p:txBody>
          <a:bodyPr/>
          <a:lstStyle/>
          <a:p>
            <a:r>
              <a:rPr lang="en-US"/>
              <a:t>CONFIDENTIAL</a:t>
            </a:r>
          </a:p>
        </p:txBody>
      </p:sp>
      <p:sp>
        <p:nvSpPr>
          <p:cNvPr id="199" name="Vertical Text Placeholder 198">
            <a:extLst>
              <a:ext uri="{FF2B5EF4-FFF2-40B4-BE49-F238E27FC236}">
                <a16:creationId xmlns:a16="http://schemas.microsoft.com/office/drawing/2014/main" id="{B2C6E5D8-0C0F-AC6E-626A-54322657C6E4}"/>
              </a:ext>
            </a:extLst>
          </p:cNvPr>
          <p:cNvSpPr>
            <a:spLocks noGrp="1"/>
          </p:cNvSpPr>
          <p:nvPr>
            <p:ph type="body" orient="vert" sz="quarter" idx="101"/>
          </p:nvPr>
        </p:nvSpPr>
        <p:spPr>
          <a:xfrm rot="10800000">
            <a:off x="457199" y="1463176"/>
            <a:ext cx="457200" cy="4144446"/>
          </a:xfrm>
        </p:spPr>
        <p:txBody>
          <a:bodyPr/>
          <a:lstStyle/>
          <a:p>
            <a:r>
              <a:rPr lang="en-US"/>
              <a:t>SUBTITLE</a:t>
            </a:r>
          </a:p>
        </p:txBody>
      </p:sp>
      <p:sp>
        <p:nvSpPr>
          <p:cNvPr id="200" name="Vertical Text Placeholder 199">
            <a:extLst>
              <a:ext uri="{FF2B5EF4-FFF2-40B4-BE49-F238E27FC236}">
                <a16:creationId xmlns:a16="http://schemas.microsoft.com/office/drawing/2014/main" id="{76088379-0E16-71D2-DF64-10009D9B4DF5}"/>
              </a:ext>
            </a:extLst>
          </p:cNvPr>
          <p:cNvSpPr>
            <a:spLocks noGrp="1"/>
          </p:cNvSpPr>
          <p:nvPr>
            <p:ph type="body" orient="vert" sz="quarter" idx="102"/>
          </p:nvPr>
        </p:nvSpPr>
        <p:spPr>
          <a:xfrm rot="10800000">
            <a:off x="4191000" y="1463176"/>
            <a:ext cx="457200" cy="4144446"/>
          </a:xfrm>
        </p:spPr>
        <p:txBody>
          <a:bodyPr/>
          <a:lstStyle/>
          <a:p>
            <a:r>
              <a:rPr lang="en-US"/>
              <a:t>SUBTITLE</a:t>
            </a:r>
          </a:p>
        </p:txBody>
      </p:sp>
      <p:sp>
        <p:nvSpPr>
          <p:cNvPr id="201" name="Vertical Text Placeholder 200">
            <a:extLst>
              <a:ext uri="{FF2B5EF4-FFF2-40B4-BE49-F238E27FC236}">
                <a16:creationId xmlns:a16="http://schemas.microsoft.com/office/drawing/2014/main" id="{13D23EF6-400E-75F6-2679-BAB25F2A02BD}"/>
              </a:ext>
            </a:extLst>
          </p:cNvPr>
          <p:cNvSpPr>
            <a:spLocks noGrp="1"/>
          </p:cNvSpPr>
          <p:nvPr>
            <p:ph type="body" orient="vert" sz="quarter" idx="103"/>
          </p:nvPr>
        </p:nvSpPr>
        <p:spPr>
          <a:xfrm rot="10800000">
            <a:off x="8077200" y="1463176"/>
            <a:ext cx="457200" cy="4144446"/>
          </a:xfrm>
        </p:spPr>
        <p:txBody>
          <a:bodyPr/>
          <a:lstStyle/>
          <a:p>
            <a:r>
              <a:rPr lang="en-US"/>
              <a:t>SUBTITLE</a:t>
            </a:r>
          </a:p>
        </p:txBody>
      </p:sp>
      <p:sp>
        <p:nvSpPr>
          <p:cNvPr id="458" name="Text Placeholder 457">
            <a:extLst>
              <a:ext uri="{FF2B5EF4-FFF2-40B4-BE49-F238E27FC236}">
                <a16:creationId xmlns:a16="http://schemas.microsoft.com/office/drawing/2014/main" id="{250544ED-E946-98B3-0F2E-153F3918A3E0}"/>
              </a:ext>
            </a:extLst>
          </p:cNvPr>
          <p:cNvSpPr>
            <a:spLocks noGrp="1"/>
          </p:cNvSpPr>
          <p:nvPr>
            <p:ph type="body" sz="quarter" idx="14"/>
          </p:nvPr>
        </p:nvSpPr>
        <p:spPr/>
        <p:txBody>
          <a:bodyPr/>
          <a:lstStyle/>
          <a:p>
            <a:endParaRPr lang="en-US"/>
          </a:p>
        </p:txBody>
      </p:sp>
      <p:cxnSp>
        <p:nvCxnSpPr>
          <p:cNvPr id="74" name="Straight Connector 73">
            <a:extLst>
              <a:ext uri="{FF2B5EF4-FFF2-40B4-BE49-F238E27FC236}">
                <a16:creationId xmlns:a16="http://schemas.microsoft.com/office/drawing/2014/main" id="{EB10B003-7CE3-EDB8-7CC7-26640378B373}"/>
              </a:ext>
            </a:extLst>
          </p:cNvPr>
          <p:cNvCxnSpPr>
            <a:cxnSpLocks/>
          </p:cNvCxnSpPr>
          <p:nvPr/>
        </p:nvCxnSpPr>
        <p:spPr>
          <a:xfrm>
            <a:off x="1143000" y="2743200"/>
            <a:ext cx="2560320" cy="0"/>
          </a:xfrm>
          <a:prstGeom prst="line">
            <a:avLst/>
          </a:prstGeom>
          <a:ln w="28575" cap="rnd">
            <a:solidFill>
              <a:schemeClr val="accent5"/>
            </a:solidFill>
            <a:prstDash val="sysDot"/>
            <a:roun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0E00EC3-169D-1BB2-D5B3-0AF5A76DA520}"/>
              </a:ext>
            </a:extLst>
          </p:cNvPr>
          <p:cNvCxnSpPr>
            <a:cxnSpLocks/>
          </p:cNvCxnSpPr>
          <p:nvPr/>
        </p:nvCxnSpPr>
        <p:spPr>
          <a:xfrm>
            <a:off x="1143000" y="4191000"/>
            <a:ext cx="2560320" cy="0"/>
          </a:xfrm>
          <a:prstGeom prst="line">
            <a:avLst/>
          </a:prstGeom>
          <a:ln w="28575" cap="rnd">
            <a:solidFill>
              <a:schemeClr val="accent5"/>
            </a:soli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1421B8E-DCB4-7C40-5800-7E0074421A51}"/>
              </a:ext>
            </a:extLst>
          </p:cNvPr>
          <p:cNvCxnSpPr>
            <a:cxnSpLocks/>
          </p:cNvCxnSpPr>
          <p:nvPr/>
        </p:nvCxnSpPr>
        <p:spPr>
          <a:xfrm>
            <a:off x="4875251" y="2743200"/>
            <a:ext cx="2560320" cy="0"/>
          </a:xfrm>
          <a:prstGeom prst="line">
            <a:avLst/>
          </a:prstGeom>
          <a:ln w="28575" cap="rnd">
            <a:solidFill>
              <a:schemeClr val="accent5"/>
            </a:solidFill>
            <a:prstDash val="sysDot"/>
            <a:roun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21800D5-7A26-FC67-5CF1-593D0B57CE93}"/>
              </a:ext>
            </a:extLst>
          </p:cNvPr>
          <p:cNvCxnSpPr>
            <a:cxnSpLocks/>
          </p:cNvCxnSpPr>
          <p:nvPr/>
        </p:nvCxnSpPr>
        <p:spPr>
          <a:xfrm>
            <a:off x="4875251" y="4191000"/>
            <a:ext cx="2560320" cy="0"/>
          </a:xfrm>
          <a:prstGeom prst="line">
            <a:avLst/>
          </a:prstGeom>
          <a:ln w="28575" cap="rnd">
            <a:solidFill>
              <a:schemeClr val="accent5"/>
            </a:solidFill>
            <a:prstDash val="sysDot"/>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F44EC3D-C8B7-E39D-1CE0-F16983DB20C7}"/>
              </a:ext>
            </a:extLst>
          </p:cNvPr>
          <p:cNvCxnSpPr>
            <a:cxnSpLocks/>
          </p:cNvCxnSpPr>
          <p:nvPr/>
        </p:nvCxnSpPr>
        <p:spPr>
          <a:xfrm>
            <a:off x="8775827" y="2743200"/>
            <a:ext cx="2560320" cy="0"/>
          </a:xfrm>
          <a:prstGeom prst="line">
            <a:avLst/>
          </a:prstGeom>
          <a:ln w="28575" cap="rnd">
            <a:solidFill>
              <a:schemeClr val="accent5"/>
            </a:solidFill>
            <a:prstDash val="sysDot"/>
            <a:roun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379BCA1-D667-5578-B5AA-88E02C2B8C64}"/>
              </a:ext>
            </a:extLst>
          </p:cNvPr>
          <p:cNvCxnSpPr>
            <a:cxnSpLocks/>
          </p:cNvCxnSpPr>
          <p:nvPr/>
        </p:nvCxnSpPr>
        <p:spPr>
          <a:xfrm>
            <a:off x="8775827" y="4191000"/>
            <a:ext cx="2560320" cy="0"/>
          </a:xfrm>
          <a:prstGeom prst="line">
            <a:avLst/>
          </a:prstGeom>
          <a:ln w="28575" cap="rnd">
            <a:solidFill>
              <a:schemeClr val="accent5"/>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1202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57F2C05B-05B4-CA6E-0AB0-FF05F2C642C0}"/>
              </a:ext>
            </a:extLst>
          </p:cNvPr>
          <p:cNvSpPr>
            <a:spLocks noGrp="1"/>
          </p:cNvSpPr>
          <p:nvPr>
            <p:ph type="title"/>
          </p:nvPr>
        </p:nvSpPr>
        <p:spPr>
          <a:xfrm>
            <a:off x="365760" y="365760"/>
            <a:ext cx="10958513" cy="504000"/>
          </a:xfrm>
        </p:spPr>
        <p:txBody>
          <a:bodyPr/>
          <a:lstStyle/>
          <a:p>
            <a:r>
              <a:rPr lang="en-US"/>
              <a:t>TEAM </a:t>
            </a:r>
            <a:r>
              <a:rPr lang="en-US" b="1" u="sng"/>
              <a:t>GRATITUDE</a:t>
            </a:r>
          </a:p>
        </p:txBody>
      </p:sp>
      <p:sp>
        <p:nvSpPr>
          <p:cNvPr id="12" name="Text Placeholder 11">
            <a:extLst>
              <a:ext uri="{FF2B5EF4-FFF2-40B4-BE49-F238E27FC236}">
                <a16:creationId xmlns:a16="http://schemas.microsoft.com/office/drawing/2014/main" id="{0DA35219-608C-C9F0-A7EB-21A7CCDCD4C5}"/>
              </a:ext>
            </a:extLst>
          </p:cNvPr>
          <p:cNvSpPr>
            <a:spLocks noGrp="1"/>
          </p:cNvSpPr>
          <p:nvPr>
            <p:ph type="body" sz="quarter" idx="16"/>
          </p:nvPr>
        </p:nvSpPr>
        <p:spPr>
          <a:xfrm>
            <a:off x="1051560" y="1463176"/>
            <a:ext cx="2340000" cy="4480424"/>
          </a:xfrm>
        </p:spPr>
        <p:txBody>
          <a:bodyPr/>
          <a:lstStyle/>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p:txBody>
      </p:sp>
      <p:sp>
        <p:nvSpPr>
          <p:cNvPr id="24" name="Text Placeholder 23">
            <a:extLst>
              <a:ext uri="{FF2B5EF4-FFF2-40B4-BE49-F238E27FC236}">
                <a16:creationId xmlns:a16="http://schemas.microsoft.com/office/drawing/2014/main" id="{5BABDEB3-8519-1E9E-A78F-C96E2FD964F5}"/>
              </a:ext>
            </a:extLst>
          </p:cNvPr>
          <p:cNvSpPr>
            <a:spLocks noGrp="1"/>
          </p:cNvSpPr>
          <p:nvPr>
            <p:ph type="body" sz="quarter" idx="82"/>
          </p:nvPr>
        </p:nvSpPr>
        <p:spPr>
          <a:xfrm>
            <a:off x="8686800" y="1463176"/>
            <a:ext cx="2340000" cy="4480424"/>
          </a:xfrm>
        </p:spPr>
        <p:txBody>
          <a:bodyPr/>
          <a:lstStyle/>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p:txBody>
      </p:sp>
      <p:sp>
        <p:nvSpPr>
          <p:cNvPr id="15" name="Text Placeholder 14">
            <a:extLst>
              <a:ext uri="{FF2B5EF4-FFF2-40B4-BE49-F238E27FC236}">
                <a16:creationId xmlns:a16="http://schemas.microsoft.com/office/drawing/2014/main" id="{189D7FD1-4C03-0561-4875-B95555EAF330}"/>
              </a:ext>
            </a:extLst>
          </p:cNvPr>
          <p:cNvSpPr>
            <a:spLocks noGrp="1"/>
          </p:cNvSpPr>
          <p:nvPr>
            <p:ph type="body" sz="quarter" idx="91"/>
          </p:nvPr>
        </p:nvSpPr>
        <p:spPr>
          <a:xfrm>
            <a:off x="4818888" y="1463176"/>
            <a:ext cx="2340000" cy="4480424"/>
          </a:xfrm>
        </p:spPr>
        <p:txBody>
          <a:bodyPr/>
          <a:lstStyle/>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a:p>
            <a:r>
              <a:rPr lang="en-US"/>
              <a:t>Insert Name Here</a:t>
            </a:r>
          </a:p>
          <a:p>
            <a:r>
              <a:rPr lang="en-US" b="0"/>
              <a:t>Job Title</a:t>
            </a:r>
          </a:p>
          <a:p>
            <a:endParaRPr lang="en-US"/>
          </a:p>
        </p:txBody>
      </p:sp>
      <p:sp>
        <p:nvSpPr>
          <p:cNvPr id="22" name="Text Placeholder 21">
            <a:extLst>
              <a:ext uri="{FF2B5EF4-FFF2-40B4-BE49-F238E27FC236}">
                <a16:creationId xmlns:a16="http://schemas.microsoft.com/office/drawing/2014/main" id="{754A5BB5-C010-081C-CA06-903141814327}"/>
              </a:ext>
            </a:extLst>
          </p:cNvPr>
          <p:cNvSpPr>
            <a:spLocks noGrp="1"/>
          </p:cNvSpPr>
          <p:nvPr>
            <p:ph type="body" sz="quarter" idx="100"/>
          </p:nvPr>
        </p:nvSpPr>
        <p:spPr>
          <a:xfrm>
            <a:off x="274320" y="6309360"/>
            <a:ext cx="2286000" cy="234765"/>
          </a:xfrm>
        </p:spPr>
        <p:txBody>
          <a:bodyPr/>
          <a:lstStyle/>
          <a:p>
            <a:r>
              <a:rPr lang="en-US"/>
              <a:t>CONFIDENTIAL</a:t>
            </a:r>
          </a:p>
        </p:txBody>
      </p:sp>
      <p:sp>
        <p:nvSpPr>
          <p:cNvPr id="59" name="Vertical Text Placeholder 58">
            <a:extLst>
              <a:ext uri="{FF2B5EF4-FFF2-40B4-BE49-F238E27FC236}">
                <a16:creationId xmlns:a16="http://schemas.microsoft.com/office/drawing/2014/main" id="{A47F216F-1259-2858-80DC-1C65E5B66BD2}"/>
              </a:ext>
            </a:extLst>
          </p:cNvPr>
          <p:cNvSpPr>
            <a:spLocks noGrp="1"/>
          </p:cNvSpPr>
          <p:nvPr>
            <p:ph type="body" orient="vert" sz="quarter" idx="101"/>
          </p:nvPr>
        </p:nvSpPr>
        <p:spPr>
          <a:xfrm rot="10800000">
            <a:off x="457199" y="1463176"/>
            <a:ext cx="457200" cy="4480424"/>
          </a:xfrm>
        </p:spPr>
        <p:txBody>
          <a:bodyPr/>
          <a:lstStyle/>
          <a:p>
            <a:r>
              <a:rPr lang="en-US"/>
              <a:t>SUBTITLE</a:t>
            </a:r>
          </a:p>
        </p:txBody>
      </p:sp>
      <p:sp>
        <p:nvSpPr>
          <p:cNvPr id="60" name="Vertical Text Placeholder 59">
            <a:extLst>
              <a:ext uri="{FF2B5EF4-FFF2-40B4-BE49-F238E27FC236}">
                <a16:creationId xmlns:a16="http://schemas.microsoft.com/office/drawing/2014/main" id="{89ECFC60-2EA0-ABCF-08A4-D19761592567}"/>
              </a:ext>
            </a:extLst>
          </p:cNvPr>
          <p:cNvSpPr>
            <a:spLocks noGrp="1"/>
          </p:cNvSpPr>
          <p:nvPr>
            <p:ph type="body" orient="vert" sz="quarter" idx="102"/>
          </p:nvPr>
        </p:nvSpPr>
        <p:spPr>
          <a:xfrm rot="10800000">
            <a:off x="4191000" y="1463176"/>
            <a:ext cx="457200" cy="4480424"/>
          </a:xfrm>
        </p:spPr>
        <p:txBody>
          <a:bodyPr/>
          <a:lstStyle/>
          <a:p>
            <a:r>
              <a:rPr lang="en-US"/>
              <a:t>SUBTITLE</a:t>
            </a:r>
          </a:p>
        </p:txBody>
      </p:sp>
      <p:sp>
        <p:nvSpPr>
          <p:cNvPr id="61" name="Vertical Text Placeholder 60">
            <a:extLst>
              <a:ext uri="{FF2B5EF4-FFF2-40B4-BE49-F238E27FC236}">
                <a16:creationId xmlns:a16="http://schemas.microsoft.com/office/drawing/2014/main" id="{AC09753D-1E0C-A0C3-FC7F-5C406CBC587A}"/>
              </a:ext>
            </a:extLst>
          </p:cNvPr>
          <p:cNvSpPr>
            <a:spLocks noGrp="1"/>
          </p:cNvSpPr>
          <p:nvPr>
            <p:ph type="body" orient="vert" sz="quarter" idx="103"/>
          </p:nvPr>
        </p:nvSpPr>
        <p:spPr>
          <a:xfrm rot="10800000">
            <a:off x="8077200" y="1463176"/>
            <a:ext cx="457200" cy="4480424"/>
          </a:xfrm>
        </p:spPr>
        <p:txBody>
          <a:bodyPr/>
          <a:lstStyle/>
          <a:p>
            <a:r>
              <a:rPr lang="en-US"/>
              <a:t>SUBTITLE</a:t>
            </a:r>
          </a:p>
        </p:txBody>
      </p:sp>
      <p:sp>
        <p:nvSpPr>
          <p:cNvPr id="32" name="Text Placeholder 31">
            <a:extLst>
              <a:ext uri="{FF2B5EF4-FFF2-40B4-BE49-F238E27FC236}">
                <a16:creationId xmlns:a16="http://schemas.microsoft.com/office/drawing/2014/main" id="{72DA5BAC-CB4E-6052-E625-EDD462141434}"/>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568876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5FD07083-B98A-C80E-168C-E220BEB555D4}"/>
              </a:ext>
            </a:extLst>
          </p:cNvPr>
          <p:cNvSpPr>
            <a:spLocks noGrp="1"/>
          </p:cNvSpPr>
          <p:nvPr>
            <p:ph type="title"/>
          </p:nvPr>
        </p:nvSpPr>
        <p:spPr>
          <a:xfrm>
            <a:off x="365760" y="365760"/>
            <a:ext cx="10958513" cy="504000"/>
          </a:xfrm>
        </p:spPr>
        <p:txBody>
          <a:bodyPr/>
          <a:lstStyle/>
          <a:p>
            <a:r>
              <a:rPr lang="en-US">
                <a:sym typeface="Century Gothic" panose="020B0502020202020204" pitchFamily="34" charset="0"/>
              </a:rPr>
              <a:t>A </a:t>
            </a:r>
            <a:r>
              <a:rPr lang="en-US" b="1" u="sng">
                <a:sym typeface="Century Gothic" panose="020B0502020202020204" pitchFamily="34" charset="0"/>
              </a:rPr>
              <a:t>HISTORY</a:t>
            </a:r>
            <a:r>
              <a:rPr lang="en-US">
                <a:sym typeface="Century Gothic" panose="020B0502020202020204" pitchFamily="34" charset="0"/>
              </a:rPr>
              <a:t> OF EVENTS</a:t>
            </a:r>
            <a:endParaRPr lang="en-GB">
              <a:sym typeface="Century Gothic" panose="020B0502020202020204" pitchFamily="34" charset="0"/>
            </a:endParaRPr>
          </a:p>
        </p:txBody>
      </p:sp>
      <p:sp>
        <p:nvSpPr>
          <p:cNvPr id="28" name="Text Placeholder 27">
            <a:extLst>
              <a:ext uri="{FF2B5EF4-FFF2-40B4-BE49-F238E27FC236}">
                <a16:creationId xmlns:a16="http://schemas.microsoft.com/office/drawing/2014/main" id="{CCC55A8E-8994-BEA0-C8B1-5CC5F432EACA}"/>
              </a:ext>
            </a:extLst>
          </p:cNvPr>
          <p:cNvSpPr>
            <a:spLocks noGrp="1"/>
          </p:cNvSpPr>
          <p:nvPr>
            <p:ph type="body" sz="quarter" idx="16"/>
          </p:nvPr>
        </p:nvSpPr>
        <p:spPr>
          <a:xfrm>
            <a:off x="274320" y="6309360"/>
            <a:ext cx="2286000" cy="234765"/>
          </a:xfrm>
        </p:spPr>
        <p:txBody>
          <a:bodyPr/>
          <a:lstStyle/>
          <a:p>
            <a:r>
              <a:rPr lang="en-US"/>
              <a:t>CONFIDENTIAL</a:t>
            </a:r>
          </a:p>
        </p:txBody>
      </p:sp>
      <p:sp>
        <p:nvSpPr>
          <p:cNvPr id="31" name="Text Placeholder 30">
            <a:extLst>
              <a:ext uri="{FF2B5EF4-FFF2-40B4-BE49-F238E27FC236}">
                <a16:creationId xmlns:a16="http://schemas.microsoft.com/office/drawing/2014/main" id="{F2FD7068-E114-E1C2-84F0-1CF947DD877A}"/>
              </a:ext>
            </a:extLst>
          </p:cNvPr>
          <p:cNvSpPr>
            <a:spLocks noGrp="1"/>
          </p:cNvSpPr>
          <p:nvPr>
            <p:ph type="body" sz="quarter" idx="13"/>
          </p:nvPr>
        </p:nvSpPr>
        <p:spPr/>
        <p:txBody>
          <a:bodyPr/>
          <a:lstStyle/>
          <a:p>
            <a:r>
              <a:rPr lang="en-US">
                <a:sym typeface="Century Gothic" panose="020B0502020202020204" pitchFamily="34" charset="0"/>
              </a:rPr>
              <a:t>SUBTITLE EXAMPLE</a:t>
            </a:r>
          </a:p>
        </p:txBody>
      </p:sp>
      <p:sp>
        <p:nvSpPr>
          <p:cNvPr id="32" name="Text Placeholder 31">
            <a:extLst>
              <a:ext uri="{FF2B5EF4-FFF2-40B4-BE49-F238E27FC236}">
                <a16:creationId xmlns:a16="http://schemas.microsoft.com/office/drawing/2014/main" id="{655D3881-18E4-77C8-6980-C77EE0DC4A50}"/>
              </a:ext>
            </a:extLst>
          </p:cNvPr>
          <p:cNvSpPr>
            <a:spLocks noGrp="1"/>
          </p:cNvSpPr>
          <p:nvPr>
            <p:ph type="body" sz="quarter" idx="14"/>
          </p:nvPr>
        </p:nvSpPr>
        <p:spPr/>
        <p:txBody>
          <a:bodyPr/>
          <a:lstStyle/>
          <a:p>
            <a:endParaRPr lang="en-US"/>
          </a:p>
        </p:txBody>
      </p:sp>
      <p:cxnSp>
        <p:nvCxnSpPr>
          <p:cNvPr id="54" name="Straight Connector 53">
            <a:extLst>
              <a:ext uri="{FF2B5EF4-FFF2-40B4-BE49-F238E27FC236}">
                <a16:creationId xmlns:a16="http://schemas.microsoft.com/office/drawing/2014/main" id="{88D3ABC6-9BDA-9B1F-9AED-F461B616F89C}"/>
              </a:ext>
            </a:extLst>
          </p:cNvPr>
          <p:cNvCxnSpPr>
            <a:cxnSpLocks/>
          </p:cNvCxnSpPr>
          <p:nvPr/>
        </p:nvCxnSpPr>
        <p:spPr>
          <a:xfrm>
            <a:off x="652379" y="3967456"/>
            <a:ext cx="11088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DD6924DD-6379-EEB8-BB86-AB82F0B1B8AD}"/>
              </a:ext>
            </a:extLst>
          </p:cNvPr>
          <p:cNvGrpSpPr/>
          <p:nvPr/>
        </p:nvGrpSpPr>
        <p:grpSpPr>
          <a:xfrm>
            <a:off x="385875" y="1850029"/>
            <a:ext cx="2376238" cy="2205747"/>
            <a:chOff x="385875" y="1773829"/>
            <a:chExt cx="2376238" cy="2205747"/>
          </a:xfrm>
        </p:grpSpPr>
        <p:sp>
          <p:nvSpPr>
            <p:cNvPr id="70" name="Text Placeholder 10">
              <a:extLst>
                <a:ext uri="{FF2B5EF4-FFF2-40B4-BE49-F238E27FC236}">
                  <a16:creationId xmlns:a16="http://schemas.microsoft.com/office/drawing/2014/main" id="{B8E3D0AC-46A1-C89E-DF6E-48D7499D516A}"/>
                </a:ext>
              </a:extLst>
            </p:cNvPr>
            <p:cNvSpPr txBox="1">
              <a:spLocks/>
            </p:cNvSpPr>
            <p:nvPr/>
          </p:nvSpPr>
          <p:spPr>
            <a:xfrm>
              <a:off x="1116191" y="2267014"/>
              <a:ext cx="1554480" cy="145809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Gibson Book" pitchFamily="50" charset="0"/>
                  <a:sym typeface="Century Gothic" panose="020B0502020202020204" pitchFamily="34" charset="0"/>
                </a:rPr>
                <a:t>Add a brief, legible description and talk through the details.</a:t>
              </a:r>
            </a:p>
          </p:txBody>
        </p:sp>
        <p:sp>
          <p:nvSpPr>
            <p:cNvPr id="71" name="Text Placeholder 10">
              <a:extLst>
                <a:ext uri="{FF2B5EF4-FFF2-40B4-BE49-F238E27FC236}">
                  <a16:creationId xmlns:a16="http://schemas.microsoft.com/office/drawing/2014/main" id="{A37CE898-E869-9244-3A82-C9BED36F3295}"/>
                </a:ext>
              </a:extLst>
            </p:cNvPr>
            <p:cNvSpPr txBox="1">
              <a:spLocks/>
            </p:cNvSpPr>
            <p:nvPr/>
          </p:nvSpPr>
          <p:spPr>
            <a:xfrm>
              <a:off x="1116193" y="1773829"/>
              <a:ext cx="1645920" cy="46800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EVENT NAME</a:t>
              </a:r>
            </a:p>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TWO LINES</a:t>
              </a:r>
              <a:endParaRPr lang="da-DK" sz="1400" cap="all">
                <a:solidFill>
                  <a:schemeClr val="tx1"/>
                </a:solidFill>
                <a:latin typeface="Century Gothic" panose="020B0502020202020204" pitchFamily="34" charset="0"/>
                <a:ea typeface="Gibson SemiBold" pitchFamily="50" charset="0"/>
                <a:sym typeface="Century Gothic" panose="020B0502020202020204" pitchFamily="34" charset="0"/>
              </a:endParaRPr>
            </a:p>
          </p:txBody>
        </p:sp>
        <p:grpSp>
          <p:nvGrpSpPr>
            <p:cNvPr id="33" name="Group 32">
              <a:extLst>
                <a:ext uri="{FF2B5EF4-FFF2-40B4-BE49-F238E27FC236}">
                  <a16:creationId xmlns:a16="http://schemas.microsoft.com/office/drawing/2014/main" id="{6B4D9BBE-64C6-B0A2-957D-96E74E1ACF1D}"/>
                </a:ext>
              </a:extLst>
            </p:cNvPr>
            <p:cNvGrpSpPr/>
            <p:nvPr/>
          </p:nvGrpSpPr>
          <p:grpSpPr>
            <a:xfrm>
              <a:off x="385875" y="1787671"/>
              <a:ext cx="692367" cy="2191905"/>
              <a:chOff x="385875" y="1787671"/>
              <a:chExt cx="692367" cy="2191905"/>
            </a:xfrm>
          </p:grpSpPr>
          <p:cxnSp>
            <p:nvCxnSpPr>
              <p:cNvPr id="60" name="Straight Connector 59">
                <a:extLst>
                  <a:ext uri="{FF2B5EF4-FFF2-40B4-BE49-F238E27FC236}">
                    <a16:creationId xmlns:a16="http://schemas.microsoft.com/office/drawing/2014/main" id="{DAE4EDB3-617A-E5AD-1332-1677503F964F}"/>
                  </a:ext>
                </a:extLst>
              </p:cNvPr>
              <p:cNvCxnSpPr>
                <a:cxnSpLocks/>
              </p:cNvCxnSpPr>
              <p:nvPr/>
            </p:nvCxnSpPr>
            <p:spPr>
              <a:xfrm>
                <a:off x="732058" y="2209800"/>
                <a:ext cx="0" cy="15840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11E0BFB-1BD9-66D2-9FF8-77F79807EF51}"/>
                  </a:ext>
                </a:extLst>
              </p:cNvPr>
              <p:cNvSpPr/>
              <p:nvPr/>
            </p:nvSpPr>
            <p:spPr>
              <a:xfrm>
                <a:off x="642058" y="379957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sp>
            <p:nvSpPr>
              <p:cNvPr id="84" name="TextBox 83">
                <a:extLst>
                  <a:ext uri="{FF2B5EF4-FFF2-40B4-BE49-F238E27FC236}">
                    <a16:creationId xmlns:a16="http://schemas.microsoft.com/office/drawing/2014/main" id="{B96C816D-60D6-0E3C-FB49-8854A22CBF5D}"/>
                  </a:ext>
                </a:extLst>
              </p:cNvPr>
              <p:cNvSpPr txBox="1"/>
              <p:nvPr/>
            </p:nvSpPr>
            <p:spPr>
              <a:xfrm>
                <a:off x="385875" y="1787671"/>
                <a:ext cx="692367" cy="540000"/>
              </a:xfrm>
              <a:prstGeom prst="rect">
                <a:avLst/>
              </a:prstGeom>
              <a:noFill/>
            </p:spPr>
            <p:txBody>
              <a:bodyPr wrap="square" lIns="0" tIns="0" rIns="0" bIns="0" rtlCol="0">
                <a:noAutofit/>
              </a:bodyPr>
              <a:lstStyle/>
              <a:p>
                <a:pPr algn="ctr"/>
                <a:r>
                  <a:rPr lang="en-GB" b="1">
                    <a:solidFill>
                      <a:schemeClr val="accent1"/>
                    </a:solidFill>
                    <a:latin typeface="Century Gothic" panose="020B0502020202020204" pitchFamily="34" charset="0"/>
                    <a:sym typeface="Century Gothic" panose="020B0502020202020204" pitchFamily="34" charset="0"/>
                  </a:rPr>
                  <a:t>YEAR</a:t>
                </a:r>
              </a:p>
            </p:txBody>
          </p:sp>
        </p:grpSp>
      </p:grpSp>
      <p:sp>
        <p:nvSpPr>
          <p:cNvPr id="97" name="Oval 96">
            <a:extLst>
              <a:ext uri="{FF2B5EF4-FFF2-40B4-BE49-F238E27FC236}">
                <a16:creationId xmlns:a16="http://schemas.microsoft.com/office/drawing/2014/main" id="{1F678270-6FF7-D61D-A618-713EC86A5601}"/>
              </a:ext>
            </a:extLst>
          </p:cNvPr>
          <p:cNvSpPr/>
          <p:nvPr/>
        </p:nvSpPr>
        <p:spPr>
          <a:xfrm>
            <a:off x="11632455" y="387577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nvGrpSpPr>
          <p:cNvPr id="47" name="Group 46">
            <a:extLst>
              <a:ext uri="{FF2B5EF4-FFF2-40B4-BE49-F238E27FC236}">
                <a16:creationId xmlns:a16="http://schemas.microsoft.com/office/drawing/2014/main" id="{E20601A2-A4FE-AF22-BAEB-AC3632A24A67}"/>
              </a:ext>
            </a:extLst>
          </p:cNvPr>
          <p:cNvGrpSpPr/>
          <p:nvPr/>
        </p:nvGrpSpPr>
        <p:grpSpPr>
          <a:xfrm>
            <a:off x="3949932" y="1850029"/>
            <a:ext cx="2394460" cy="2205747"/>
            <a:chOff x="3949932" y="1773829"/>
            <a:chExt cx="2394460" cy="2205747"/>
          </a:xfrm>
        </p:grpSpPr>
        <p:grpSp>
          <p:nvGrpSpPr>
            <p:cNvPr id="35" name="Group 34">
              <a:extLst>
                <a:ext uri="{FF2B5EF4-FFF2-40B4-BE49-F238E27FC236}">
                  <a16:creationId xmlns:a16="http://schemas.microsoft.com/office/drawing/2014/main" id="{0440A594-FF20-2944-B164-D51E34F631DB}"/>
                </a:ext>
              </a:extLst>
            </p:cNvPr>
            <p:cNvGrpSpPr/>
            <p:nvPr/>
          </p:nvGrpSpPr>
          <p:grpSpPr>
            <a:xfrm>
              <a:off x="3949932" y="1787671"/>
              <a:ext cx="692367" cy="2191905"/>
              <a:chOff x="3949932" y="1787671"/>
              <a:chExt cx="692367" cy="2191905"/>
            </a:xfrm>
          </p:grpSpPr>
          <p:cxnSp>
            <p:nvCxnSpPr>
              <p:cNvPr id="59" name="Straight Connector 58">
                <a:extLst>
                  <a:ext uri="{FF2B5EF4-FFF2-40B4-BE49-F238E27FC236}">
                    <a16:creationId xmlns:a16="http://schemas.microsoft.com/office/drawing/2014/main" id="{8F1B140E-0A8D-9E65-9367-F250F8792A4B}"/>
                  </a:ext>
                </a:extLst>
              </p:cNvPr>
              <p:cNvCxnSpPr>
                <a:cxnSpLocks/>
              </p:cNvCxnSpPr>
              <p:nvPr/>
            </p:nvCxnSpPr>
            <p:spPr>
              <a:xfrm>
                <a:off x="4296115" y="2209800"/>
                <a:ext cx="0" cy="15840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392EF262-8526-90A7-6B14-E9711131C6C0}"/>
                  </a:ext>
                </a:extLst>
              </p:cNvPr>
              <p:cNvSpPr/>
              <p:nvPr/>
            </p:nvSpPr>
            <p:spPr>
              <a:xfrm>
                <a:off x="4206115" y="379957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sp>
            <p:nvSpPr>
              <p:cNvPr id="90" name="TextBox 89">
                <a:extLst>
                  <a:ext uri="{FF2B5EF4-FFF2-40B4-BE49-F238E27FC236}">
                    <a16:creationId xmlns:a16="http://schemas.microsoft.com/office/drawing/2014/main" id="{35DE5EE1-58C4-77B7-9F7A-4C696822E6CF}"/>
                  </a:ext>
                </a:extLst>
              </p:cNvPr>
              <p:cNvSpPr txBox="1"/>
              <p:nvPr/>
            </p:nvSpPr>
            <p:spPr>
              <a:xfrm>
                <a:off x="3949932" y="1787671"/>
                <a:ext cx="692367" cy="540000"/>
              </a:xfrm>
              <a:prstGeom prst="rect">
                <a:avLst/>
              </a:prstGeom>
              <a:noFill/>
            </p:spPr>
            <p:txBody>
              <a:bodyPr wrap="square" lIns="0" tIns="0" rIns="0" bIns="0" rtlCol="0">
                <a:noAutofit/>
              </a:bodyPr>
              <a:lstStyle/>
              <a:p>
                <a:pPr algn="ctr"/>
                <a:r>
                  <a:rPr lang="en-GB" b="1">
                    <a:solidFill>
                      <a:schemeClr val="accent1"/>
                    </a:solidFill>
                    <a:latin typeface="Century Gothic" panose="020B0502020202020204" pitchFamily="34" charset="0"/>
                    <a:sym typeface="Century Gothic" panose="020B0502020202020204" pitchFamily="34" charset="0"/>
                  </a:rPr>
                  <a:t>YEAR</a:t>
                </a:r>
              </a:p>
            </p:txBody>
          </p:sp>
        </p:grpSp>
        <p:sp>
          <p:nvSpPr>
            <p:cNvPr id="102" name="Text Placeholder 10">
              <a:extLst>
                <a:ext uri="{FF2B5EF4-FFF2-40B4-BE49-F238E27FC236}">
                  <a16:creationId xmlns:a16="http://schemas.microsoft.com/office/drawing/2014/main" id="{4C86E104-F06D-2E64-9402-CB40E4AE9FCC}"/>
                </a:ext>
              </a:extLst>
            </p:cNvPr>
            <p:cNvSpPr txBox="1">
              <a:spLocks/>
            </p:cNvSpPr>
            <p:nvPr/>
          </p:nvSpPr>
          <p:spPr>
            <a:xfrm>
              <a:off x="4698472" y="2267014"/>
              <a:ext cx="1554480" cy="145809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03" name="Text Placeholder 10">
              <a:extLst>
                <a:ext uri="{FF2B5EF4-FFF2-40B4-BE49-F238E27FC236}">
                  <a16:creationId xmlns:a16="http://schemas.microsoft.com/office/drawing/2014/main" id="{401AFE2F-0010-8221-A9B0-4863E844EA14}"/>
                </a:ext>
              </a:extLst>
            </p:cNvPr>
            <p:cNvSpPr txBox="1">
              <a:spLocks/>
            </p:cNvSpPr>
            <p:nvPr/>
          </p:nvSpPr>
          <p:spPr>
            <a:xfrm>
              <a:off x="4698472" y="1773829"/>
              <a:ext cx="1645920" cy="46800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EVENT NAME</a:t>
              </a:r>
            </a:p>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TWO LINES</a:t>
              </a:r>
            </a:p>
          </p:txBody>
        </p:sp>
      </p:grpSp>
      <p:grpSp>
        <p:nvGrpSpPr>
          <p:cNvPr id="49" name="Group 48">
            <a:extLst>
              <a:ext uri="{FF2B5EF4-FFF2-40B4-BE49-F238E27FC236}">
                <a16:creationId xmlns:a16="http://schemas.microsoft.com/office/drawing/2014/main" id="{DC10EF38-C9A7-9E38-04D5-C2A9F5307E2F}"/>
              </a:ext>
            </a:extLst>
          </p:cNvPr>
          <p:cNvGrpSpPr/>
          <p:nvPr/>
        </p:nvGrpSpPr>
        <p:grpSpPr>
          <a:xfrm>
            <a:off x="7512542" y="1850029"/>
            <a:ext cx="2393458" cy="2205747"/>
            <a:chOff x="7512542" y="1773829"/>
            <a:chExt cx="2393458" cy="2205747"/>
          </a:xfrm>
        </p:grpSpPr>
        <p:grpSp>
          <p:nvGrpSpPr>
            <p:cNvPr id="37" name="Group 36">
              <a:extLst>
                <a:ext uri="{FF2B5EF4-FFF2-40B4-BE49-F238E27FC236}">
                  <a16:creationId xmlns:a16="http://schemas.microsoft.com/office/drawing/2014/main" id="{D1819E46-A91E-7EB4-6B7A-936B6ECD11A1}"/>
                </a:ext>
              </a:extLst>
            </p:cNvPr>
            <p:cNvGrpSpPr/>
            <p:nvPr/>
          </p:nvGrpSpPr>
          <p:grpSpPr>
            <a:xfrm>
              <a:off x="7512542" y="1787671"/>
              <a:ext cx="692367" cy="2191905"/>
              <a:chOff x="7512542" y="1787671"/>
              <a:chExt cx="692367" cy="2191905"/>
            </a:xfrm>
          </p:grpSpPr>
          <p:cxnSp>
            <p:nvCxnSpPr>
              <p:cNvPr id="61" name="Straight Connector 60">
                <a:extLst>
                  <a:ext uri="{FF2B5EF4-FFF2-40B4-BE49-F238E27FC236}">
                    <a16:creationId xmlns:a16="http://schemas.microsoft.com/office/drawing/2014/main" id="{4CEA88BD-FE21-E7A9-AE72-BDB7AD553356}"/>
                  </a:ext>
                </a:extLst>
              </p:cNvPr>
              <p:cNvCxnSpPr>
                <a:cxnSpLocks/>
              </p:cNvCxnSpPr>
              <p:nvPr/>
            </p:nvCxnSpPr>
            <p:spPr>
              <a:xfrm>
                <a:off x="7858725" y="2209800"/>
                <a:ext cx="0" cy="15840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8AD91CC9-83C7-D3A8-6774-4FCAE458012E}"/>
                  </a:ext>
                </a:extLst>
              </p:cNvPr>
              <p:cNvSpPr/>
              <p:nvPr/>
            </p:nvSpPr>
            <p:spPr>
              <a:xfrm>
                <a:off x="7768725" y="379957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sp>
            <p:nvSpPr>
              <p:cNvPr id="92" name="TextBox 91">
                <a:extLst>
                  <a:ext uri="{FF2B5EF4-FFF2-40B4-BE49-F238E27FC236}">
                    <a16:creationId xmlns:a16="http://schemas.microsoft.com/office/drawing/2014/main" id="{3BB60324-C0C8-6341-70F1-E7499F64BDA5}"/>
                  </a:ext>
                </a:extLst>
              </p:cNvPr>
              <p:cNvSpPr txBox="1"/>
              <p:nvPr/>
            </p:nvSpPr>
            <p:spPr>
              <a:xfrm>
                <a:off x="7512542" y="1787671"/>
                <a:ext cx="692367" cy="540000"/>
              </a:xfrm>
              <a:prstGeom prst="rect">
                <a:avLst/>
              </a:prstGeom>
              <a:noFill/>
            </p:spPr>
            <p:txBody>
              <a:bodyPr wrap="square" lIns="0" tIns="0" rIns="0" bIns="0" rtlCol="0">
                <a:noAutofit/>
              </a:bodyPr>
              <a:lstStyle/>
              <a:p>
                <a:pPr algn="ctr"/>
                <a:r>
                  <a:rPr lang="en-GB" b="1">
                    <a:solidFill>
                      <a:schemeClr val="accent1"/>
                    </a:solidFill>
                    <a:latin typeface="Century Gothic" panose="020B0502020202020204" pitchFamily="34" charset="0"/>
                    <a:sym typeface="Century Gothic" panose="020B0502020202020204" pitchFamily="34" charset="0"/>
                  </a:rPr>
                  <a:t>YEAR</a:t>
                </a:r>
              </a:p>
            </p:txBody>
          </p:sp>
        </p:grpSp>
        <p:sp>
          <p:nvSpPr>
            <p:cNvPr id="105" name="Text Placeholder 10">
              <a:extLst>
                <a:ext uri="{FF2B5EF4-FFF2-40B4-BE49-F238E27FC236}">
                  <a16:creationId xmlns:a16="http://schemas.microsoft.com/office/drawing/2014/main" id="{E94933FB-FBD0-9133-2BC2-9D9B6D8211B8}"/>
                </a:ext>
              </a:extLst>
            </p:cNvPr>
            <p:cNvSpPr txBox="1">
              <a:spLocks/>
            </p:cNvSpPr>
            <p:nvPr/>
          </p:nvSpPr>
          <p:spPr>
            <a:xfrm>
              <a:off x="8260080" y="2267014"/>
              <a:ext cx="1554480" cy="145809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06" name="Text Placeholder 10">
              <a:extLst>
                <a:ext uri="{FF2B5EF4-FFF2-40B4-BE49-F238E27FC236}">
                  <a16:creationId xmlns:a16="http://schemas.microsoft.com/office/drawing/2014/main" id="{E1723E2B-F548-840B-0615-D803FD48A1C2}"/>
                </a:ext>
              </a:extLst>
            </p:cNvPr>
            <p:cNvSpPr txBox="1">
              <a:spLocks/>
            </p:cNvSpPr>
            <p:nvPr/>
          </p:nvSpPr>
          <p:spPr>
            <a:xfrm>
              <a:off x="8260080" y="1773829"/>
              <a:ext cx="1645920" cy="46800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EVENT NAME</a:t>
              </a:r>
            </a:p>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TWO LINES</a:t>
              </a:r>
            </a:p>
          </p:txBody>
        </p:sp>
      </p:grpSp>
      <p:grpSp>
        <p:nvGrpSpPr>
          <p:cNvPr id="46" name="Group 45">
            <a:extLst>
              <a:ext uri="{FF2B5EF4-FFF2-40B4-BE49-F238E27FC236}">
                <a16:creationId xmlns:a16="http://schemas.microsoft.com/office/drawing/2014/main" id="{08ACB305-D1E0-8509-B96A-AE8F551692F5}"/>
              </a:ext>
            </a:extLst>
          </p:cNvPr>
          <p:cNvGrpSpPr/>
          <p:nvPr/>
        </p:nvGrpSpPr>
        <p:grpSpPr>
          <a:xfrm>
            <a:off x="2152511" y="3875776"/>
            <a:ext cx="2311910" cy="2372624"/>
            <a:chOff x="2152511" y="3799576"/>
            <a:chExt cx="2311910" cy="2372624"/>
          </a:xfrm>
        </p:grpSpPr>
        <p:grpSp>
          <p:nvGrpSpPr>
            <p:cNvPr id="34" name="Group 33">
              <a:extLst>
                <a:ext uri="{FF2B5EF4-FFF2-40B4-BE49-F238E27FC236}">
                  <a16:creationId xmlns:a16="http://schemas.microsoft.com/office/drawing/2014/main" id="{0E4ED52E-493A-F8FE-7033-44BECE99CD2B}"/>
                </a:ext>
              </a:extLst>
            </p:cNvPr>
            <p:cNvGrpSpPr/>
            <p:nvPr/>
          </p:nvGrpSpPr>
          <p:grpSpPr>
            <a:xfrm>
              <a:off x="2152511" y="3799576"/>
              <a:ext cx="692367" cy="2372624"/>
              <a:chOff x="2152511" y="3799576"/>
              <a:chExt cx="692367" cy="2372624"/>
            </a:xfrm>
          </p:grpSpPr>
          <p:cxnSp>
            <p:nvCxnSpPr>
              <p:cNvPr id="63" name="Straight Connector 62">
                <a:extLst>
                  <a:ext uri="{FF2B5EF4-FFF2-40B4-BE49-F238E27FC236}">
                    <a16:creationId xmlns:a16="http://schemas.microsoft.com/office/drawing/2014/main" id="{A66076EE-9B0A-6841-C55F-216983822045}"/>
                  </a:ext>
                </a:extLst>
              </p:cNvPr>
              <p:cNvCxnSpPr>
                <a:cxnSpLocks/>
              </p:cNvCxnSpPr>
              <p:nvPr/>
            </p:nvCxnSpPr>
            <p:spPr>
              <a:xfrm>
                <a:off x="2498694" y="3971096"/>
                <a:ext cx="0" cy="15840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76B979D8-CE96-CA0B-BE10-91E4E30E6CA1}"/>
                  </a:ext>
                </a:extLst>
              </p:cNvPr>
              <p:cNvSpPr/>
              <p:nvPr/>
            </p:nvSpPr>
            <p:spPr>
              <a:xfrm>
                <a:off x="2408694" y="379957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sp>
            <p:nvSpPr>
              <p:cNvPr id="94" name="TextBox 93">
                <a:extLst>
                  <a:ext uri="{FF2B5EF4-FFF2-40B4-BE49-F238E27FC236}">
                    <a16:creationId xmlns:a16="http://schemas.microsoft.com/office/drawing/2014/main" id="{12E216FE-2488-9099-F974-DF69673308E2}"/>
                  </a:ext>
                </a:extLst>
              </p:cNvPr>
              <p:cNvSpPr txBox="1"/>
              <p:nvPr/>
            </p:nvSpPr>
            <p:spPr>
              <a:xfrm>
                <a:off x="2152511" y="5632200"/>
                <a:ext cx="692367" cy="540000"/>
              </a:xfrm>
              <a:prstGeom prst="rect">
                <a:avLst/>
              </a:prstGeom>
              <a:noFill/>
            </p:spPr>
            <p:txBody>
              <a:bodyPr wrap="square" lIns="0" tIns="0" rIns="0" bIns="0" rtlCol="0">
                <a:noAutofit/>
              </a:bodyPr>
              <a:lstStyle/>
              <a:p>
                <a:pPr algn="ctr"/>
                <a:r>
                  <a:rPr lang="en-GB" b="1">
                    <a:solidFill>
                      <a:schemeClr val="accent1"/>
                    </a:solidFill>
                    <a:latin typeface="Century Gothic" panose="020B0502020202020204" pitchFamily="34" charset="0"/>
                    <a:sym typeface="Century Gothic" panose="020B0502020202020204" pitchFamily="34" charset="0"/>
                  </a:rPr>
                  <a:t>YEAR</a:t>
                </a:r>
              </a:p>
            </p:txBody>
          </p:sp>
        </p:grpSp>
        <p:sp>
          <p:nvSpPr>
            <p:cNvPr id="108" name="Text Placeholder 10">
              <a:extLst>
                <a:ext uri="{FF2B5EF4-FFF2-40B4-BE49-F238E27FC236}">
                  <a16:creationId xmlns:a16="http://schemas.microsoft.com/office/drawing/2014/main" id="{AF70B56C-2E49-799C-1080-7D8A41FCD93D}"/>
                </a:ext>
              </a:extLst>
            </p:cNvPr>
            <p:cNvSpPr txBox="1">
              <a:spLocks/>
            </p:cNvSpPr>
            <p:nvPr/>
          </p:nvSpPr>
          <p:spPr>
            <a:xfrm>
              <a:off x="2818501" y="4561709"/>
              <a:ext cx="1554480" cy="145809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09" name="Text Placeholder 10">
              <a:extLst>
                <a:ext uri="{FF2B5EF4-FFF2-40B4-BE49-F238E27FC236}">
                  <a16:creationId xmlns:a16="http://schemas.microsoft.com/office/drawing/2014/main" id="{1571C7F3-EEBD-E392-C62C-416FD4D737E5}"/>
                </a:ext>
              </a:extLst>
            </p:cNvPr>
            <p:cNvSpPr txBox="1">
              <a:spLocks/>
            </p:cNvSpPr>
            <p:nvPr/>
          </p:nvSpPr>
          <p:spPr>
            <a:xfrm>
              <a:off x="2818501" y="4068524"/>
              <a:ext cx="1645920" cy="46800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EVENT NAME</a:t>
              </a:r>
            </a:p>
            <a:p>
              <a:pPr>
                <a:spcBef>
                  <a:spcPts val="0"/>
                </a:spcBef>
              </a:pPr>
              <a:r>
                <a:rPr lang="da-DK" sz="1400">
                  <a:solidFill>
                    <a:schemeClr val="tx1"/>
                  </a:solidFill>
                  <a:latin typeface="Century Gothic" panose="020B0502020202020204" pitchFamily="34" charset="0"/>
                  <a:ea typeface="Gibson SemiBold" pitchFamily="50" charset="0"/>
                  <a:sym typeface="Century Gothic" panose="020B0502020202020204" pitchFamily="34" charset="0"/>
                </a:rPr>
                <a:t>TWO LINES</a:t>
              </a:r>
            </a:p>
          </p:txBody>
        </p:sp>
      </p:grpSp>
      <p:grpSp>
        <p:nvGrpSpPr>
          <p:cNvPr id="48" name="Group 47">
            <a:extLst>
              <a:ext uri="{FF2B5EF4-FFF2-40B4-BE49-F238E27FC236}">
                <a16:creationId xmlns:a16="http://schemas.microsoft.com/office/drawing/2014/main" id="{77A0258F-2D75-6831-4449-35A8C5FA7134}"/>
              </a:ext>
            </a:extLst>
          </p:cNvPr>
          <p:cNvGrpSpPr/>
          <p:nvPr/>
        </p:nvGrpSpPr>
        <p:grpSpPr>
          <a:xfrm>
            <a:off x="5734790" y="3875776"/>
            <a:ext cx="2292241" cy="2372624"/>
            <a:chOff x="5734790" y="3799576"/>
            <a:chExt cx="2292241" cy="2372624"/>
          </a:xfrm>
        </p:grpSpPr>
        <p:grpSp>
          <p:nvGrpSpPr>
            <p:cNvPr id="36" name="Group 35">
              <a:extLst>
                <a:ext uri="{FF2B5EF4-FFF2-40B4-BE49-F238E27FC236}">
                  <a16:creationId xmlns:a16="http://schemas.microsoft.com/office/drawing/2014/main" id="{A9EC24ED-C22F-91C6-E04B-5E79394E9EC0}"/>
                </a:ext>
              </a:extLst>
            </p:cNvPr>
            <p:cNvGrpSpPr/>
            <p:nvPr/>
          </p:nvGrpSpPr>
          <p:grpSpPr>
            <a:xfrm>
              <a:off x="5734790" y="3799576"/>
              <a:ext cx="692367" cy="2372624"/>
              <a:chOff x="5734790" y="3799576"/>
              <a:chExt cx="692367" cy="2372624"/>
            </a:xfrm>
          </p:grpSpPr>
          <p:cxnSp>
            <p:nvCxnSpPr>
              <p:cNvPr id="62" name="Straight Connector 61">
                <a:extLst>
                  <a:ext uri="{FF2B5EF4-FFF2-40B4-BE49-F238E27FC236}">
                    <a16:creationId xmlns:a16="http://schemas.microsoft.com/office/drawing/2014/main" id="{30D1510E-490B-936F-DF3B-FCC5AEBD585D}"/>
                  </a:ext>
                </a:extLst>
              </p:cNvPr>
              <p:cNvCxnSpPr>
                <a:cxnSpLocks/>
              </p:cNvCxnSpPr>
              <p:nvPr/>
            </p:nvCxnSpPr>
            <p:spPr>
              <a:xfrm>
                <a:off x="6080973" y="3971096"/>
                <a:ext cx="0" cy="15840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09AB296E-E2D7-9141-00DA-0A453ED9D79C}"/>
                  </a:ext>
                </a:extLst>
              </p:cNvPr>
              <p:cNvSpPr/>
              <p:nvPr/>
            </p:nvSpPr>
            <p:spPr>
              <a:xfrm>
                <a:off x="5990973" y="379957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sp>
            <p:nvSpPr>
              <p:cNvPr id="96" name="TextBox 95">
                <a:extLst>
                  <a:ext uri="{FF2B5EF4-FFF2-40B4-BE49-F238E27FC236}">
                    <a16:creationId xmlns:a16="http://schemas.microsoft.com/office/drawing/2014/main" id="{2B1C15BD-2E1A-FE47-D756-91CC192C67A6}"/>
                  </a:ext>
                </a:extLst>
              </p:cNvPr>
              <p:cNvSpPr txBox="1"/>
              <p:nvPr/>
            </p:nvSpPr>
            <p:spPr>
              <a:xfrm>
                <a:off x="5734790" y="5632200"/>
                <a:ext cx="692367" cy="540000"/>
              </a:xfrm>
              <a:prstGeom prst="rect">
                <a:avLst/>
              </a:prstGeom>
              <a:noFill/>
            </p:spPr>
            <p:txBody>
              <a:bodyPr wrap="square" lIns="0" tIns="0" rIns="0" bIns="0" rtlCol="0">
                <a:noAutofit/>
              </a:bodyPr>
              <a:lstStyle/>
              <a:p>
                <a:pPr algn="ctr"/>
                <a:r>
                  <a:rPr lang="en-GB" b="1">
                    <a:solidFill>
                      <a:schemeClr val="accent1"/>
                    </a:solidFill>
                    <a:latin typeface="Century Gothic" panose="020B0502020202020204" pitchFamily="34" charset="0"/>
                    <a:sym typeface="Century Gothic" panose="020B0502020202020204" pitchFamily="34" charset="0"/>
                  </a:rPr>
                  <a:t>YEAR</a:t>
                </a:r>
              </a:p>
            </p:txBody>
          </p:sp>
        </p:grpSp>
        <p:sp>
          <p:nvSpPr>
            <p:cNvPr id="111" name="Text Placeholder 10">
              <a:extLst>
                <a:ext uri="{FF2B5EF4-FFF2-40B4-BE49-F238E27FC236}">
                  <a16:creationId xmlns:a16="http://schemas.microsoft.com/office/drawing/2014/main" id="{5FF3D66F-7DF2-B236-DD3D-DDB453F1584A}"/>
                </a:ext>
              </a:extLst>
            </p:cNvPr>
            <p:cNvSpPr txBox="1">
              <a:spLocks/>
            </p:cNvSpPr>
            <p:nvPr/>
          </p:nvSpPr>
          <p:spPr>
            <a:xfrm>
              <a:off x="6381111" y="4561709"/>
              <a:ext cx="1554480" cy="145809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12" name="Text Placeholder 10">
              <a:extLst>
                <a:ext uri="{FF2B5EF4-FFF2-40B4-BE49-F238E27FC236}">
                  <a16:creationId xmlns:a16="http://schemas.microsoft.com/office/drawing/2014/main" id="{3387751A-C7AF-6906-FFAD-1FB39DB527D5}"/>
                </a:ext>
              </a:extLst>
            </p:cNvPr>
            <p:cNvSpPr txBox="1">
              <a:spLocks/>
            </p:cNvSpPr>
            <p:nvPr/>
          </p:nvSpPr>
          <p:spPr>
            <a:xfrm>
              <a:off x="6381111" y="4068524"/>
              <a:ext cx="1645920" cy="46800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dirty="0">
                  <a:solidFill>
                    <a:schemeClr val="tx1"/>
                  </a:solidFill>
                  <a:latin typeface="Century Gothic" panose="020B0502020202020204" pitchFamily="34" charset="0"/>
                  <a:ea typeface="Gibson SemiBold" pitchFamily="50" charset="0"/>
                  <a:sym typeface="Century Gothic" panose="020B0502020202020204" pitchFamily="34" charset="0"/>
                </a:rPr>
                <a:t>EVENT NAME</a:t>
              </a:r>
              <a:br>
                <a:rPr lang="da-DK" sz="1400" dirty="0">
                  <a:solidFill>
                    <a:schemeClr val="tx1"/>
                  </a:solidFill>
                  <a:latin typeface="Century Gothic" panose="020B0502020202020204" pitchFamily="34" charset="0"/>
                  <a:ea typeface="Gibson SemiBold" pitchFamily="50" charset="0"/>
                  <a:sym typeface="Century Gothic" panose="020B0502020202020204" pitchFamily="34" charset="0"/>
                </a:rPr>
              </a:br>
              <a:r>
                <a:rPr lang="da-DK" sz="1400" dirty="0">
                  <a:solidFill>
                    <a:schemeClr val="tx1"/>
                  </a:solidFill>
                  <a:latin typeface="Century Gothic" panose="020B0502020202020204" pitchFamily="34" charset="0"/>
                  <a:ea typeface="Gibson SemiBold" pitchFamily="50" charset="0"/>
                  <a:sym typeface="Century Gothic" panose="020B0502020202020204" pitchFamily="34" charset="0"/>
                </a:rPr>
                <a:t>TWO LINES</a:t>
              </a:r>
            </a:p>
          </p:txBody>
        </p:sp>
      </p:grpSp>
      <p:grpSp>
        <p:nvGrpSpPr>
          <p:cNvPr id="50" name="Group 49">
            <a:extLst>
              <a:ext uri="{FF2B5EF4-FFF2-40B4-BE49-F238E27FC236}">
                <a16:creationId xmlns:a16="http://schemas.microsoft.com/office/drawing/2014/main" id="{19AEAEA8-F017-253D-394B-A176536971A7}"/>
              </a:ext>
            </a:extLst>
          </p:cNvPr>
          <p:cNvGrpSpPr/>
          <p:nvPr/>
        </p:nvGrpSpPr>
        <p:grpSpPr>
          <a:xfrm>
            <a:off x="9296400" y="3875776"/>
            <a:ext cx="2280153" cy="2372624"/>
            <a:chOff x="9296400" y="3799576"/>
            <a:chExt cx="2280153" cy="2372624"/>
          </a:xfrm>
        </p:grpSpPr>
        <p:sp>
          <p:nvSpPr>
            <p:cNvPr id="114" name="Text Placeholder 10">
              <a:extLst>
                <a:ext uri="{FF2B5EF4-FFF2-40B4-BE49-F238E27FC236}">
                  <a16:creationId xmlns:a16="http://schemas.microsoft.com/office/drawing/2014/main" id="{52377117-0345-51FA-B861-9CE37C1C5689}"/>
                </a:ext>
              </a:extLst>
            </p:cNvPr>
            <p:cNvSpPr txBox="1">
              <a:spLocks/>
            </p:cNvSpPr>
            <p:nvPr/>
          </p:nvSpPr>
          <p:spPr>
            <a:xfrm>
              <a:off x="9930633" y="4561709"/>
              <a:ext cx="1554480" cy="145809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15" name="Text Placeholder 10">
              <a:extLst>
                <a:ext uri="{FF2B5EF4-FFF2-40B4-BE49-F238E27FC236}">
                  <a16:creationId xmlns:a16="http://schemas.microsoft.com/office/drawing/2014/main" id="{3F48575A-8676-1040-3B1C-0BE5D9D09A85}"/>
                </a:ext>
              </a:extLst>
            </p:cNvPr>
            <p:cNvSpPr txBox="1">
              <a:spLocks/>
            </p:cNvSpPr>
            <p:nvPr/>
          </p:nvSpPr>
          <p:spPr>
            <a:xfrm>
              <a:off x="9930633" y="4068524"/>
              <a:ext cx="1645920" cy="46800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dirty="0">
                  <a:solidFill>
                    <a:schemeClr val="tx1"/>
                  </a:solidFill>
                  <a:latin typeface="Century Gothic" panose="020B0502020202020204" pitchFamily="34" charset="0"/>
                  <a:ea typeface="Gibson SemiBold" pitchFamily="50" charset="0"/>
                  <a:sym typeface="Century Gothic" panose="020B0502020202020204" pitchFamily="34" charset="0"/>
                </a:rPr>
                <a:t>EVENT NAME</a:t>
              </a:r>
              <a:br>
                <a:rPr lang="da-DK" sz="1400" dirty="0">
                  <a:solidFill>
                    <a:schemeClr val="tx1"/>
                  </a:solidFill>
                  <a:latin typeface="Century Gothic" panose="020B0502020202020204" pitchFamily="34" charset="0"/>
                  <a:ea typeface="Gibson SemiBold" pitchFamily="50" charset="0"/>
                  <a:sym typeface="Century Gothic" panose="020B0502020202020204" pitchFamily="34" charset="0"/>
                </a:rPr>
              </a:br>
              <a:r>
                <a:rPr lang="da-DK" sz="1400" dirty="0">
                  <a:solidFill>
                    <a:schemeClr val="tx1"/>
                  </a:solidFill>
                  <a:latin typeface="Century Gothic" panose="020B0502020202020204" pitchFamily="34" charset="0"/>
                  <a:ea typeface="Gibson SemiBold" pitchFamily="50" charset="0"/>
                  <a:sym typeface="Century Gothic" panose="020B0502020202020204" pitchFamily="34" charset="0"/>
                </a:rPr>
                <a:t>TWO LINES</a:t>
              </a:r>
            </a:p>
          </p:txBody>
        </p:sp>
        <p:grpSp>
          <p:nvGrpSpPr>
            <p:cNvPr id="38" name="Group 37">
              <a:extLst>
                <a:ext uri="{FF2B5EF4-FFF2-40B4-BE49-F238E27FC236}">
                  <a16:creationId xmlns:a16="http://schemas.microsoft.com/office/drawing/2014/main" id="{741F31F3-8A64-EB44-3A64-B8900CA56C10}"/>
                </a:ext>
              </a:extLst>
            </p:cNvPr>
            <p:cNvGrpSpPr/>
            <p:nvPr/>
          </p:nvGrpSpPr>
          <p:grpSpPr>
            <a:xfrm>
              <a:off x="9296400" y="3799576"/>
              <a:ext cx="692367" cy="2372624"/>
              <a:chOff x="9296400" y="3799576"/>
              <a:chExt cx="692367" cy="2372624"/>
            </a:xfrm>
          </p:grpSpPr>
          <p:sp>
            <p:nvSpPr>
              <p:cNvPr id="100" name="TextBox 99">
                <a:extLst>
                  <a:ext uri="{FF2B5EF4-FFF2-40B4-BE49-F238E27FC236}">
                    <a16:creationId xmlns:a16="http://schemas.microsoft.com/office/drawing/2014/main" id="{458B20C7-E026-926F-0240-FDA8D3BFB16E}"/>
                  </a:ext>
                </a:extLst>
              </p:cNvPr>
              <p:cNvSpPr txBox="1"/>
              <p:nvPr/>
            </p:nvSpPr>
            <p:spPr>
              <a:xfrm>
                <a:off x="9296400" y="5632200"/>
                <a:ext cx="692367" cy="540000"/>
              </a:xfrm>
              <a:prstGeom prst="rect">
                <a:avLst/>
              </a:prstGeom>
              <a:noFill/>
            </p:spPr>
            <p:txBody>
              <a:bodyPr wrap="square" lIns="0" tIns="0" rIns="0" bIns="0" rtlCol="0">
                <a:noAutofit/>
              </a:bodyPr>
              <a:lstStyle/>
              <a:p>
                <a:pPr algn="ctr"/>
                <a:r>
                  <a:rPr lang="en-GB" b="1">
                    <a:solidFill>
                      <a:schemeClr val="accent1"/>
                    </a:solidFill>
                    <a:latin typeface="Century Gothic" panose="020B0502020202020204" pitchFamily="34" charset="0"/>
                    <a:sym typeface="Century Gothic" panose="020B0502020202020204" pitchFamily="34" charset="0"/>
                  </a:rPr>
                  <a:t>YEAR</a:t>
                </a:r>
              </a:p>
            </p:txBody>
          </p:sp>
          <p:cxnSp>
            <p:nvCxnSpPr>
              <p:cNvPr id="99" name="Straight Connector 98">
                <a:extLst>
                  <a:ext uri="{FF2B5EF4-FFF2-40B4-BE49-F238E27FC236}">
                    <a16:creationId xmlns:a16="http://schemas.microsoft.com/office/drawing/2014/main" id="{A9C126DE-52F9-25EF-0B09-7E0F5E131900}"/>
                  </a:ext>
                </a:extLst>
              </p:cNvPr>
              <p:cNvCxnSpPr>
                <a:cxnSpLocks/>
              </p:cNvCxnSpPr>
              <p:nvPr/>
            </p:nvCxnSpPr>
            <p:spPr>
              <a:xfrm>
                <a:off x="9642583" y="3971096"/>
                <a:ext cx="0" cy="15840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4F3894A0-7326-FECC-A5C1-F369C7C996E9}"/>
                  </a:ext>
                </a:extLst>
              </p:cNvPr>
              <p:cNvSpPr/>
              <p:nvPr/>
            </p:nvSpPr>
            <p:spPr>
              <a:xfrm>
                <a:off x="9552583" y="379957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spTree>
    <p:extLst>
      <p:ext uri="{BB962C8B-B14F-4D97-AF65-F5344CB8AC3E}">
        <p14:creationId xmlns:p14="http://schemas.microsoft.com/office/powerpoint/2010/main" val="363806897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51">
            <a:extLst>
              <a:ext uri="{FF2B5EF4-FFF2-40B4-BE49-F238E27FC236}">
                <a16:creationId xmlns:a16="http://schemas.microsoft.com/office/drawing/2014/main" id="{2851BDB0-0E84-7CC7-D749-85019D0E8B49}"/>
              </a:ext>
            </a:extLst>
          </p:cNvPr>
          <p:cNvSpPr>
            <a:spLocks noGrp="1"/>
          </p:cNvSpPr>
          <p:nvPr>
            <p:ph type="title"/>
          </p:nvPr>
        </p:nvSpPr>
        <p:spPr>
          <a:xfrm>
            <a:off x="365760" y="365760"/>
            <a:ext cx="10958513" cy="504000"/>
          </a:xfrm>
        </p:spPr>
        <p:txBody>
          <a:bodyPr/>
          <a:lstStyle/>
          <a:p>
            <a:r>
              <a:rPr lang="en-US"/>
              <a:t>A </a:t>
            </a:r>
            <a:r>
              <a:rPr lang="en-US" b="1" u="sng"/>
              <a:t>HISTORY</a:t>
            </a:r>
            <a:r>
              <a:rPr lang="en-US"/>
              <a:t> of events</a:t>
            </a:r>
          </a:p>
        </p:txBody>
      </p:sp>
      <p:sp>
        <p:nvSpPr>
          <p:cNvPr id="49" name="Text Placeholder 48">
            <a:extLst>
              <a:ext uri="{FF2B5EF4-FFF2-40B4-BE49-F238E27FC236}">
                <a16:creationId xmlns:a16="http://schemas.microsoft.com/office/drawing/2014/main" id="{C8DB81A2-0435-9573-9B25-08513B916327}"/>
              </a:ext>
            </a:extLst>
          </p:cNvPr>
          <p:cNvSpPr>
            <a:spLocks noGrp="1"/>
          </p:cNvSpPr>
          <p:nvPr>
            <p:ph type="body" sz="quarter" idx="16"/>
          </p:nvPr>
        </p:nvSpPr>
        <p:spPr/>
        <p:txBody>
          <a:bodyPr/>
          <a:lstStyle/>
          <a:p>
            <a:r>
              <a:rPr lang="en-US"/>
              <a:t>CONFIDENTIAL</a:t>
            </a:r>
          </a:p>
        </p:txBody>
      </p:sp>
      <p:sp>
        <p:nvSpPr>
          <p:cNvPr id="59" name="Text Placeholder 58">
            <a:extLst>
              <a:ext uri="{FF2B5EF4-FFF2-40B4-BE49-F238E27FC236}">
                <a16:creationId xmlns:a16="http://schemas.microsoft.com/office/drawing/2014/main" id="{BF9D6D38-5B86-5C5D-E8C9-EBC970E73C8E}"/>
              </a:ext>
            </a:extLst>
          </p:cNvPr>
          <p:cNvSpPr>
            <a:spLocks noGrp="1"/>
          </p:cNvSpPr>
          <p:nvPr>
            <p:ph type="body" sz="quarter" idx="13"/>
          </p:nvPr>
        </p:nvSpPr>
        <p:spPr>
          <a:xfrm>
            <a:off x="365760" y="1095208"/>
            <a:ext cx="10956970" cy="360000"/>
          </a:xfrm>
        </p:spPr>
        <p:txBody>
          <a:bodyPr/>
          <a:lstStyle/>
          <a:p>
            <a:r>
              <a:rPr lang="en-US">
                <a:sym typeface="Century Gothic" panose="020B0502020202020204" pitchFamily="34" charset="0"/>
              </a:rPr>
              <a:t>SUBTITLE EXAMPLE</a:t>
            </a:r>
          </a:p>
        </p:txBody>
      </p:sp>
      <p:sp>
        <p:nvSpPr>
          <p:cNvPr id="48" name="Text Placeholder 47">
            <a:extLst>
              <a:ext uri="{FF2B5EF4-FFF2-40B4-BE49-F238E27FC236}">
                <a16:creationId xmlns:a16="http://schemas.microsoft.com/office/drawing/2014/main" id="{E6F9A8E3-DFA7-2BCF-51EB-AA7B65D4B8EF}"/>
              </a:ext>
            </a:extLst>
          </p:cNvPr>
          <p:cNvSpPr>
            <a:spLocks noGrp="1"/>
          </p:cNvSpPr>
          <p:nvPr>
            <p:ph type="body" sz="quarter" idx="14"/>
          </p:nvPr>
        </p:nvSpPr>
        <p:spPr/>
        <p:txBody>
          <a:bodyPr/>
          <a:lstStyle/>
          <a:p>
            <a:endParaRPr lang="en-US"/>
          </a:p>
        </p:txBody>
      </p:sp>
      <p:grpSp>
        <p:nvGrpSpPr>
          <p:cNvPr id="7" name="Group 6">
            <a:extLst>
              <a:ext uri="{FF2B5EF4-FFF2-40B4-BE49-F238E27FC236}">
                <a16:creationId xmlns:a16="http://schemas.microsoft.com/office/drawing/2014/main" id="{BD85F1CE-57EF-BF1D-2DE7-08A9897CB8B6}"/>
              </a:ext>
            </a:extLst>
          </p:cNvPr>
          <p:cNvGrpSpPr/>
          <p:nvPr/>
        </p:nvGrpSpPr>
        <p:grpSpPr>
          <a:xfrm>
            <a:off x="635508" y="3168340"/>
            <a:ext cx="11940540" cy="180000"/>
            <a:chOff x="274320" y="2935224"/>
            <a:chExt cx="11940540" cy="180000"/>
          </a:xfrm>
        </p:grpSpPr>
        <p:cxnSp>
          <p:nvCxnSpPr>
            <p:cNvPr id="8" name="Straight Connector 7">
              <a:extLst>
                <a:ext uri="{FF2B5EF4-FFF2-40B4-BE49-F238E27FC236}">
                  <a16:creationId xmlns:a16="http://schemas.microsoft.com/office/drawing/2014/main" id="{AFF5AA28-0A03-2BCF-0DD7-167F5CA9D2B0}"/>
                </a:ext>
              </a:extLst>
            </p:cNvPr>
            <p:cNvCxnSpPr>
              <a:cxnSpLocks/>
            </p:cNvCxnSpPr>
            <p:nvPr/>
          </p:nvCxnSpPr>
          <p:spPr>
            <a:xfrm>
              <a:off x="274320" y="3011860"/>
              <a:ext cx="1179576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3D222CA7-6285-4D0F-1D23-3C21A07A4496}"/>
                </a:ext>
              </a:extLst>
            </p:cNvPr>
            <p:cNvSpPr/>
            <p:nvPr/>
          </p:nvSpPr>
          <p:spPr>
            <a:xfrm>
              <a:off x="12034860" y="2935224"/>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latin typeface="Century Gothic" panose="020B0502020202020204" pitchFamily="34" charset="0"/>
                <a:sym typeface="Century Gothic" panose="020B0502020202020204" pitchFamily="34" charset="0"/>
              </a:endParaRPr>
            </a:p>
          </p:txBody>
        </p:sp>
      </p:grpSp>
      <p:grpSp>
        <p:nvGrpSpPr>
          <p:cNvPr id="10" name="Group 9">
            <a:extLst>
              <a:ext uri="{FF2B5EF4-FFF2-40B4-BE49-F238E27FC236}">
                <a16:creationId xmlns:a16="http://schemas.microsoft.com/office/drawing/2014/main" id="{56073A37-4A93-68AF-12B5-4A56574E3FFF}"/>
              </a:ext>
            </a:extLst>
          </p:cNvPr>
          <p:cNvGrpSpPr/>
          <p:nvPr/>
        </p:nvGrpSpPr>
        <p:grpSpPr>
          <a:xfrm>
            <a:off x="338328" y="2667000"/>
            <a:ext cx="1541088" cy="2819400"/>
            <a:chOff x="338328" y="2667000"/>
            <a:chExt cx="1541088" cy="2819400"/>
          </a:xfrm>
        </p:grpSpPr>
        <p:cxnSp>
          <p:nvCxnSpPr>
            <p:cNvPr id="11" name="Straight Connector 10">
              <a:extLst>
                <a:ext uri="{FF2B5EF4-FFF2-40B4-BE49-F238E27FC236}">
                  <a16:creationId xmlns:a16="http://schemas.microsoft.com/office/drawing/2014/main" id="{EDE3A8B8-FC9B-CFDE-93FA-BAD45CCE53F3}"/>
                </a:ext>
              </a:extLst>
            </p:cNvPr>
            <p:cNvCxnSpPr>
              <a:cxnSpLocks/>
            </p:cNvCxnSpPr>
            <p:nvPr/>
          </p:nvCxnSpPr>
          <p:spPr>
            <a:xfrm>
              <a:off x="668363" y="3255800"/>
              <a:ext cx="0" cy="4572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12" name="Text Placeholder 10">
              <a:extLst>
                <a:ext uri="{FF2B5EF4-FFF2-40B4-BE49-F238E27FC236}">
                  <a16:creationId xmlns:a16="http://schemas.microsoft.com/office/drawing/2014/main" id="{D9129918-D0D8-5C84-8DAF-D0106C44E5EE}"/>
                </a:ext>
              </a:extLst>
            </p:cNvPr>
            <p:cNvSpPr txBox="1">
              <a:spLocks/>
            </p:cNvSpPr>
            <p:nvPr/>
          </p:nvSpPr>
          <p:spPr>
            <a:xfrm>
              <a:off x="339526" y="4256909"/>
              <a:ext cx="1539890" cy="1229491"/>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spcAft>
                  <a:spcPts val="600"/>
                </a:spcAft>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3" name="Text Placeholder 10">
              <a:extLst>
                <a:ext uri="{FF2B5EF4-FFF2-40B4-BE49-F238E27FC236}">
                  <a16:creationId xmlns:a16="http://schemas.microsoft.com/office/drawing/2014/main" id="{60C3CC7A-6734-6D03-8785-89FD21D2DCE2}"/>
                </a:ext>
              </a:extLst>
            </p:cNvPr>
            <p:cNvSpPr txBox="1">
              <a:spLocks/>
            </p:cNvSpPr>
            <p:nvPr/>
          </p:nvSpPr>
          <p:spPr>
            <a:xfrm>
              <a:off x="338328" y="3776569"/>
              <a:ext cx="1539889" cy="519812"/>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a-DK" sz="1400" b="1" cap="all">
                  <a:solidFill>
                    <a:schemeClr val="tx1"/>
                  </a:solidFill>
                  <a:latin typeface="Century Gothic" panose="020B0502020202020204" pitchFamily="34" charset="0"/>
                  <a:ea typeface="Gibson SemiBold" pitchFamily="50" charset="0"/>
                  <a:sym typeface="Century Gothic" panose="020B0502020202020204" pitchFamily="34" charset="0"/>
                </a:rPr>
                <a:t>EVENT NAME</a:t>
              </a:r>
            </a:p>
            <a:p>
              <a:r>
                <a:rPr lang="da-DK" sz="1400" b="1" cap="all">
                  <a:solidFill>
                    <a:schemeClr val="tx1"/>
                  </a:solidFill>
                  <a:latin typeface="Century Gothic" panose="020B0502020202020204" pitchFamily="34" charset="0"/>
                  <a:ea typeface="Gibson SemiBold" pitchFamily="50" charset="0"/>
                  <a:sym typeface="Century Gothic" panose="020B0502020202020204" pitchFamily="34" charset="0"/>
                </a:rPr>
                <a:t>TWO LINES</a:t>
              </a:r>
            </a:p>
          </p:txBody>
        </p:sp>
        <p:sp>
          <p:nvSpPr>
            <p:cNvPr id="14" name="Oval 13">
              <a:extLst>
                <a:ext uri="{FF2B5EF4-FFF2-40B4-BE49-F238E27FC236}">
                  <a16:creationId xmlns:a16="http://schemas.microsoft.com/office/drawing/2014/main" id="{2B2CF385-7B1C-FBD4-24A5-B138C08CD939}"/>
                </a:ext>
              </a:extLst>
            </p:cNvPr>
            <p:cNvSpPr/>
            <p:nvPr/>
          </p:nvSpPr>
          <p:spPr>
            <a:xfrm>
              <a:off x="578363" y="316412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latin typeface="Century Gothic" panose="020B0502020202020204" pitchFamily="34" charset="0"/>
                <a:sym typeface="Century Gothic" panose="020B0502020202020204" pitchFamily="34" charset="0"/>
              </a:endParaRPr>
            </a:p>
          </p:txBody>
        </p:sp>
        <p:sp>
          <p:nvSpPr>
            <p:cNvPr id="15" name="TextBox 35">
              <a:extLst>
                <a:ext uri="{FF2B5EF4-FFF2-40B4-BE49-F238E27FC236}">
                  <a16:creationId xmlns:a16="http://schemas.microsoft.com/office/drawing/2014/main" id="{689F3E57-F385-2F53-B421-CE73E16BBAC2}"/>
                </a:ext>
              </a:extLst>
            </p:cNvPr>
            <p:cNvSpPr txBox="1"/>
            <p:nvPr/>
          </p:nvSpPr>
          <p:spPr>
            <a:xfrm>
              <a:off x="338328" y="2667000"/>
              <a:ext cx="1077293" cy="419438"/>
            </a:xfrm>
            <a:prstGeom prst="rect">
              <a:avLst/>
            </a:prstGeom>
            <a:noFill/>
          </p:spPr>
          <p:txBody>
            <a:bodyPr wrap="square"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accent1"/>
                  </a:solidFill>
                  <a:latin typeface="Century Gothic" panose="020B0502020202020204" pitchFamily="34" charset="0"/>
                  <a:sym typeface="Century Gothic" panose="020B0502020202020204" pitchFamily="34" charset="0"/>
                </a:rPr>
                <a:t>YEAR</a:t>
              </a:r>
            </a:p>
          </p:txBody>
        </p:sp>
      </p:grpSp>
      <p:grpSp>
        <p:nvGrpSpPr>
          <p:cNvPr id="16" name="Group 15">
            <a:extLst>
              <a:ext uri="{FF2B5EF4-FFF2-40B4-BE49-F238E27FC236}">
                <a16:creationId xmlns:a16="http://schemas.microsoft.com/office/drawing/2014/main" id="{693AC0A9-4936-0E31-F91F-ED5F369C0177}"/>
              </a:ext>
            </a:extLst>
          </p:cNvPr>
          <p:cNvGrpSpPr/>
          <p:nvPr/>
        </p:nvGrpSpPr>
        <p:grpSpPr>
          <a:xfrm>
            <a:off x="2300757" y="2667000"/>
            <a:ext cx="1541088" cy="2819400"/>
            <a:chOff x="2300757" y="2667000"/>
            <a:chExt cx="1541088" cy="2819400"/>
          </a:xfrm>
        </p:grpSpPr>
        <p:cxnSp>
          <p:nvCxnSpPr>
            <p:cNvPr id="17" name="Straight Connector 16">
              <a:extLst>
                <a:ext uri="{FF2B5EF4-FFF2-40B4-BE49-F238E27FC236}">
                  <a16:creationId xmlns:a16="http://schemas.microsoft.com/office/drawing/2014/main" id="{2228BBF0-4799-B5AF-A30C-FEBAC398457F}"/>
                </a:ext>
              </a:extLst>
            </p:cNvPr>
            <p:cNvCxnSpPr>
              <a:cxnSpLocks/>
            </p:cNvCxnSpPr>
            <p:nvPr/>
          </p:nvCxnSpPr>
          <p:spPr>
            <a:xfrm>
              <a:off x="2630792" y="3255800"/>
              <a:ext cx="0" cy="4572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18" name="Text Placeholder 10">
              <a:extLst>
                <a:ext uri="{FF2B5EF4-FFF2-40B4-BE49-F238E27FC236}">
                  <a16:creationId xmlns:a16="http://schemas.microsoft.com/office/drawing/2014/main" id="{B865B72A-AE75-D055-17CA-F919A4BED336}"/>
                </a:ext>
              </a:extLst>
            </p:cNvPr>
            <p:cNvSpPr txBox="1">
              <a:spLocks/>
            </p:cNvSpPr>
            <p:nvPr/>
          </p:nvSpPr>
          <p:spPr>
            <a:xfrm>
              <a:off x="2301955" y="4256909"/>
              <a:ext cx="1539890" cy="1229491"/>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spcAft>
                  <a:spcPts val="600"/>
                </a:spcAft>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9" name="Text Placeholder 10">
              <a:extLst>
                <a:ext uri="{FF2B5EF4-FFF2-40B4-BE49-F238E27FC236}">
                  <a16:creationId xmlns:a16="http://schemas.microsoft.com/office/drawing/2014/main" id="{997E22E3-95FC-C4D1-7BAF-13E05BF1AD7B}"/>
                </a:ext>
              </a:extLst>
            </p:cNvPr>
            <p:cNvSpPr txBox="1">
              <a:spLocks/>
            </p:cNvSpPr>
            <p:nvPr/>
          </p:nvSpPr>
          <p:spPr>
            <a:xfrm>
              <a:off x="2300757" y="3776569"/>
              <a:ext cx="1539889" cy="519812"/>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a-DK" sz="1400" b="1" cap="all">
                  <a:solidFill>
                    <a:schemeClr val="tx1"/>
                  </a:solidFill>
                  <a:latin typeface="Century Gothic" panose="020B0502020202020204" pitchFamily="34" charset="0"/>
                  <a:ea typeface="Gibson SemiBold" pitchFamily="50" charset="0"/>
                  <a:sym typeface="Century Gothic" panose="020B0502020202020204" pitchFamily="34" charset="0"/>
                </a:rPr>
                <a:t>EVENT NAME TWO LINES</a:t>
              </a:r>
            </a:p>
          </p:txBody>
        </p:sp>
        <p:sp>
          <p:nvSpPr>
            <p:cNvPr id="20" name="Oval 19">
              <a:extLst>
                <a:ext uri="{FF2B5EF4-FFF2-40B4-BE49-F238E27FC236}">
                  <a16:creationId xmlns:a16="http://schemas.microsoft.com/office/drawing/2014/main" id="{1B7F1672-BC3E-17B4-3405-24EF7A006D72}"/>
                </a:ext>
              </a:extLst>
            </p:cNvPr>
            <p:cNvSpPr/>
            <p:nvPr/>
          </p:nvSpPr>
          <p:spPr>
            <a:xfrm>
              <a:off x="2540792" y="316412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latin typeface="Century Gothic" panose="020B0502020202020204" pitchFamily="34" charset="0"/>
                <a:sym typeface="Century Gothic" panose="020B0502020202020204" pitchFamily="34" charset="0"/>
              </a:endParaRPr>
            </a:p>
          </p:txBody>
        </p:sp>
        <p:sp>
          <p:nvSpPr>
            <p:cNvPr id="21" name="TextBox 43">
              <a:extLst>
                <a:ext uri="{FF2B5EF4-FFF2-40B4-BE49-F238E27FC236}">
                  <a16:creationId xmlns:a16="http://schemas.microsoft.com/office/drawing/2014/main" id="{E2B6EB75-56C8-CAA1-56BD-069B172C6462}"/>
                </a:ext>
              </a:extLst>
            </p:cNvPr>
            <p:cNvSpPr txBox="1"/>
            <p:nvPr/>
          </p:nvSpPr>
          <p:spPr>
            <a:xfrm>
              <a:off x="2300757" y="2667000"/>
              <a:ext cx="1077293" cy="419438"/>
            </a:xfrm>
            <a:prstGeom prst="rect">
              <a:avLst/>
            </a:prstGeom>
            <a:noFill/>
          </p:spPr>
          <p:txBody>
            <a:bodyPr wrap="square"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accent1"/>
                  </a:solidFill>
                  <a:latin typeface="Century Gothic" panose="020B0502020202020204" pitchFamily="34" charset="0"/>
                  <a:sym typeface="Century Gothic" panose="020B0502020202020204" pitchFamily="34" charset="0"/>
                </a:rPr>
                <a:t>YEAR</a:t>
              </a:r>
            </a:p>
          </p:txBody>
        </p:sp>
      </p:grpSp>
      <p:grpSp>
        <p:nvGrpSpPr>
          <p:cNvPr id="22" name="Group 21">
            <a:extLst>
              <a:ext uri="{FF2B5EF4-FFF2-40B4-BE49-F238E27FC236}">
                <a16:creationId xmlns:a16="http://schemas.microsoft.com/office/drawing/2014/main" id="{8DBC78B5-CD02-5552-44CE-2C3B7E6DB8AB}"/>
              </a:ext>
            </a:extLst>
          </p:cNvPr>
          <p:cNvGrpSpPr/>
          <p:nvPr/>
        </p:nvGrpSpPr>
        <p:grpSpPr>
          <a:xfrm>
            <a:off x="4263186" y="2667000"/>
            <a:ext cx="1541088" cy="2819400"/>
            <a:chOff x="4263186" y="2667000"/>
            <a:chExt cx="1541088" cy="2819400"/>
          </a:xfrm>
        </p:grpSpPr>
        <p:cxnSp>
          <p:nvCxnSpPr>
            <p:cNvPr id="23" name="Straight Connector 22">
              <a:extLst>
                <a:ext uri="{FF2B5EF4-FFF2-40B4-BE49-F238E27FC236}">
                  <a16:creationId xmlns:a16="http://schemas.microsoft.com/office/drawing/2014/main" id="{ACC6C4FA-F363-051F-D001-3ABAE075B601}"/>
                </a:ext>
              </a:extLst>
            </p:cNvPr>
            <p:cNvCxnSpPr>
              <a:cxnSpLocks/>
            </p:cNvCxnSpPr>
            <p:nvPr/>
          </p:nvCxnSpPr>
          <p:spPr>
            <a:xfrm>
              <a:off x="4593221" y="3255800"/>
              <a:ext cx="0" cy="4572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24" name="Text Placeholder 10">
              <a:extLst>
                <a:ext uri="{FF2B5EF4-FFF2-40B4-BE49-F238E27FC236}">
                  <a16:creationId xmlns:a16="http://schemas.microsoft.com/office/drawing/2014/main" id="{350AEE5F-1552-A72E-F07F-D3B0A736D3B0}"/>
                </a:ext>
              </a:extLst>
            </p:cNvPr>
            <p:cNvSpPr txBox="1">
              <a:spLocks/>
            </p:cNvSpPr>
            <p:nvPr/>
          </p:nvSpPr>
          <p:spPr>
            <a:xfrm>
              <a:off x="4264384" y="4256909"/>
              <a:ext cx="1539890" cy="1229491"/>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spcAft>
                  <a:spcPts val="600"/>
                </a:spcAft>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25" name="Text Placeholder 10">
              <a:extLst>
                <a:ext uri="{FF2B5EF4-FFF2-40B4-BE49-F238E27FC236}">
                  <a16:creationId xmlns:a16="http://schemas.microsoft.com/office/drawing/2014/main" id="{7AFC1BF7-8315-491F-00AE-647330885BED}"/>
                </a:ext>
              </a:extLst>
            </p:cNvPr>
            <p:cNvSpPr txBox="1">
              <a:spLocks/>
            </p:cNvSpPr>
            <p:nvPr/>
          </p:nvSpPr>
          <p:spPr>
            <a:xfrm>
              <a:off x="4263186" y="3776569"/>
              <a:ext cx="1539889" cy="519812"/>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a-DK" sz="1400" b="1" cap="all">
                  <a:solidFill>
                    <a:schemeClr val="tx1"/>
                  </a:solidFill>
                  <a:latin typeface="Century Gothic" panose="020B0502020202020204" pitchFamily="34" charset="0"/>
                  <a:ea typeface="Gibson SemiBold" pitchFamily="50" charset="0"/>
                  <a:sym typeface="Century Gothic" panose="020B0502020202020204" pitchFamily="34" charset="0"/>
                </a:rPr>
                <a:t>EVENT NAME TWO LINES</a:t>
              </a:r>
            </a:p>
          </p:txBody>
        </p:sp>
        <p:sp>
          <p:nvSpPr>
            <p:cNvPr id="26" name="Oval 25">
              <a:extLst>
                <a:ext uri="{FF2B5EF4-FFF2-40B4-BE49-F238E27FC236}">
                  <a16:creationId xmlns:a16="http://schemas.microsoft.com/office/drawing/2014/main" id="{FD2C0298-489B-B1E1-E8E8-BB755161A571}"/>
                </a:ext>
              </a:extLst>
            </p:cNvPr>
            <p:cNvSpPr/>
            <p:nvPr/>
          </p:nvSpPr>
          <p:spPr>
            <a:xfrm>
              <a:off x="4503221" y="316412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latin typeface="Century Gothic" panose="020B0502020202020204" pitchFamily="34" charset="0"/>
                <a:sym typeface="Century Gothic" panose="020B0502020202020204" pitchFamily="34" charset="0"/>
              </a:endParaRPr>
            </a:p>
          </p:txBody>
        </p:sp>
        <p:sp>
          <p:nvSpPr>
            <p:cNvPr id="27" name="TextBox 49">
              <a:extLst>
                <a:ext uri="{FF2B5EF4-FFF2-40B4-BE49-F238E27FC236}">
                  <a16:creationId xmlns:a16="http://schemas.microsoft.com/office/drawing/2014/main" id="{6C1B5FC1-F66E-7959-4F9D-9563076C0320}"/>
                </a:ext>
              </a:extLst>
            </p:cNvPr>
            <p:cNvSpPr txBox="1"/>
            <p:nvPr/>
          </p:nvSpPr>
          <p:spPr>
            <a:xfrm>
              <a:off x="4263186" y="2667000"/>
              <a:ext cx="1077293" cy="419438"/>
            </a:xfrm>
            <a:prstGeom prst="rect">
              <a:avLst/>
            </a:prstGeom>
            <a:noFill/>
          </p:spPr>
          <p:txBody>
            <a:bodyPr wrap="square"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accent1"/>
                  </a:solidFill>
                  <a:latin typeface="Century Gothic" panose="020B0502020202020204" pitchFamily="34" charset="0"/>
                  <a:sym typeface="Century Gothic" panose="020B0502020202020204" pitchFamily="34" charset="0"/>
                </a:rPr>
                <a:t>YEAR</a:t>
              </a:r>
            </a:p>
          </p:txBody>
        </p:sp>
      </p:grpSp>
      <p:grpSp>
        <p:nvGrpSpPr>
          <p:cNvPr id="28" name="Group 27">
            <a:extLst>
              <a:ext uri="{FF2B5EF4-FFF2-40B4-BE49-F238E27FC236}">
                <a16:creationId xmlns:a16="http://schemas.microsoft.com/office/drawing/2014/main" id="{8DC875C0-087E-0285-8F34-314FD4C7474A}"/>
              </a:ext>
            </a:extLst>
          </p:cNvPr>
          <p:cNvGrpSpPr/>
          <p:nvPr/>
        </p:nvGrpSpPr>
        <p:grpSpPr>
          <a:xfrm>
            <a:off x="6225615" y="2667000"/>
            <a:ext cx="1541088" cy="2819400"/>
            <a:chOff x="6225615" y="2667000"/>
            <a:chExt cx="1541088" cy="2819400"/>
          </a:xfrm>
        </p:grpSpPr>
        <p:cxnSp>
          <p:nvCxnSpPr>
            <p:cNvPr id="29" name="Straight Connector 28">
              <a:extLst>
                <a:ext uri="{FF2B5EF4-FFF2-40B4-BE49-F238E27FC236}">
                  <a16:creationId xmlns:a16="http://schemas.microsoft.com/office/drawing/2014/main" id="{B2CD7AA7-06A6-0576-A039-415312E3BFA9}"/>
                </a:ext>
              </a:extLst>
            </p:cNvPr>
            <p:cNvCxnSpPr>
              <a:cxnSpLocks/>
            </p:cNvCxnSpPr>
            <p:nvPr/>
          </p:nvCxnSpPr>
          <p:spPr>
            <a:xfrm>
              <a:off x="6555650" y="3255800"/>
              <a:ext cx="0" cy="4572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30" name="Text Placeholder 10">
              <a:extLst>
                <a:ext uri="{FF2B5EF4-FFF2-40B4-BE49-F238E27FC236}">
                  <a16:creationId xmlns:a16="http://schemas.microsoft.com/office/drawing/2014/main" id="{6AC5B4BC-E17A-8411-64CC-452F9C30261E}"/>
                </a:ext>
              </a:extLst>
            </p:cNvPr>
            <p:cNvSpPr txBox="1">
              <a:spLocks/>
            </p:cNvSpPr>
            <p:nvPr/>
          </p:nvSpPr>
          <p:spPr>
            <a:xfrm>
              <a:off x="6226813" y="4256909"/>
              <a:ext cx="1539890" cy="1229491"/>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spcAft>
                  <a:spcPts val="600"/>
                </a:spcAft>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31" name="Text Placeholder 10">
              <a:extLst>
                <a:ext uri="{FF2B5EF4-FFF2-40B4-BE49-F238E27FC236}">
                  <a16:creationId xmlns:a16="http://schemas.microsoft.com/office/drawing/2014/main" id="{ABC784A2-B06F-2695-EEEF-08BF5086D9E2}"/>
                </a:ext>
              </a:extLst>
            </p:cNvPr>
            <p:cNvSpPr txBox="1">
              <a:spLocks/>
            </p:cNvSpPr>
            <p:nvPr/>
          </p:nvSpPr>
          <p:spPr>
            <a:xfrm>
              <a:off x="6225615" y="3776569"/>
              <a:ext cx="1539889" cy="519812"/>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a-DK" sz="1400" b="1" cap="all">
                  <a:solidFill>
                    <a:schemeClr val="tx1"/>
                  </a:solidFill>
                  <a:latin typeface="Century Gothic" panose="020B0502020202020204" pitchFamily="34" charset="0"/>
                  <a:ea typeface="Gibson SemiBold" pitchFamily="50" charset="0"/>
                  <a:sym typeface="Century Gothic" panose="020B0502020202020204" pitchFamily="34" charset="0"/>
                </a:rPr>
                <a:t>EVENT NAME TWO LINES</a:t>
              </a:r>
            </a:p>
          </p:txBody>
        </p:sp>
        <p:sp>
          <p:nvSpPr>
            <p:cNvPr id="32" name="Oval 31">
              <a:extLst>
                <a:ext uri="{FF2B5EF4-FFF2-40B4-BE49-F238E27FC236}">
                  <a16:creationId xmlns:a16="http://schemas.microsoft.com/office/drawing/2014/main" id="{0FA2C335-7272-6E14-02B5-25D2C00F29F8}"/>
                </a:ext>
              </a:extLst>
            </p:cNvPr>
            <p:cNvSpPr/>
            <p:nvPr/>
          </p:nvSpPr>
          <p:spPr>
            <a:xfrm>
              <a:off x="6465650" y="316412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latin typeface="Century Gothic" panose="020B0502020202020204" pitchFamily="34" charset="0"/>
                <a:sym typeface="Century Gothic" panose="020B0502020202020204" pitchFamily="34" charset="0"/>
              </a:endParaRPr>
            </a:p>
          </p:txBody>
        </p:sp>
        <p:sp>
          <p:nvSpPr>
            <p:cNvPr id="33" name="TextBox 56">
              <a:extLst>
                <a:ext uri="{FF2B5EF4-FFF2-40B4-BE49-F238E27FC236}">
                  <a16:creationId xmlns:a16="http://schemas.microsoft.com/office/drawing/2014/main" id="{F1E07B01-71B9-A730-01F3-EB962E21A437}"/>
                </a:ext>
              </a:extLst>
            </p:cNvPr>
            <p:cNvSpPr txBox="1"/>
            <p:nvPr/>
          </p:nvSpPr>
          <p:spPr>
            <a:xfrm>
              <a:off x="6225615" y="2667000"/>
              <a:ext cx="1077293" cy="419438"/>
            </a:xfrm>
            <a:prstGeom prst="rect">
              <a:avLst/>
            </a:prstGeom>
            <a:noFill/>
          </p:spPr>
          <p:txBody>
            <a:bodyPr wrap="square"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accent1"/>
                  </a:solidFill>
                  <a:latin typeface="Century Gothic" panose="020B0502020202020204" pitchFamily="34" charset="0"/>
                  <a:sym typeface="Century Gothic" panose="020B0502020202020204" pitchFamily="34" charset="0"/>
                </a:rPr>
                <a:t>YEAR</a:t>
              </a:r>
            </a:p>
          </p:txBody>
        </p:sp>
      </p:grpSp>
      <p:grpSp>
        <p:nvGrpSpPr>
          <p:cNvPr id="34" name="Group 33">
            <a:extLst>
              <a:ext uri="{FF2B5EF4-FFF2-40B4-BE49-F238E27FC236}">
                <a16:creationId xmlns:a16="http://schemas.microsoft.com/office/drawing/2014/main" id="{275F2CF7-FBD3-74D4-83D0-3BB29AC4B3F8}"/>
              </a:ext>
            </a:extLst>
          </p:cNvPr>
          <p:cNvGrpSpPr/>
          <p:nvPr/>
        </p:nvGrpSpPr>
        <p:grpSpPr>
          <a:xfrm>
            <a:off x="8188044" y="2667000"/>
            <a:ext cx="1541088" cy="2819400"/>
            <a:chOff x="8188044" y="2667000"/>
            <a:chExt cx="1541088" cy="2819400"/>
          </a:xfrm>
        </p:grpSpPr>
        <p:cxnSp>
          <p:nvCxnSpPr>
            <p:cNvPr id="35" name="Straight Connector 34">
              <a:extLst>
                <a:ext uri="{FF2B5EF4-FFF2-40B4-BE49-F238E27FC236}">
                  <a16:creationId xmlns:a16="http://schemas.microsoft.com/office/drawing/2014/main" id="{D4A13274-1635-98F7-94EB-7A255CE3FCC9}"/>
                </a:ext>
              </a:extLst>
            </p:cNvPr>
            <p:cNvCxnSpPr>
              <a:cxnSpLocks/>
            </p:cNvCxnSpPr>
            <p:nvPr/>
          </p:nvCxnSpPr>
          <p:spPr>
            <a:xfrm>
              <a:off x="8518079" y="3255800"/>
              <a:ext cx="0" cy="4572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36" name="Text Placeholder 10">
              <a:extLst>
                <a:ext uri="{FF2B5EF4-FFF2-40B4-BE49-F238E27FC236}">
                  <a16:creationId xmlns:a16="http://schemas.microsoft.com/office/drawing/2014/main" id="{60F4E22F-ED7E-F89B-FE75-943ABA71CD34}"/>
                </a:ext>
              </a:extLst>
            </p:cNvPr>
            <p:cNvSpPr txBox="1">
              <a:spLocks/>
            </p:cNvSpPr>
            <p:nvPr/>
          </p:nvSpPr>
          <p:spPr>
            <a:xfrm>
              <a:off x="8189242" y="4256909"/>
              <a:ext cx="1539890" cy="1229491"/>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spcAft>
                  <a:spcPts val="600"/>
                </a:spcAft>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37" name="Text Placeholder 10">
              <a:extLst>
                <a:ext uri="{FF2B5EF4-FFF2-40B4-BE49-F238E27FC236}">
                  <a16:creationId xmlns:a16="http://schemas.microsoft.com/office/drawing/2014/main" id="{B9020D39-26EB-46B7-AF01-868F0A37CDEF}"/>
                </a:ext>
              </a:extLst>
            </p:cNvPr>
            <p:cNvSpPr txBox="1">
              <a:spLocks/>
            </p:cNvSpPr>
            <p:nvPr/>
          </p:nvSpPr>
          <p:spPr>
            <a:xfrm>
              <a:off x="8188044" y="3776569"/>
              <a:ext cx="1539889" cy="519812"/>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a-DK" sz="1400" b="1" cap="all">
                  <a:solidFill>
                    <a:schemeClr val="tx1"/>
                  </a:solidFill>
                  <a:latin typeface="Century Gothic" panose="020B0502020202020204" pitchFamily="34" charset="0"/>
                  <a:ea typeface="Gibson SemiBold" pitchFamily="50" charset="0"/>
                  <a:sym typeface="Century Gothic" panose="020B0502020202020204" pitchFamily="34" charset="0"/>
                </a:rPr>
                <a:t>EVENT NAME TWO LINES</a:t>
              </a:r>
            </a:p>
          </p:txBody>
        </p:sp>
        <p:sp>
          <p:nvSpPr>
            <p:cNvPr id="38" name="Oval 37">
              <a:extLst>
                <a:ext uri="{FF2B5EF4-FFF2-40B4-BE49-F238E27FC236}">
                  <a16:creationId xmlns:a16="http://schemas.microsoft.com/office/drawing/2014/main" id="{8A40C28C-321A-D475-B532-9740B2FC3B53}"/>
                </a:ext>
              </a:extLst>
            </p:cNvPr>
            <p:cNvSpPr/>
            <p:nvPr/>
          </p:nvSpPr>
          <p:spPr>
            <a:xfrm>
              <a:off x="8428079" y="316412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latin typeface="Century Gothic" panose="020B0502020202020204" pitchFamily="34" charset="0"/>
                <a:sym typeface="Century Gothic" panose="020B0502020202020204" pitchFamily="34" charset="0"/>
              </a:endParaRPr>
            </a:p>
          </p:txBody>
        </p:sp>
        <p:sp>
          <p:nvSpPr>
            <p:cNvPr id="39" name="TextBox 74">
              <a:extLst>
                <a:ext uri="{FF2B5EF4-FFF2-40B4-BE49-F238E27FC236}">
                  <a16:creationId xmlns:a16="http://schemas.microsoft.com/office/drawing/2014/main" id="{885BF743-379D-E5FB-B169-FE892369B8FD}"/>
                </a:ext>
              </a:extLst>
            </p:cNvPr>
            <p:cNvSpPr txBox="1"/>
            <p:nvPr/>
          </p:nvSpPr>
          <p:spPr>
            <a:xfrm>
              <a:off x="8188044" y="2667000"/>
              <a:ext cx="1077293" cy="419438"/>
            </a:xfrm>
            <a:prstGeom prst="rect">
              <a:avLst/>
            </a:prstGeom>
            <a:noFill/>
          </p:spPr>
          <p:txBody>
            <a:bodyPr wrap="square"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accent1"/>
                  </a:solidFill>
                  <a:latin typeface="Century Gothic" panose="020B0502020202020204" pitchFamily="34" charset="0"/>
                  <a:sym typeface="Century Gothic" panose="020B0502020202020204" pitchFamily="34" charset="0"/>
                </a:rPr>
                <a:t>YEAR</a:t>
              </a:r>
            </a:p>
          </p:txBody>
        </p:sp>
      </p:grpSp>
      <p:grpSp>
        <p:nvGrpSpPr>
          <p:cNvPr id="40" name="Group 39">
            <a:extLst>
              <a:ext uri="{FF2B5EF4-FFF2-40B4-BE49-F238E27FC236}">
                <a16:creationId xmlns:a16="http://schemas.microsoft.com/office/drawing/2014/main" id="{A65DCC9C-72A2-E44C-E886-5C6FF21AE1C7}"/>
              </a:ext>
            </a:extLst>
          </p:cNvPr>
          <p:cNvGrpSpPr/>
          <p:nvPr/>
        </p:nvGrpSpPr>
        <p:grpSpPr>
          <a:xfrm>
            <a:off x="10150472" y="2667000"/>
            <a:ext cx="1541088" cy="2819400"/>
            <a:chOff x="10150472" y="2667000"/>
            <a:chExt cx="1541088" cy="2819400"/>
          </a:xfrm>
        </p:grpSpPr>
        <p:cxnSp>
          <p:nvCxnSpPr>
            <p:cNvPr id="41" name="Straight Connector 40">
              <a:extLst>
                <a:ext uri="{FF2B5EF4-FFF2-40B4-BE49-F238E27FC236}">
                  <a16:creationId xmlns:a16="http://schemas.microsoft.com/office/drawing/2014/main" id="{1355700D-6EE5-9F70-A234-60ED097BAA86}"/>
                </a:ext>
              </a:extLst>
            </p:cNvPr>
            <p:cNvCxnSpPr>
              <a:cxnSpLocks/>
            </p:cNvCxnSpPr>
            <p:nvPr/>
          </p:nvCxnSpPr>
          <p:spPr>
            <a:xfrm>
              <a:off x="10480507" y="3255800"/>
              <a:ext cx="0" cy="457200"/>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42" name="Text Placeholder 10">
              <a:extLst>
                <a:ext uri="{FF2B5EF4-FFF2-40B4-BE49-F238E27FC236}">
                  <a16:creationId xmlns:a16="http://schemas.microsoft.com/office/drawing/2014/main" id="{904583D0-E0BA-B0FF-DCF6-D86B2BA12168}"/>
                </a:ext>
              </a:extLst>
            </p:cNvPr>
            <p:cNvSpPr txBox="1">
              <a:spLocks/>
            </p:cNvSpPr>
            <p:nvPr/>
          </p:nvSpPr>
          <p:spPr>
            <a:xfrm>
              <a:off x="10151670" y="4256909"/>
              <a:ext cx="1539890" cy="1229491"/>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0"/>
                </a:spcBef>
                <a:spcAft>
                  <a:spcPts val="600"/>
                </a:spcAft>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43" name="Text Placeholder 10">
              <a:extLst>
                <a:ext uri="{FF2B5EF4-FFF2-40B4-BE49-F238E27FC236}">
                  <a16:creationId xmlns:a16="http://schemas.microsoft.com/office/drawing/2014/main" id="{B3160116-1172-E693-475F-829DD779A7C8}"/>
                </a:ext>
              </a:extLst>
            </p:cNvPr>
            <p:cNvSpPr txBox="1">
              <a:spLocks/>
            </p:cNvSpPr>
            <p:nvPr/>
          </p:nvSpPr>
          <p:spPr>
            <a:xfrm>
              <a:off x="10150472" y="3776569"/>
              <a:ext cx="1539889" cy="519812"/>
            </a:xfrm>
            <a:prstGeom prst="rect">
              <a:avLst/>
            </a:prstGeom>
          </p:spPr>
          <p:txBody>
            <a:bodyPr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a-DK" sz="1400" b="1" cap="all">
                  <a:solidFill>
                    <a:schemeClr val="tx1"/>
                  </a:solidFill>
                  <a:latin typeface="Century Gothic" panose="020B0502020202020204" pitchFamily="34" charset="0"/>
                  <a:ea typeface="Gibson SemiBold" pitchFamily="50" charset="0"/>
                  <a:sym typeface="Century Gothic" panose="020B0502020202020204" pitchFamily="34" charset="0"/>
                </a:rPr>
                <a:t>EVENT NAME TWO LINES</a:t>
              </a:r>
            </a:p>
          </p:txBody>
        </p:sp>
        <p:sp>
          <p:nvSpPr>
            <p:cNvPr id="44" name="Oval 43">
              <a:extLst>
                <a:ext uri="{FF2B5EF4-FFF2-40B4-BE49-F238E27FC236}">
                  <a16:creationId xmlns:a16="http://schemas.microsoft.com/office/drawing/2014/main" id="{0A678BDA-42D9-983A-9D20-CF79A3C3202E}"/>
                </a:ext>
              </a:extLst>
            </p:cNvPr>
            <p:cNvSpPr/>
            <p:nvPr/>
          </p:nvSpPr>
          <p:spPr>
            <a:xfrm>
              <a:off x="10390507" y="316412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latin typeface="Century Gothic" panose="020B0502020202020204" pitchFamily="34" charset="0"/>
                <a:sym typeface="Century Gothic" panose="020B0502020202020204" pitchFamily="34" charset="0"/>
              </a:endParaRPr>
            </a:p>
          </p:txBody>
        </p:sp>
        <p:sp>
          <p:nvSpPr>
            <p:cNvPr id="45" name="TextBox 80">
              <a:extLst>
                <a:ext uri="{FF2B5EF4-FFF2-40B4-BE49-F238E27FC236}">
                  <a16:creationId xmlns:a16="http://schemas.microsoft.com/office/drawing/2014/main" id="{7265D20E-CDDD-4618-3D65-468FA481B8E9}"/>
                </a:ext>
              </a:extLst>
            </p:cNvPr>
            <p:cNvSpPr txBox="1"/>
            <p:nvPr/>
          </p:nvSpPr>
          <p:spPr>
            <a:xfrm>
              <a:off x="10150472" y="2667000"/>
              <a:ext cx="1077293" cy="419438"/>
            </a:xfrm>
            <a:prstGeom prst="rect">
              <a:avLst/>
            </a:prstGeom>
            <a:noFill/>
          </p:spPr>
          <p:txBody>
            <a:bodyPr wrap="square"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accent1"/>
                  </a:solidFill>
                  <a:latin typeface="Century Gothic" panose="020B0502020202020204" pitchFamily="34" charset="0"/>
                  <a:sym typeface="Century Gothic" panose="020B0502020202020204" pitchFamily="34" charset="0"/>
                </a:rPr>
                <a:t>YEAR</a:t>
              </a:r>
            </a:p>
          </p:txBody>
        </p:sp>
      </p:grpSp>
    </p:spTree>
    <p:extLst>
      <p:ext uri="{BB962C8B-B14F-4D97-AF65-F5344CB8AC3E}">
        <p14:creationId xmlns:p14="http://schemas.microsoft.com/office/powerpoint/2010/main" val="1249449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3C450-72EE-804C-3872-79E1A964F07B}"/>
              </a:ext>
            </a:extLst>
          </p:cNvPr>
          <p:cNvSpPr>
            <a:spLocks noGrp="1"/>
          </p:cNvSpPr>
          <p:nvPr>
            <p:ph type="title"/>
          </p:nvPr>
        </p:nvSpPr>
        <p:spPr>
          <a:xfrm>
            <a:off x="365760" y="365760"/>
            <a:ext cx="10958513" cy="504000"/>
          </a:xfrm>
        </p:spPr>
        <p:txBody>
          <a:bodyPr/>
          <a:lstStyle/>
          <a:p>
            <a:r>
              <a:rPr lang="en-US">
                <a:sym typeface="Century Gothic" panose="020B0502020202020204" pitchFamily="34" charset="0"/>
              </a:rPr>
              <a:t>PATIENT </a:t>
            </a:r>
            <a:r>
              <a:rPr lang="en-US" b="1" u="sng">
                <a:sym typeface="Century Gothic" panose="020B0502020202020204" pitchFamily="34" charset="0"/>
              </a:rPr>
              <a:t>Feedback</a:t>
            </a:r>
            <a:endParaRPr lang="en-US" b="1" u="sng"/>
          </a:p>
        </p:txBody>
      </p:sp>
      <p:sp>
        <p:nvSpPr>
          <p:cNvPr id="7" name="Text Placeholder 2">
            <a:extLst>
              <a:ext uri="{FF2B5EF4-FFF2-40B4-BE49-F238E27FC236}">
                <a16:creationId xmlns:a16="http://schemas.microsoft.com/office/drawing/2014/main" id="{4CDE310E-4314-0BA1-CA3D-A10919EB60E5}"/>
              </a:ext>
            </a:extLst>
          </p:cNvPr>
          <p:cNvSpPr>
            <a:spLocks noGrp="1"/>
          </p:cNvSpPr>
          <p:nvPr>
            <p:ph type="body" sz="quarter" idx="12"/>
          </p:nvPr>
        </p:nvSpPr>
        <p:spPr>
          <a:xfrm>
            <a:off x="2132076" y="1627632"/>
            <a:ext cx="7927848" cy="4178808"/>
          </a:xfrm>
        </p:spPr>
        <p:txBody>
          <a:bodyPr numCol="1"/>
          <a:lstStyle/>
          <a:p>
            <a:r>
              <a:rPr lang="en-US">
                <a:sym typeface="Century Gothic" panose="020B0502020202020204" pitchFamily="34" charset="0"/>
              </a:rPr>
              <a:t>“Insert quote here.”</a:t>
            </a:r>
          </a:p>
        </p:txBody>
      </p:sp>
      <p:sp>
        <p:nvSpPr>
          <p:cNvPr id="4" name="Text Placeholder 3">
            <a:extLst>
              <a:ext uri="{FF2B5EF4-FFF2-40B4-BE49-F238E27FC236}">
                <a16:creationId xmlns:a16="http://schemas.microsoft.com/office/drawing/2014/main" id="{C89000C9-64DC-36C3-33DF-17512FE4FE8B}"/>
              </a:ext>
            </a:extLst>
          </p:cNvPr>
          <p:cNvSpPr>
            <a:spLocks noGrp="1"/>
          </p:cNvSpPr>
          <p:nvPr>
            <p:ph type="body" sz="quarter" idx="13"/>
          </p:nvPr>
        </p:nvSpPr>
        <p:spPr>
          <a:xfrm>
            <a:off x="365760" y="1095208"/>
            <a:ext cx="10956970" cy="360000"/>
          </a:xfrm>
        </p:spPr>
        <p:txBody>
          <a:bodyPr/>
          <a:lstStyle/>
          <a:p>
            <a:r>
              <a:rPr lang="en-US"/>
              <a:t>SUBTITLE EXAMPLE</a:t>
            </a:r>
          </a:p>
        </p:txBody>
      </p:sp>
      <p:sp>
        <p:nvSpPr>
          <p:cNvPr id="26" name="Text Placeholder 25">
            <a:extLst>
              <a:ext uri="{FF2B5EF4-FFF2-40B4-BE49-F238E27FC236}">
                <a16:creationId xmlns:a16="http://schemas.microsoft.com/office/drawing/2014/main" id="{4357F725-4BEE-D52C-AD8F-6B955FF9DA01}"/>
              </a:ext>
            </a:extLst>
          </p:cNvPr>
          <p:cNvSpPr>
            <a:spLocks noGrp="1"/>
          </p:cNvSpPr>
          <p:nvPr>
            <p:ph type="body" sz="quarter" idx="16"/>
          </p:nvPr>
        </p:nvSpPr>
        <p:spPr/>
        <p:txBody>
          <a:bodyPr/>
          <a:lstStyle/>
          <a:p>
            <a:r>
              <a:rPr lang="en-US"/>
              <a:t>CONFIDENTIAL</a:t>
            </a:r>
          </a:p>
        </p:txBody>
      </p:sp>
      <p:sp>
        <p:nvSpPr>
          <p:cNvPr id="25" name="Text Placeholder 24">
            <a:extLst>
              <a:ext uri="{FF2B5EF4-FFF2-40B4-BE49-F238E27FC236}">
                <a16:creationId xmlns:a16="http://schemas.microsoft.com/office/drawing/2014/main" id="{40D3F527-4C0A-67E1-CF4D-E787506136D1}"/>
              </a:ext>
            </a:extLst>
          </p:cNvPr>
          <p:cNvSpPr>
            <a:spLocks noGrp="1"/>
          </p:cNvSpPr>
          <p:nvPr>
            <p:ph type="body" sz="quarter" idx="14"/>
          </p:nvPr>
        </p:nvSpPr>
        <p:spPr/>
        <p:txBody>
          <a:bodyPr/>
          <a:lstStyle/>
          <a:p>
            <a:endParaRPr lang="en-US"/>
          </a:p>
        </p:txBody>
      </p:sp>
      <p:grpSp>
        <p:nvGrpSpPr>
          <p:cNvPr id="3" name="Group 2">
            <a:extLst>
              <a:ext uri="{FF2B5EF4-FFF2-40B4-BE49-F238E27FC236}">
                <a16:creationId xmlns:a16="http://schemas.microsoft.com/office/drawing/2014/main" id="{1245D4AE-538C-5552-9B87-B1E10D07B231}"/>
              </a:ext>
            </a:extLst>
          </p:cNvPr>
          <p:cNvGrpSpPr/>
          <p:nvPr/>
        </p:nvGrpSpPr>
        <p:grpSpPr>
          <a:xfrm>
            <a:off x="1980632" y="3340445"/>
            <a:ext cx="2667000" cy="1786890"/>
            <a:chOff x="1980632" y="3340445"/>
            <a:chExt cx="2667000" cy="1786890"/>
          </a:xfrm>
        </p:grpSpPr>
        <p:sp>
          <p:nvSpPr>
            <p:cNvPr id="8" name="Rounded Rectangular Callout 7">
              <a:extLst>
                <a:ext uri="{FF2B5EF4-FFF2-40B4-BE49-F238E27FC236}">
                  <a16:creationId xmlns:a16="http://schemas.microsoft.com/office/drawing/2014/main" id="{45EB8426-8A39-E0C8-FA86-FAFE56B45D22}"/>
                </a:ext>
              </a:extLst>
            </p:cNvPr>
            <p:cNvSpPr/>
            <p:nvPr/>
          </p:nvSpPr>
          <p:spPr>
            <a:xfrm>
              <a:off x="1980632" y="3340445"/>
              <a:ext cx="2667000" cy="1786890"/>
            </a:xfrm>
            <a:prstGeom prst="wedgeRoundRectCallou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9" name="Text Placeholder 2">
              <a:extLst>
                <a:ext uri="{FF2B5EF4-FFF2-40B4-BE49-F238E27FC236}">
                  <a16:creationId xmlns:a16="http://schemas.microsoft.com/office/drawing/2014/main" id="{428C1FFC-696C-9BF9-F5DA-EE28B107C6F5}"/>
                </a:ext>
              </a:extLst>
            </p:cNvPr>
            <p:cNvSpPr txBox="1">
              <a:spLocks/>
            </p:cNvSpPr>
            <p:nvPr/>
          </p:nvSpPr>
          <p:spPr>
            <a:xfrm>
              <a:off x="2208664" y="3639945"/>
              <a:ext cx="2225233" cy="1219200"/>
            </a:xfrm>
            <a:prstGeom prst="rect">
              <a:avLst/>
            </a:prstGeom>
          </p:spPr>
          <p:txBody>
            <a:bodyPr vert="horz" lIns="91440" tIns="45720" rIns="91440" bIns="45720" numCol="1" rtlCol="0" anchor="ctr" anchorCtr="0">
              <a:noAutofit/>
            </a:bodyPr>
            <a:lstStyle>
              <a:lvl1pPr marL="2286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1pPr>
              <a:lvl2pPr marL="6858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solidFill>
                    <a:schemeClr val="bg1"/>
                  </a:solidFill>
                  <a:latin typeface="Century Gothic" panose="020B0502020202020204" pitchFamily="34" charset="0"/>
                  <a:sym typeface="Century Gothic" panose="020B0502020202020204" pitchFamily="34" charset="0"/>
                </a:rPr>
                <a:t>“Insert quote here.”</a:t>
              </a:r>
            </a:p>
          </p:txBody>
        </p:sp>
      </p:grpSp>
      <p:grpSp>
        <p:nvGrpSpPr>
          <p:cNvPr id="18" name="Group 17">
            <a:extLst>
              <a:ext uri="{FF2B5EF4-FFF2-40B4-BE49-F238E27FC236}">
                <a16:creationId xmlns:a16="http://schemas.microsoft.com/office/drawing/2014/main" id="{E32A2609-39FE-D889-0B31-58F4F2175E0F}"/>
              </a:ext>
            </a:extLst>
          </p:cNvPr>
          <p:cNvGrpSpPr/>
          <p:nvPr/>
        </p:nvGrpSpPr>
        <p:grpSpPr>
          <a:xfrm>
            <a:off x="3839489" y="1831017"/>
            <a:ext cx="2438400" cy="1633728"/>
            <a:chOff x="3839489" y="1831017"/>
            <a:chExt cx="2438400" cy="1633728"/>
          </a:xfrm>
        </p:grpSpPr>
        <p:sp>
          <p:nvSpPr>
            <p:cNvPr id="10" name="Rounded Rectangular Callout 9">
              <a:extLst>
                <a:ext uri="{FF2B5EF4-FFF2-40B4-BE49-F238E27FC236}">
                  <a16:creationId xmlns:a16="http://schemas.microsoft.com/office/drawing/2014/main" id="{0C638A49-6A73-BFD9-BFFA-9C9030A05AF5}"/>
                </a:ext>
              </a:extLst>
            </p:cNvPr>
            <p:cNvSpPr/>
            <p:nvPr/>
          </p:nvSpPr>
          <p:spPr>
            <a:xfrm>
              <a:off x="3839489" y="1831017"/>
              <a:ext cx="2438400" cy="1633728"/>
            </a:xfrm>
            <a:prstGeom prst="wedgeRoundRectCallou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1" name="Text Placeholder 2">
              <a:extLst>
                <a:ext uri="{FF2B5EF4-FFF2-40B4-BE49-F238E27FC236}">
                  <a16:creationId xmlns:a16="http://schemas.microsoft.com/office/drawing/2014/main" id="{8F184D20-5073-D9B7-0CF5-85D874096EDD}"/>
                </a:ext>
              </a:extLst>
            </p:cNvPr>
            <p:cNvSpPr txBox="1">
              <a:spLocks/>
            </p:cNvSpPr>
            <p:nvPr/>
          </p:nvSpPr>
          <p:spPr>
            <a:xfrm>
              <a:off x="4071299" y="2050474"/>
              <a:ext cx="2024702" cy="1219200"/>
            </a:xfrm>
            <a:prstGeom prst="rect">
              <a:avLst/>
            </a:prstGeom>
          </p:spPr>
          <p:txBody>
            <a:bodyPr vert="horz" lIns="91440" tIns="45720" rIns="91440" bIns="45720" numCol="1" rtlCol="0" anchor="ctr" anchorCtr="0">
              <a:noAutofit/>
            </a:bodyPr>
            <a:lstStyle>
              <a:lvl1pPr marL="2286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1pPr>
              <a:lvl2pPr marL="6858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latin typeface="Century Gothic" panose="020B0502020202020204" pitchFamily="34" charset="0"/>
                  <a:sym typeface="Century Gothic" panose="020B0502020202020204" pitchFamily="34" charset="0"/>
                </a:rPr>
                <a:t>“Insert quote here.”</a:t>
              </a:r>
            </a:p>
          </p:txBody>
        </p:sp>
      </p:grpSp>
      <p:grpSp>
        <p:nvGrpSpPr>
          <p:cNvPr id="19" name="Group 18">
            <a:extLst>
              <a:ext uri="{FF2B5EF4-FFF2-40B4-BE49-F238E27FC236}">
                <a16:creationId xmlns:a16="http://schemas.microsoft.com/office/drawing/2014/main" id="{216D5B21-E52A-B47C-04E6-8195A79D1FD8}"/>
              </a:ext>
            </a:extLst>
          </p:cNvPr>
          <p:cNvGrpSpPr/>
          <p:nvPr/>
        </p:nvGrpSpPr>
        <p:grpSpPr>
          <a:xfrm>
            <a:off x="5258373" y="3224552"/>
            <a:ext cx="2147249" cy="1438657"/>
            <a:chOff x="5258373" y="3224552"/>
            <a:chExt cx="2147249" cy="1438657"/>
          </a:xfrm>
        </p:grpSpPr>
        <p:sp>
          <p:nvSpPr>
            <p:cNvPr id="12" name="Rounded Rectangular Callout 11">
              <a:extLst>
                <a:ext uri="{FF2B5EF4-FFF2-40B4-BE49-F238E27FC236}">
                  <a16:creationId xmlns:a16="http://schemas.microsoft.com/office/drawing/2014/main" id="{4F0AAF7E-E5F9-9D06-BB7F-A364A0A76CFD}"/>
                </a:ext>
              </a:extLst>
            </p:cNvPr>
            <p:cNvSpPr/>
            <p:nvPr/>
          </p:nvSpPr>
          <p:spPr>
            <a:xfrm>
              <a:off x="5258373" y="3224552"/>
              <a:ext cx="2147249" cy="1438657"/>
            </a:xfrm>
            <a:prstGeom prst="wedgeRoundRectCallou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3" name="Text Placeholder 2">
              <a:extLst>
                <a:ext uri="{FF2B5EF4-FFF2-40B4-BE49-F238E27FC236}">
                  <a16:creationId xmlns:a16="http://schemas.microsoft.com/office/drawing/2014/main" id="{7C992893-D6AE-F7AA-F53F-84AF17CF33B6}"/>
                </a:ext>
              </a:extLst>
            </p:cNvPr>
            <p:cNvSpPr txBox="1">
              <a:spLocks/>
            </p:cNvSpPr>
            <p:nvPr/>
          </p:nvSpPr>
          <p:spPr>
            <a:xfrm>
              <a:off x="5454179" y="3389307"/>
              <a:ext cx="1786758" cy="1219200"/>
            </a:xfrm>
            <a:prstGeom prst="rect">
              <a:avLst/>
            </a:prstGeom>
          </p:spPr>
          <p:txBody>
            <a:bodyPr vert="horz" lIns="91440" tIns="45720" rIns="91440" bIns="45720" numCol="1" rtlCol="0" anchor="ctr" anchorCtr="0">
              <a:noAutofit/>
            </a:bodyPr>
            <a:lstStyle>
              <a:lvl1pPr marL="2286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1pPr>
              <a:lvl2pPr marL="6858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a:latin typeface="Century Gothic" panose="020B0502020202020204" pitchFamily="34" charset="0"/>
                  <a:sym typeface="Century Gothic" panose="020B0502020202020204" pitchFamily="34" charset="0"/>
                </a:rPr>
                <a:t>“Insert quote here.”</a:t>
              </a:r>
            </a:p>
          </p:txBody>
        </p:sp>
      </p:grpSp>
      <p:grpSp>
        <p:nvGrpSpPr>
          <p:cNvPr id="21" name="Group 20">
            <a:extLst>
              <a:ext uri="{FF2B5EF4-FFF2-40B4-BE49-F238E27FC236}">
                <a16:creationId xmlns:a16="http://schemas.microsoft.com/office/drawing/2014/main" id="{9915BFCA-D95F-5125-0C49-0810428CC87F}"/>
              </a:ext>
            </a:extLst>
          </p:cNvPr>
          <p:cNvGrpSpPr/>
          <p:nvPr/>
        </p:nvGrpSpPr>
        <p:grpSpPr>
          <a:xfrm>
            <a:off x="9067800" y="3852672"/>
            <a:ext cx="2438400" cy="1633728"/>
            <a:chOff x="9067800" y="3852672"/>
            <a:chExt cx="2438400" cy="1633728"/>
          </a:xfrm>
        </p:grpSpPr>
        <p:sp>
          <p:nvSpPr>
            <p:cNvPr id="14" name="Rounded Rectangular Callout 13">
              <a:extLst>
                <a:ext uri="{FF2B5EF4-FFF2-40B4-BE49-F238E27FC236}">
                  <a16:creationId xmlns:a16="http://schemas.microsoft.com/office/drawing/2014/main" id="{49A6EA46-E815-F442-7B83-27A6EE9BA417}"/>
                </a:ext>
              </a:extLst>
            </p:cNvPr>
            <p:cNvSpPr/>
            <p:nvPr/>
          </p:nvSpPr>
          <p:spPr>
            <a:xfrm>
              <a:off x="9067800" y="3852672"/>
              <a:ext cx="2438400" cy="1633728"/>
            </a:xfrm>
            <a:prstGeom prst="wedgeRoundRectCallou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5" name="Text Placeholder 2">
              <a:extLst>
                <a:ext uri="{FF2B5EF4-FFF2-40B4-BE49-F238E27FC236}">
                  <a16:creationId xmlns:a16="http://schemas.microsoft.com/office/drawing/2014/main" id="{36B88F64-1C00-E711-75AF-D2153A2C18A1}"/>
                </a:ext>
              </a:extLst>
            </p:cNvPr>
            <p:cNvSpPr txBox="1">
              <a:spLocks/>
            </p:cNvSpPr>
            <p:nvPr/>
          </p:nvSpPr>
          <p:spPr>
            <a:xfrm>
              <a:off x="9249956" y="4072129"/>
              <a:ext cx="2119665" cy="1219200"/>
            </a:xfrm>
            <a:prstGeom prst="rect">
              <a:avLst/>
            </a:prstGeom>
          </p:spPr>
          <p:txBody>
            <a:bodyPr vert="horz" lIns="91440" tIns="45720" rIns="91440" bIns="45720" numCol="1" rtlCol="0" anchor="ctr" anchorCtr="0">
              <a:noAutofit/>
            </a:bodyPr>
            <a:lstStyle>
              <a:lvl1pPr marL="2286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1pPr>
              <a:lvl2pPr marL="6858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latin typeface="Century Gothic" panose="020B0502020202020204" pitchFamily="34" charset="0"/>
                  <a:sym typeface="Century Gothic" panose="020B0502020202020204" pitchFamily="34" charset="0"/>
                </a:rPr>
                <a:t>“Insert quote here.”</a:t>
              </a:r>
            </a:p>
          </p:txBody>
        </p:sp>
      </p:grpSp>
      <p:grpSp>
        <p:nvGrpSpPr>
          <p:cNvPr id="20" name="Group 19">
            <a:extLst>
              <a:ext uri="{FF2B5EF4-FFF2-40B4-BE49-F238E27FC236}">
                <a16:creationId xmlns:a16="http://schemas.microsoft.com/office/drawing/2014/main" id="{E0AA6249-DF4E-7D72-1FE8-F1404944CDDD}"/>
              </a:ext>
            </a:extLst>
          </p:cNvPr>
          <p:cNvGrpSpPr/>
          <p:nvPr/>
        </p:nvGrpSpPr>
        <p:grpSpPr>
          <a:xfrm>
            <a:off x="7139606" y="2198753"/>
            <a:ext cx="2790515" cy="1869645"/>
            <a:chOff x="7139606" y="2198753"/>
            <a:chExt cx="2790515" cy="1869645"/>
          </a:xfrm>
        </p:grpSpPr>
        <p:sp>
          <p:nvSpPr>
            <p:cNvPr id="16" name="Rounded Rectangular Callout 15">
              <a:extLst>
                <a:ext uri="{FF2B5EF4-FFF2-40B4-BE49-F238E27FC236}">
                  <a16:creationId xmlns:a16="http://schemas.microsoft.com/office/drawing/2014/main" id="{671E1C9F-11FB-39DE-DFB2-5E29D70FAC05}"/>
                </a:ext>
              </a:extLst>
            </p:cNvPr>
            <p:cNvSpPr/>
            <p:nvPr/>
          </p:nvSpPr>
          <p:spPr>
            <a:xfrm>
              <a:off x="7139606" y="2198753"/>
              <a:ext cx="2790515" cy="1869645"/>
            </a:xfrm>
            <a:prstGeom prst="wedgeRoundRectCallou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7" name="Text Placeholder 2">
              <a:extLst>
                <a:ext uri="{FF2B5EF4-FFF2-40B4-BE49-F238E27FC236}">
                  <a16:creationId xmlns:a16="http://schemas.microsoft.com/office/drawing/2014/main" id="{B98C7FA5-42EE-0F39-0AAB-C2883D89B857}"/>
                </a:ext>
              </a:extLst>
            </p:cNvPr>
            <p:cNvSpPr txBox="1">
              <a:spLocks/>
            </p:cNvSpPr>
            <p:nvPr/>
          </p:nvSpPr>
          <p:spPr>
            <a:xfrm>
              <a:off x="7370160" y="2475603"/>
              <a:ext cx="2329406" cy="1219200"/>
            </a:xfrm>
            <a:prstGeom prst="rect">
              <a:avLst/>
            </a:prstGeom>
          </p:spPr>
          <p:txBody>
            <a:bodyPr vert="horz" lIns="91440" tIns="45720" rIns="91440" bIns="45720" numCol="1" rtlCol="0" anchor="ctr" anchorCtr="0">
              <a:noAutofit/>
            </a:bodyPr>
            <a:lstStyle>
              <a:lvl1pPr marL="2286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1pPr>
              <a:lvl2pPr marL="6858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solidFill>
                    <a:schemeClr val="bg1"/>
                  </a:solidFill>
                  <a:latin typeface="Century Gothic" panose="020B0502020202020204" pitchFamily="34" charset="0"/>
                  <a:sym typeface="Century Gothic" panose="020B0502020202020204" pitchFamily="34" charset="0"/>
                </a:rPr>
                <a:t>“Insert quote here.”</a:t>
              </a:r>
            </a:p>
          </p:txBody>
        </p:sp>
      </p:grpSp>
      <p:grpSp>
        <p:nvGrpSpPr>
          <p:cNvPr id="5" name="Group 4">
            <a:extLst>
              <a:ext uri="{FF2B5EF4-FFF2-40B4-BE49-F238E27FC236}">
                <a16:creationId xmlns:a16="http://schemas.microsoft.com/office/drawing/2014/main" id="{F63B8127-262C-49D5-5693-8AE67AE35236}"/>
              </a:ext>
            </a:extLst>
          </p:cNvPr>
          <p:cNvGrpSpPr/>
          <p:nvPr/>
        </p:nvGrpSpPr>
        <p:grpSpPr>
          <a:xfrm>
            <a:off x="648410" y="2134576"/>
            <a:ext cx="2208835" cy="1479919"/>
            <a:chOff x="648410" y="2134576"/>
            <a:chExt cx="2208835" cy="1479919"/>
          </a:xfrm>
        </p:grpSpPr>
        <p:sp>
          <p:nvSpPr>
            <p:cNvPr id="6" name="Rounded Rectangular Callout 5">
              <a:extLst>
                <a:ext uri="{FF2B5EF4-FFF2-40B4-BE49-F238E27FC236}">
                  <a16:creationId xmlns:a16="http://schemas.microsoft.com/office/drawing/2014/main" id="{7E35B31B-F10A-7EEB-49A8-FCE787233CE5}"/>
                </a:ext>
              </a:extLst>
            </p:cNvPr>
            <p:cNvSpPr/>
            <p:nvPr/>
          </p:nvSpPr>
          <p:spPr>
            <a:xfrm>
              <a:off x="648410" y="2134576"/>
              <a:ext cx="2208835" cy="1479919"/>
            </a:xfrm>
            <a:prstGeom prst="wedgeRoundRectCallout">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31" name="Text Placeholder 2">
              <a:extLst>
                <a:ext uri="{FF2B5EF4-FFF2-40B4-BE49-F238E27FC236}">
                  <a16:creationId xmlns:a16="http://schemas.microsoft.com/office/drawing/2014/main" id="{A35F0144-7B4D-23C1-9567-7CEB61EEF685}"/>
                </a:ext>
              </a:extLst>
            </p:cNvPr>
            <p:cNvSpPr txBox="1">
              <a:spLocks/>
            </p:cNvSpPr>
            <p:nvPr/>
          </p:nvSpPr>
          <p:spPr>
            <a:xfrm>
              <a:off x="883975" y="2284220"/>
              <a:ext cx="1786758" cy="1219200"/>
            </a:xfrm>
            <a:prstGeom prst="rect">
              <a:avLst/>
            </a:prstGeom>
          </p:spPr>
          <p:txBody>
            <a:bodyPr vert="horz" lIns="91440" tIns="45720" rIns="91440" bIns="45720" numCol="1" rtlCol="0" anchor="ctr" anchorCtr="0">
              <a:noAutofit/>
            </a:bodyPr>
            <a:lstStyle>
              <a:lvl1pPr marL="2286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1pPr>
              <a:lvl2pPr marL="6858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2400"/>
                </a:spcBef>
                <a:buClr>
                  <a:schemeClr val="accent1"/>
                </a:buClr>
                <a:buFont typeface="Arial" panose="020B0604020202020204" pitchFamily="34" charset="0"/>
                <a:buChar char="•"/>
                <a:defRPr lang="en-GB" sz="2000" b="0" kern="1200" spc="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a:latin typeface="Century Gothic" panose="020B0502020202020204" pitchFamily="34" charset="0"/>
                  <a:sym typeface="Century Gothic" panose="020B0502020202020204" pitchFamily="34" charset="0"/>
                </a:rPr>
                <a:t>“Insert quote here.”</a:t>
              </a:r>
            </a:p>
          </p:txBody>
        </p:sp>
      </p:grpSp>
    </p:spTree>
    <p:extLst>
      <p:ext uri="{BB962C8B-B14F-4D97-AF65-F5344CB8AC3E}">
        <p14:creationId xmlns:p14="http://schemas.microsoft.com/office/powerpoint/2010/main" val="3104916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F2ECA86A-AADE-7126-A2EC-17BB881B6FCF}"/>
              </a:ext>
            </a:extLst>
          </p:cNvPr>
          <p:cNvGraphicFramePr>
            <a:graphicFrameLocks noGrp="1"/>
          </p:cNvGraphicFramePr>
          <p:nvPr>
            <p:extLst>
              <p:ext uri="{D42A27DB-BD31-4B8C-83A1-F6EECF244321}">
                <p14:modId xmlns:p14="http://schemas.microsoft.com/office/powerpoint/2010/main" val="285440147"/>
              </p:ext>
            </p:extLst>
          </p:nvPr>
        </p:nvGraphicFramePr>
        <p:xfrm>
          <a:off x="418608" y="1620838"/>
          <a:ext cx="11354784" cy="4170362"/>
        </p:xfrm>
        <a:graphic>
          <a:graphicData uri="http://schemas.openxmlformats.org/drawingml/2006/table">
            <a:tbl>
              <a:tblPr firstRow="1" bandRow="1">
                <a:tableStyleId>{BDBED569-4797-4DF1-A0F4-6AAB3CD982D8}</a:tableStyleId>
              </a:tblPr>
              <a:tblGrid>
                <a:gridCol w="843264">
                  <a:extLst>
                    <a:ext uri="{9D8B030D-6E8A-4147-A177-3AD203B41FA5}">
                      <a16:colId xmlns:a16="http://schemas.microsoft.com/office/drawing/2014/main" val="40186431"/>
                    </a:ext>
                  </a:extLst>
                </a:gridCol>
                <a:gridCol w="875960">
                  <a:extLst>
                    <a:ext uri="{9D8B030D-6E8A-4147-A177-3AD203B41FA5}">
                      <a16:colId xmlns:a16="http://schemas.microsoft.com/office/drawing/2014/main" val="3513843589"/>
                    </a:ext>
                  </a:extLst>
                </a:gridCol>
                <a:gridCol w="875960">
                  <a:extLst>
                    <a:ext uri="{9D8B030D-6E8A-4147-A177-3AD203B41FA5}">
                      <a16:colId xmlns:a16="http://schemas.microsoft.com/office/drawing/2014/main" val="183824229"/>
                    </a:ext>
                  </a:extLst>
                </a:gridCol>
                <a:gridCol w="875960">
                  <a:extLst>
                    <a:ext uri="{9D8B030D-6E8A-4147-A177-3AD203B41FA5}">
                      <a16:colId xmlns:a16="http://schemas.microsoft.com/office/drawing/2014/main" val="1599185815"/>
                    </a:ext>
                  </a:extLst>
                </a:gridCol>
                <a:gridCol w="875960">
                  <a:extLst>
                    <a:ext uri="{9D8B030D-6E8A-4147-A177-3AD203B41FA5}">
                      <a16:colId xmlns:a16="http://schemas.microsoft.com/office/drawing/2014/main" val="593570616"/>
                    </a:ext>
                  </a:extLst>
                </a:gridCol>
                <a:gridCol w="875960">
                  <a:extLst>
                    <a:ext uri="{9D8B030D-6E8A-4147-A177-3AD203B41FA5}">
                      <a16:colId xmlns:a16="http://schemas.microsoft.com/office/drawing/2014/main" val="130751556"/>
                    </a:ext>
                  </a:extLst>
                </a:gridCol>
                <a:gridCol w="875960">
                  <a:extLst>
                    <a:ext uri="{9D8B030D-6E8A-4147-A177-3AD203B41FA5}">
                      <a16:colId xmlns:a16="http://schemas.microsoft.com/office/drawing/2014/main" val="2223901191"/>
                    </a:ext>
                  </a:extLst>
                </a:gridCol>
                <a:gridCol w="875960">
                  <a:extLst>
                    <a:ext uri="{9D8B030D-6E8A-4147-A177-3AD203B41FA5}">
                      <a16:colId xmlns:a16="http://schemas.microsoft.com/office/drawing/2014/main" val="119976842"/>
                    </a:ext>
                  </a:extLst>
                </a:gridCol>
                <a:gridCol w="875960">
                  <a:extLst>
                    <a:ext uri="{9D8B030D-6E8A-4147-A177-3AD203B41FA5}">
                      <a16:colId xmlns:a16="http://schemas.microsoft.com/office/drawing/2014/main" val="2174221965"/>
                    </a:ext>
                  </a:extLst>
                </a:gridCol>
                <a:gridCol w="875960">
                  <a:extLst>
                    <a:ext uri="{9D8B030D-6E8A-4147-A177-3AD203B41FA5}">
                      <a16:colId xmlns:a16="http://schemas.microsoft.com/office/drawing/2014/main" val="3666027033"/>
                    </a:ext>
                  </a:extLst>
                </a:gridCol>
                <a:gridCol w="875960">
                  <a:extLst>
                    <a:ext uri="{9D8B030D-6E8A-4147-A177-3AD203B41FA5}">
                      <a16:colId xmlns:a16="http://schemas.microsoft.com/office/drawing/2014/main" val="949570251"/>
                    </a:ext>
                  </a:extLst>
                </a:gridCol>
                <a:gridCol w="875960">
                  <a:extLst>
                    <a:ext uri="{9D8B030D-6E8A-4147-A177-3AD203B41FA5}">
                      <a16:colId xmlns:a16="http://schemas.microsoft.com/office/drawing/2014/main" val="1354972013"/>
                    </a:ext>
                  </a:extLst>
                </a:gridCol>
                <a:gridCol w="875960">
                  <a:extLst>
                    <a:ext uri="{9D8B030D-6E8A-4147-A177-3AD203B41FA5}">
                      <a16:colId xmlns:a16="http://schemas.microsoft.com/office/drawing/2014/main" val="4103461602"/>
                    </a:ext>
                  </a:extLst>
                </a:gridCol>
              </a:tblGrid>
              <a:tr h="261398">
                <a:tc>
                  <a:txBody>
                    <a:bodyPr/>
                    <a:lstStyle/>
                    <a:p>
                      <a:pPr algn="r"/>
                      <a:endParaRPr lang="en-US" sz="1200">
                        <a:latin typeface="Century Gothic" panose="020B0502020202020204" pitchFamily="34" charset="0"/>
                        <a:sym typeface="Century Gothic" panose="020B0502020202020204" pitchFamily="34" charset="0"/>
                      </a:endParaRPr>
                    </a:p>
                  </a:txBody>
                  <a:tcPr>
                    <a:lnL w="12700" cmpd="sng">
                      <a:noFill/>
                    </a:lnL>
                    <a:lnR w="12700" cmpd="sng">
                      <a:noFill/>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JUL</a:t>
                      </a:r>
                    </a:p>
                  </a:txBody>
                  <a:tcPr>
                    <a:lnL w="12700" cmpd="sng">
                      <a:noFill/>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AUG</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SEPT</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OCT</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NOV</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DEC</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JAN</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FEB</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MAR</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APR</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MAY</a:t>
                      </a: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accent1"/>
                          </a:solidFill>
                          <a:latin typeface="Century Gothic" panose="020B0502020202020204" pitchFamily="34" charset="0"/>
                          <a:sym typeface="Century Gothic" panose="020B0502020202020204" pitchFamily="34" charset="0"/>
                        </a:rPr>
                        <a:t>JUN</a:t>
                      </a:r>
                    </a:p>
                  </a:txBody>
                  <a:tcPr>
                    <a:lnL w="12700" cap="flat" cmpd="sng" algn="ctr">
                      <a:noFill/>
                      <a:prstDash val="dot"/>
                      <a:round/>
                      <a:headEnd type="none" w="med" len="med"/>
                      <a:tailEnd type="none" w="med" len="med"/>
                    </a:lnL>
                    <a:lnR w="12700" cmpd="sng">
                      <a:noFill/>
                    </a:lnR>
                    <a:lnT w="12700" cmpd="sng">
                      <a:noFill/>
                    </a:lnT>
                    <a:lnB w="28575"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7928970"/>
                  </a:ext>
                </a:extLst>
              </a:tr>
              <a:tr h="5066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entury Gothic" panose="020B0502020202020204" pitchFamily="34" charset="0"/>
                          <a:sym typeface="Century Gothic" panose="020B0502020202020204" pitchFamily="34" charset="0"/>
                        </a:rPr>
                        <a:t>Project</a:t>
                      </a:r>
                    </a:p>
                  </a:txBody>
                  <a:tcPr anchor="ctr">
                    <a:lnL w="12700" cmpd="sng">
                      <a:noFill/>
                    </a:lnL>
                    <a:lnR w="12700" cmpd="sng">
                      <a:noFill/>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28575" cap="flat" cmpd="sng" algn="ctr">
                      <a:solidFill>
                        <a:schemeClr val="accent5"/>
                      </a:solid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9877197"/>
                  </a:ext>
                </a:extLst>
              </a:tr>
              <a:tr h="5066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entury Gothic" panose="020B0502020202020204" pitchFamily="34" charset="0"/>
                          <a:sym typeface="Century Gothic" panose="020B0502020202020204" pitchFamily="34" charset="0"/>
                        </a:rPr>
                        <a:t>Project</a:t>
                      </a:r>
                    </a:p>
                  </a:txBody>
                  <a:tcPr anchor="ctr">
                    <a:lnL w="12700" cmpd="sng">
                      <a:noFill/>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3443721"/>
                  </a:ext>
                </a:extLst>
              </a:tr>
              <a:tr h="5066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entury Gothic" panose="020B0502020202020204" pitchFamily="34" charset="0"/>
                          <a:sym typeface="Century Gothic" panose="020B0502020202020204" pitchFamily="34" charset="0"/>
                        </a:rPr>
                        <a:t>Project</a:t>
                      </a:r>
                    </a:p>
                  </a:txBody>
                  <a:tcPr anchor="ctr">
                    <a:lnL w="12700" cmpd="sng">
                      <a:noFill/>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6286922"/>
                  </a:ext>
                </a:extLst>
              </a:tr>
              <a:tr h="5066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entury Gothic" panose="020B0502020202020204" pitchFamily="34" charset="0"/>
                          <a:sym typeface="Century Gothic" panose="020B0502020202020204" pitchFamily="34" charset="0"/>
                        </a:rPr>
                        <a:t>Project</a:t>
                      </a:r>
                    </a:p>
                  </a:txBody>
                  <a:tcPr anchor="ctr">
                    <a:lnL w="12700" cmpd="sng">
                      <a:noFill/>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9076095"/>
                  </a:ext>
                </a:extLst>
              </a:tr>
              <a:tr h="5066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entury Gothic" panose="020B0502020202020204" pitchFamily="34" charset="0"/>
                          <a:sym typeface="Century Gothic" panose="020B0502020202020204" pitchFamily="34" charset="0"/>
                        </a:rPr>
                        <a:t>Project</a:t>
                      </a:r>
                      <a:endParaRPr lang="en-US" sz="1000">
                        <a:latin typeface="Century Gothic" panose="020B0502020202020204" pitchFamily="34" charset="0"/>
                        <a:sym typeface="Century Gothic" panose="020B0502020202020204" pitchFamily="34" charset="0"/>
                      </a:endParaRPr>
                    </a:p>
                  </a:txBody>
                  <a:tcPr anchor="ctr">
                    <a:lnL w="12700" cmpd="sng">
                      <a:noFill/>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471840"/>
                  </a:ext>
                </a:extLst>
              </a:tr>
              <a:tr h="5066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entury Gothic" panose="020B0502020202020204" pitchFamily="34" charset="0"/>
                          <a:sym typeface="Century Gothic" panose="020B0502020202020204" pitchFamily="34" charset="0"/>
                        </a:rPr>
                        <a:t>Project</a:t>
                      </a:r>
                    </a:p>
                  </a:txBody>
                  <a:tcPr anchor="ctr">
                    <a:lnL w="12700" cmpd="sng">
                      <a:noFill/>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715865"/>
                  </a:ext>
                </a:extLst>
              </a:tr>
              <a:tr h="5066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entury Gothic" panose="020B0502020202020204" pitchFamily="34" charset="0"/>
                          <a:sym typeface="Century Gothic" panose="020B0502020202020204" pitchFamily="34" charset="0"/>
                        </a:rPr>
                        <a:t>Project</a:t>
                      </a:r>
                    </a:p>
                  </a:txBody>
                  <a:tcPr anchor="ctr">
                    <a:lnL w="12700" cmpd="sng">
                      <a:noFill/>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8080060"/>
                  </a:ext>
                </a:extLst>
              </a:tr>
              <a:tr h="349149">
                <a:tc>
                  <a:txBody>
                    <a:bodyPr/>
                    <a:lstStyle/>
                    <a:p>
                      <a:pPr algn="l"/>
                      <a:r>
                        <a:rPr lang="en-US" sz="1000" b="1">
                          <a:latin typeface="Century Gothic" panose="020B0502020202020204" pitchFamily="34" charset="0"/>
                          <a:sym typeface="Century Gothic" panose="020B0502020202020204" pitchFamily="34" charset="0"/>
                        </a:rPr>
                        <a:t>Project</a:t>
                      </a:r>
                      <a:endParaRPr lang="en-US" sz="1000">
                        <a:latin typeface="Century Gothic" panose="020B0502020202020204" pitchFamily="34" charset="0"/>
                        <a:sym typeface="Century Gothic" panose="020B0502020202020204" pitchFamily="34" charset="0"/>
                      </a:endParaRPr>
                    </a:p>
                  </a:txBody>
                  <a:tcPr anchor="ctr">
                    <a:lnL w="12700" cmpd="sng">
                      <a:noFill/>
                    </a:lnL>
                    <a:lnR w="12700" cmpd="sng">
                      <a:noFill/>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mpd="sng">
                      <a:noFill/>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Century Gothic" panose="020B0502020202020204" pitchFamily="34" charset="0"/>
                        <a:sym typeface="Century Gothic" panose="020B0502020202020204" pitchFamily="34" charset="0"/>
                      </a:endParaRPr>
                    </a:p>
                  </a:txBody>
                  <a:tcPr>
                    <a:lnL w="12700" cap="flat" cmpd="sng" algn="ctr">
                      <a:noFill/>
                      <a:prstDash val="dot"/>
                      <a:round/>
                      <a:headEnd type="none" w="med" len="med"/>
                      <a:tailEnd type="none" w="med" len="med"/>
                    </a:lnL>
                    <a:lnR w="12700" cmpd="sng">
                      <a:noFill/>
                    </a:lnR>
                    <a:lnT w="12700" cap="flat" cmpd="sng" algn="ctr">
                      <a:noFill/>
                      <a:prstDash val="dot"/>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4843310"/>
                  </a:ext>
                </a:extLst>
              </a:tr>
            </a:tbl>
          </a:graphicData>
        </a:graphic>
      </p:graphicFrame>
      <p:sp>
        <p:nvSpPr>
          <p:cNvPr id="41" name="Title 40">
            <a:extLst>
              <a:ext uri="{FF2B5EF4-FFF2-40B4-BE49-F238E27FC236}">
                <a16:creationId xmlns:a16="http://schemas.microsoft.com/office/drawing/2014/main" id="{5FD07083-B98A-C80E-168C-E220BEB555D4}"/>
              </a:ext>
            </a:extLst>
          </p:cNvPr>
          <p:cNvSpPr>
            <a:spLocks noGrp="1"/>
          </p:cNvSpPr>
          <p:nvPr>
            <p:ph type="title"/>
          </p:nvPr>
        </p:nvSpPr>
        <p:spPr>
          <a:xfrm>
            <a:off x="365760" y="365760"/>
            <a:ext cx="10958513" cy="504000"/>
          </a:xfrm>
        </p:spPr>
        <p:txBody>
          <a:bodyPr/>
          <a:lstStyle/>
          <a:p>
            <a:r>
              <a:rPr lang="en-US">
                <a:sym typeface="Century Gothic" panose="020B0502020202020204" pitchFamily="34" charset="0"/>
              </a:rPr>
              <a:t>PROJECT </a:t>
            </a:r>
            <a:r>
              <a:rPr lang="en-US" b="1" u="sng">
                <a:sym typeface="Century Gothic" panose="020B0502020202020204" pitchFamily="34" charset="0"/>
              </a:rPr>
              <a:t>ROADMAP</a:t>
            </a:r>
          </a:p>
        </p:txBody>
      </p:sp>
      <p:sp>
        <p:nvSpPr>
          <p:cNvPr id="25" name="Text Placeholder 24">
            <a:extLst>
              <a:ext uri="{FF2B5EF4-FFF2-40B4-BE49-F238E27FC236}">
                <a16:creationId xmlns:a16="http://schemas.microsoft.com/office/drawing/2014/main" id="{7CAC54FE-C75A-6417-75F4-A11AF62AA520}"/>
              </a:ext>
            </a:extLst>
          </p:cNvPr>
          <p:cNvSpPr>
            <a:spLocks noGrp="1"/>
          </p:cNvSpPr>
          <p:nvPr>
            <p:ph type="body" sz="quarter" idx="16"/>
          </p:nvPr>
        </p:nvSpPr>
        <p:spPr>
          <a:xfrm>
            <a:off x="274320" y="6309360"/>
            <a:ext cx="2286000" cy="234765"/>
          </a:xfrm>
        </p:spPr>
        <p:txBody>
          <a:bodyPr/>
          <a:lstStyle/>
          <a:p>
            <a:r>
              <a:rPr lang="en-US"/>
              <a:t>CONFIDENTIAL</a:t>
            </a:r>
          </a:p>
        </p:txBody>
      </p:sp>
      <p:sp>
        <p:nvSpPr>
          <p:cNvPr id="26" name="Text Placeholder 25">
            <a:extLst>
              <a:ext uri="{FF2B5EF4-FFF2-40B4-BE49-F238E27FC236}">
                <a16:creationId xmlns:a16="http://schemas.microsoft.com/office/drawing/2014/main" id="{45E34C66-217E-0F05-B5A8-FC7851230697}"/>
              </a:ext>
            </a:extLst>
          </p:cNvPr>
          <p:cNvSpPr>
            <a:spLocks noGrp="1"/>
          </p:cNvSpPr>
          <p:nvPr>
            <p:ph type="body" sz="quarter" idx="13"/>
          </p:nvPr>
        </p:nvSpPr>
        <p:spPr>
          <a:xfrm>
            <a:off x="365760" y="1095208"/>
            <a:ext cx="10956970" cy="360000"/>
          </a:xfrm>
        </p:spPr>
        <p:txBody>
          <a:bodyPr/>
          <a:lstStyle/>
          <a:p>
            <a:r>
              <a:rPr lang="en-US"/>
              <a:t>SUBTITLE EXAMPLE</a:t>
            </a:r>
          </a:p>
        </p:txBody>
      </p:sp>
      <p:sp>
        <p:nvSpPr>
          <p:cNvPr id="37" name="Text Placeholder 36">
            <a:extLst>
              <a:ext uri="{FF2B5EF4-FFF2-40B4-BE49-F238E27FC236}">
                <a16:creationId xmlns:a16="http://schemas.microsoft.com/office/drawing/2014/main" id="{AB51A4D3-7880-DA0E-AFB0-2E1ED4DCDAD0}"/>
              </a:ext>
            </a:extLst>
          </p:cNvPr>
          <p:cNvSpPr>
            <a:spLocks noGrp="1"/>
          </p:cNvSpPr>
          <p:nvPr>
            <p:ph type="body" sz="quarter" idx="14"/>
          </p:nvPr>
        </p:nvSpPr>
        <p:spPr/>
        <p:txBody>
          <a:bodyPr/>
          <a:lstStyle/>
          <a:p>
            <a:endParaRPr lang="en-US"/>
          </a:p>
        </p:txBody>
      </p:sp>
      <p:sp>
        <p:nvSpPr>
          <p:cNvPr id="36" name="Arrow: Pentagon 35">
            <a:extLst>
              <a:ext uri="{FF2B5EF4-FFF2-40B4-BE49-F238E27FC236}">
                <a16:creationId xmlns:a16="http://schemas.microsoft.com/office/drawing/2014/main" id="{0F162C97-B0F1-32EF-966C-8B30F60CA296}"/>
              </a:ext>
            </a:extLst>
          </p:cNvPr>
          <p:cNvSpPr/>
          <p:nvPr/>
        </p:nvSpPr>
        <p:spPr>
          <a:xfrm>
            <a:off x="2135204" y="2495142"/>
            <a:ext cx="3080856"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47" name="Arrow: Pentagon 46">
            <a:extLst>
              <a:ext uri="{FF2B5EF4-FFF2-40B4-BE49-F238E27FC236}">
                <a16:creationId xmlns:a16="http://schemas.microsoft.com/office/drawing/2014/main" id="{8E914B4E-C03A-AAAC-5560-4AC1FC2C0010}"/>
              </a:ext>
            </a:extLst>
          </p:cNvPr>
          <p:cNvSpPr/>
          <p:nvPr/>
        </p:nvSpPr>
        <p:spPr>
          <a:xfrm>
            <a:off x="3015145" y="3484020"/>
            <a:ext cx="3080856" cy="332662"/>
          </a:xfrm>
          <a:prstGeom prst="homePlate">
            <a:avLst>
              <a:gd name="adj" fmla="val 4501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74" name="Arrow: Pentagon 73">
            <a:extLst>
              <a:ext uri="{FF2B5EF4-FFF2-40B4-BE49-F238E27FC236}">
                <a16:creationId xmlns:a16="http://schemas.microsoft.com/office/drawing/2014/main" id="{102714B0-B507-6E62-944C-1A2AACC68D1F}"/>
              </a:ext>
            </a:extLst>
          </p:cNvPr>
          <p:cNvSpPr/>
          <p:nvPr/>
        </p:nvSpPr>
        <p:spPr>
          <a:xfrm>
            <a:off x="4765364" y="4967337"/>
            <a:ext cx="6158494" cy="332662"/>
          </a:xfrm>
          <a:prstGeom prst="homePlate">
            <a:avLst>
              <a:gd name="adj" fmla="val 4501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grpSp>
        <p:nvGrpSpPr>
          <p:cNvPr id="29" name="Group 28">
            <a:extLst>
              <a:ext uri="{FF2B5EF4-FFF2-40B4-BE49-F238E27FC236}">
                <a16:creationId xmlns:a16="http://schemas.microsoft.com/office/drawing/2014/main" id="{07D42C46-74B8-8D17-FFDF-67278DC74CB1}"/>
              </a:ext>
            </a:extLst>
          </p:cNvPr>
          <p:cNvGrpSpPr/>
          <p:nvPr/>
        </p:nvGrpSpPr>
        <p:grpSpPr>
          <a:xfrm>
            <a:off x="2135204" y="2989581"/>
            <a:ext cx="8380396" cy="332662"/>
            <a:chOff x="2135204" y="2889875"/>
            <a:chExt cx="8380396" cy="332662"/>
          </a:xfrm>
        </p:grpSpPr>
        <p:sp>
          <p:nvSpPr>
            <p:cNvPr id="43" name="Arrow: Pentagon 42">
              <a:extLst>
                <a:ext uri="{FF2B5EF4-FFF2-40B4-BE49-F238E27FC236}">
                  <a16:creationId xmlns:a16="http://schemas.microsoft.com/office/drawing/2014/main" id="{1F1CEBCA-01FE-B667-816E-229D97DF6001}"/>
                </a:ext>
              </a:extLst>
            </p:cNvPr>
            <p:cNvSpPr/>
            <p:nvPr/>
          </p:nvSpPr>
          <p:spPr>
            <a:xfrm>
              <a:off x="2135204" y="2889875"/>
              <a:ext cx="1369996" cy="332662"/>
            </a:xfrm>
            <a:prstGeom prst="homePlate">
              <a:avLst>
                <a:gd name="adj" fmla="val 450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8" name="Arrow: Pentagon 42">
              <a:extLst>
                <a:ext uri="{FF2B5EF4-FFF2-40B4-BE49-F238E27FC236}">
                  <a16:creationId xmlns:a16="http://schemas.microsoft.com/office/drawing/2014/main" id="{5960DCBA-52BC-256D-8814-D42830FC66AB}"/>
                </a:ext>
              </a:extLst>
            </p:cNvPr>
            <p:cNvSpPr/>
            <p:nvPr/>
          </p:nvSpPr>
          <p:spPr>
            <a:xfrm>
              <a:off x="6030149" y="2889875"/>
              <a:ext cx="1369997" cy="332662"/>
            </a:xfrm>
            <a:prstGeom prst="homePlate">
              <a:avLst>
                <a:gd name="adj" fmla="val 450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9" name="Arrow: Pentagon 42">
              <a:extLst>
                <a:ext uri="{FF2B5EF4-FFF2-40B4-BE49-F238E27FC236}">
                  <a16:creationId xmlns:a16="http://schemas.microsoft.com/office/drawing/2014/main" id="{09456BCC-3FB4-64E0-5A1E-F576FC2641CB}"/>
                </a:ext>
              </a:extLst>
            </p:cNvPr>
            <p:cNvSpPr/>
            <p:nvPr/>
          </p:nvSpPr>
          <p:spPr>
            <a:xfrm>
              <a:off x="8280088" y="2889875"/>
              <a:ext cx="2235512" cy="332662"/>
            </a:xfrm>
            <a:prstGeom prst="homePlate">
              <a:avLst>
                <a:gd name="adj" fmla="val 450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grpSp>
      <p:grpSp>
        <p:nvGrpSpPr>
          <p:cNvPr id="31" name="Group 30">
            <a:extLst>
              <a:ext uri="{FF2B5EF4-FFF2-40B4-BE49-F238E27FC236}">
                <a16:creationId xmlns:a16="http://schemas.microsoft.com/office/drawing/2014/main" id="{57165CE0-DECE-401B-33A9-3A253E6375BB}"/>
              </a:ext>
            </a:extLst>
          </p:cNvPr>
          <p:cNvGrpSpPr/>
          <p:nvPr/>
        </p:nvGrpSpPr>
        <p:grpSpPr>
          <a:xfrm>
            <a:off x="3099241" y="4472898"/>
            <a:ext cx="5533787" cy="332662"/>
            <a:chOff x="3099241" y="4483190"/>
            <a:chExt cx="5533787" cy="332662"/>
          </a:xfrm>
        </p:grpSpPr>
        <p:sp>
          <p:nvSpPr>
            <p:cNvPr id="57" name="Arrow: Pentagon 56">
              <a:extLst>
                <a:ext uri="{FF2B5EF4-FFF2-40B4-BE49-F238E27FC236}">
                  <a16:creationId xmlns:a16="http://schemas.microsoft.com/office/drawing/2014/main" id="{70462009-4BC5-A947-11E4-B0ECD380A77D}"/>
                </a:ext>
              </a:extLst>
            </p:cNvPr>
            <p:cNvSpPr/>
            <p:nvPr/>
          </p:nvSpPr>
          <p:spPr>
            <a:xfrm>
              <a:off x="6720467" y="4483190"/>
              <a:ext cx="1912561" cy="332662"/>
            </a:xfrm>
            <a:prstGeom prst="homePlate">
              <a:avLst>
                <a:gd name="adj" fmla="val 450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20" name="Arrow: Pentagon 56">
              <a:extLst>
                <a:ext uri="{FF2B5EF4-FFF2-40B4-BE49-F238E27FC236}">
                  <a16:creationId xmlns:a16="http://schemas.microsoft.com/office/drawing/2014/main" id="{D6CCE73F-6D43-4A4B-3058-623846053F56}"/>
                </a:ext>
              </a:extLst>
            </p:cNvPr>
            <p:cNvSpPr/>
            <p:nvPr/>
          </p:nvSpPr>
          <p:spPr>
            <a:xfrm>
              <a:off x="3099241" y="4483190"/>
              <a:ext cx="1701359" cy="332662"/>
            </a:xfrm>
            <a:prstGeom prst="homePlate">
              <a:avLst>
                <a:gd name="adj" fmla="val 450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grpSp>
      <p:grpSp>
        <p:nvGrpSpPr>
          <p:cNvPr id="28" name="Group 27">
            <a:extLst>
              <a:ext uri="{FF2B5EF4-FFF2-40B4-BE49-F238E27FC236}">
                <a16:creationId xmlns:a16="http://schemas.microsoft.com/office/drawing/2014/main" id="{91490E19-17C7-18C7-39C1-E0CEE11F7074}"/>
              </a:ext>
            </a:extLst>
          </p:cNvPr>
          <p:cNvGrpSpPr/>
          <p:nvPr/>
        </p:nvGrpSpPr>
        <p:grpSpPr>
          <a:xfrm>
            <a:off x="1266694" y="2000703"/>
            <a:ext cx="10506698" cy="332662"/>
            <a:chOff x="1266694" y="1827665"/>
            <a:chExt cx="10506698" cy="332662"/>
          </a:xfrm>
        </p:grpSpPr>
        <p:sp>
          <p:nvSpPr>
            <p:cNvPr id="5" name="Arrow: Pentagon 4">
              <a:extLst>
                <a:ext uri="{FF2B5EF4-FFF2-40B4-BE49-F238E27FC236}">
                  <a16:creationId xmlns:a16="http://schemas.microsoft.com/office/drawing/2014/main" id="{6D7C6663-677A-4EDD-5B83-2A38DB0BCA1D}"/>
                </a:ext>
              </a:extLst>
            </p:cNvPr>
            <p:cNvSpPr/>
            <p:nvPr/>
          </p:nvSpPr>
          <p:spPr>
            <a:xfrm>
              <a:off x="1266694" y="1827665"/>
              <a:ext cx="1748452" cy="332662"/>
            </a:xfrm>
            <a:prstGeom prst="homePlate">
              <a:avLst>
                <a:gd name="adj" fmla="val 4501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21" name="Arrow: Pentagon 4">
              <a:extLst>
                <a:ext uri="{FF2B5EF4-FFF2-40B4-BE49-F238E27FC236}">
                  <a16:creationId xmlns:a16="http://schemas.microsoft.com/office/drawing/2014/main" id="{C31D8F4E-912E-3AD9-D0F7-6C468199DECA}"/>
                </a:ext>
              </a:extLst>
            </p:cNvPr>
            <p:cNvSpPr/>
            <p:nvPr/>
          </p:nvSpPr>
          <p:spPr>
            <a:xfrm>
              <a:off x="5105400" y="1827665"/>
              <a:ext cx="1905000" cy="332662"/>
            </a:xfrm>
            <a:prstGeom prst="homePlate">
              <a:avLst>
                <a:gd name="adj" fmla="val 4501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22" name="Arrow: Pentagon 4">
              <a:extLst>
                <a:ext uri="{FF2B5EF4-FFF2-40B4-BE49-F238E27FC236}">
                  <a16:creationId xmlns:a16="http://schemas.microsoft.com/office/drawing/2014/main" id="{9211148E-5E3D-E460-793D-7497A91D259C}"/>
                </a:ext>
              </a:extLst>
            </p:cNvPr>
            <p:cNvSpPr/>
            <p:nvPr/>
          </p:nvSpPr>
          <p:spPr>
            <a:xfrm>
              <a:off x="9136077" y="1827665"/>
              <a:ext cx="2637315" cy="332662"/>
            </a:xfrm>
            <a:prstGeom prst="homePlate">
              <a:avLst>
                <a:gd name="adj" fmla="val 4501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grpSp>
      <p:grpSp>
        <p:nvGrpSpPr>
          <p:cNvPr id="30" name="Group 29">
            <a:extLst>
              <a:ext uri="{FF2B5EF4-FFF2-40B4-BE49-F238E27FC236}">
                <a16:creationId xmlns:a16="http://schemas.microsoft.com/office/drawing/2014/main" id="{55A3CC7B-14A7-42CC-5DA7-DA7707AFF8F0}"/>
              </a:ext>
            </a:extLst>
          </p:cNvPr>
          <p:cNvGrpSpPr/>
          <p:nvPr/>
        </p:nvGrpSpPr>
        <p:grpSpPr>
          <a:xfrm>
            <a:off x="2135204" y="3978459"/>
            <a:ext cx="9638178" cy="332662"/>
            <a:chOff x="2135204" y="3952085"/>
            <a:chExt cx="9638178" cy="332662"/>
          </a:xfrm>
        </p:grpSpPr>
        <p:sp>
          <p:nvSpPr>
            <p:cNvPr id="52" name="Arrow: Pentagon 51">
              <a:extLst>
                <a:ext uri="{FF2B5EF4-FFF2-40B4-BE49-F238E27FC236}">
                  <a16:creationId xmlns:a16="http://schemas.microsoft.com/office/drawing/2014/main" id="{C737DBF7-BB55-8DE4-CF20-B22129112650}"/>
                </a:ext>
              </a:extLst>
            </p:cNvPr>
            <p:cNvSpPr/>
            <p:nvPr/>
          </p:nvSpPr>
          <p:spPr>
            <a:xfrm>
              <a:off x="2135204" y="3952085"/>
              <a:ext cx="879941"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2" name="Arrow: Pentagon 51">
              <a:extLst>
                <a:ext uri="{FF2B5EF4-FFF2-40B4-BE49-F238E27FC236}">
                  <a16:creationId xmlns:a16="http://schemas.microsoft.com/office/drawing/2014/main" id="{813F4550-D5E5-5337-9DAC-F6F1532B8067}"/>
                </a:ext>
              </a:extLst>
            </p:cNvPr>
            <p:cNvSpPr/>
            <p:nvPr/>
          </p:nvSpPr>
          <p:spPr>
            <a:xfrm>
              <a:off x="3885422" y="3952085"/>
              <a:ext cx="879941"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3" name="Arrow: Pentagon 51">
              <a:extLst>
                <a:ext uri="{FF2B5EF4-FFF2-40B4-BE49-F238E27FC236}">
                  <a16:creationId xmlns:a16="http://schemas.microsoft.com/office/drawing/2014/main" id="{D2A16650-D980-DABD-9252-21CD61991704}"/>
                </a:ext>
              </a:extLst>
            </p:cNvPr>
            <p:cNvSpPr/>
            <p:nvPr/>
          </p:nvSpPr>
          <p:spPr>
            <a:xfrm>
              <a:off x="5635641" y="3952085"/>
              <a:ext cx="879941"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4" name="Arrow: Pentagon 51">
              <a:extLst>
                <a:ext uri="{FF2B5EF4-FFF2-40B4-BE49-F238E27FC236}">
                  <a16:creationId xmlns:a16="http://schemas.microsoft.com/office/drawing/2014/main" id="{27AF892F-A447-0648-2D2F-B29A84E361C7}"/>
                </a:ext>
              </a:extLst>
            </p:cNvPr>
            <p:cNvSpPr/>
            <p:nvPr/>
          </p:nvSpPr>
          <p:spPr>
            <a:xfrm>
              <a:off x="7400147" y="3952085"/>
              <a:ext cx="879941"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6" name="Arrow: Pentagon 51">
              <a:extLst>
                <a:ext uri="{FF2B5EF4-FFF2-40B4-BE49-F238E27FC236}">
                  <a16:creationId xmlns:a16="http://schemas.microsoft.com/office/drawing/2014/main" id="{D3997395-F164-E462-8188-DC52ECFFFA7B}"/>
                </a:ext>
              </a:extLst>
            </p:cNvPr>
            <p:cNvSpPr/>
            <p:nvPr/>
          </p:nvSpPr>
          <p:spPr>
            <a:xfrm>
              <a:off x="9136078" y="3952085"/>
              <a:ext cx="879941"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7" name="Arrow: Pentagon 51">
              <a:extLst>
                <a:ext uri="{FF2B5EF4-FFF2-40B4-BE49-F238E27FC236}">
                  <a16:creationId xmlns:a16="http://schemas.microsoft.com/office/drawing/2014/main" id="{6D9DD7BC-2430-7387-A2B0-43D84A97FB29}"/>
                </a:ext>
              </a:extLst>
            </p:cNvPr>
            <p:cNvSpPr/>
            <p:nvPr/>
          </p:nvSpPr>
          <p:spPr>
            <a:xfrm>
              <a:off x="10893441" y="3952085"/>
              <a:ext cx="879941"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grpSp>
      <p:grpSp>
        <p:nvGrpSpPr>
          <p:cNvPr id="32" name="Group 31">
            <a:extLst>
              <a:ext uri="{FF2B5EF4-FFF2-40B4-BE49-F238E27FC236}">
                <a16:creationId xmlns:a16="http://schemas.microsoft.com/office/drawing/2014/main" id="{8F42DAFB-5673-4145-18B9-1C4E2A7024C4}"/>
              </a:ext>
            </a:extLst>
          </p:cNvPr>
          <p:cNvGrpSpPr/>
          <p:nvPr/>
        </p:nvGrpSpPr>
        <p:grpSpPr>
          <a:xfrm>
            <a:off x="1266694" y="5461777"/>
            <a:ext cx="9657163" cy="332662"/>
            <a:chOff x="1266694" y="5381514"/>
            <a:chExt cx="9657163" cy="332662"/>
          </a:xfrm>
        </p:grpSpPr>
        <p:sp>
          <p:nvSpPr>
            <p:cNvPr id="78" name="Arrow: Pentagon 77">
              <a:extLst>
                <a:ext uri="{FF2B5EF4-FFF2-40B4-BE49-F238E27FC236}">
                  <a16:creationId xmlns:a16="http://schemas.microsoft.com/office/drawing/2014/main" id="{0252D1EC-F563-03DF-11EE-28242E04E789}"/>
                </a:ext>
              </a:extLst>
            </p:cNvPr>
            <p:cNvSpPr/>
            <p:nvPr/>
          </p:nvSpPr>
          <p:spPr>
            <a:xfrm>
              <a:off x="8633028" y="5381514"/>
              <a:ext cx="2290829"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19" name="Arrow: Pentagon 77">
              <a:extLst>
                <a:ext uri="{FF2B5EF4-FFF2-40B4-BE49-F238E27FC236}">
                  <a16:creationId xmlns:a16="http://schemas.microsoft.com/office/drawing/2014/main" id="{8EEABEC3-FAE5-A0C5-147B-A6A45ED70D13}"/>
                </a:ext>
              </a:extLst>
            </p:cNvPr>
            <p:cNvSpPr/>
            <p:nvPr/>
          </p:nvSpPr>
          <p:spPr>
            <a:xfrm>
              <a:off x="4267200" y="5381514"/>
              <a:ext cx="2248382"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sp>
          <p:nvSpPr>
            <p:cNvPr id="14" name="Arrow: Pentagon 77">
              <a:extLst>
                <a:ext uri="{FF2B5EF4-FFF2-40B4-BE49-F238E27FC236}">
                  <a16:creationId xmlns:a16="http://schemas.microsoft.com/office/drawing/2014/main" id="{43558734-0A72-89EC-1C38-DBB130093B10}"/>
                </a:ext>
              </a:extLst>
            </p:cNvPr>
            <p:cNvSpPr/>
            <p:nvPr/>
          </p:nvSpPr>
          <p:spPr>
            <a:xfrm>
              <a:off x="1266694" y="5381514"/>
              <a:ext cx="2248382" cy="332662"/>
            </a:xfrm>
            <a:prstGeom prst="homePlate">
              <a:avLst>
                <a:gd name="adj" fmla="val 4501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72000" rtlCol="0" anchor="ctr"/>
            <a:lstStyle/>
            <a:p>
              <a:pPr marL="84138"/>
              <a:r>
                <a:rPr lang="en-GB" sz="900">
                  <a:latin typeface="Century Gothic" panose="020B0502020202020204" pitchFamily="34" charset="0"/>
                  <a:sym typeface="Century Gothic" panose="020B0502020202020204" pitchFamily="34" charset="0"/>
                </a:rPr>
                <a:t>NAME OF TASK</a:t>
              </a:r>
            </a:p>
          </p:txBody>
        </p:sp>
      </p:grpSp>
    </p:spTree>
    <p:extLst>
      <p:ext uri="{BB962C8B-B14F-4D97-AF65-F5344CB8AC3E}">
        <p14:creationId xmlns:p14="http://schemas.microsoft.com/office/powerpoint/2010/main" val="40178814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4" name="Straight Connector 123">
            <a:extLst>
              <a:ext uri="{FF2B5EF4-FFF2-40B4-BE49-F238E27FC236}">
                <a16:creationId xmlns:a16="http://schemas.microsoft.com/office/drawing/2014/main" id="{19DC9D40-E7C8-53E9-7E01-D577E718D9B1}"/>
              </a:ext>
            </a:extLst>
          </p:cNvPr>
          <p:cNvCxnSpPr>
            <a:cxnSpLocks/>
          </p:cNvCxnSpPr>
          <p:nvPr/>
        </p:nvCxnSpPr>
        <p:spPr>
          <a:xfrm>
            <a:off x="652379" y="3733800"/>
            <a:ext cx="10287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itle 40">
            <a:extLst>
              <a:ext uri="{FF2B5EF4-FFF2-40B4-BE49-F238E27FC236}">
                <a16:creationId xmlns:a16="http://schemas.microsoft.com/office/drawing/2014/main" id="{5FD07083-B98A-C80E-168C-E220BEB555D4}"/>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MILESTONES</a:t>
            </a:r>
            <a:r>
              <a:rPr lang="en-US">
                <a:sym typeface="Century Gothic" panose="020B0502020202020204" pitchFamily="34" charset="0"/>
              </a:rPr>
              <a:t> TO MEET</a:t>
            </a:r>
          </a:p>
        </p:txBody>
      </p:sp>
      <p:sp>
        <p:nvSpPr>
          <p:cNvPr id="30" name="Text Placeholder 29">
            <a:extLst>
              <a:ext uri="{FF2B5EF4-FFF2-40B4-BE49-F238E27FC236}">
                <a16:creationId xmlns:a16="http://schemas.microsoft.com/office/drawing/2014/main" id="{EB8D13BF-CEFE-9D34-FC6B-8C07FA8719A2}"/>
              </a:ext>
            </a:extLst>
          </p:cNvPr>
          <p:cNvSpPr>
            <a:spLocks noGrp="1"/>
          </p:cNvSpPr>
          <p:nvPr>
            <p:ph type="body" sz="quarter" idx="16"/>
          </p:nvPr>
        </p:nvSpPr>
        <p:spPr/>
        <p:txBody>
          <a:bodyPr/>
          <a:lstStyle/>
          <a:p>
            <a:r>
              <a:rPr lang="en-US"/>
              <a:t>CONFIDENTIAL</a:t>
            </a:r>
          </a:p>
        </p:txBody>
      </p:sp>
      <p:sp>
        <p:nvSpPr>
          <p:cNvPr id="19" name="Text Placeholder 18">
            <a:extLst>
              <a:ext uri="{FF2B5EF4-FFF2-40B4-BE49-F238E27FC236}">
                <a16:creationId xmlns:a16="http://schemas.microsoft.com/office/drawing/2014/main" id="{C58AE0EE-3DB6-A7DC-C263-A81FD54BDCBC}"/>
              </a:ext>
            </a:extLst>
          </p:cNvPr>
          <p:cNvSpPr>
            <a:spLocks noGrp="1"/>
          </p:cNvSpPr>
          <p:nvPr>
            <p:ph type="body" sz="quarter" idx="13"/>
          </p:nvPr>
        </p:nvSpPr>
        <p:spPr>
          <a:xfrm>
            <a:off x="365760" y="1095208"/>
            <a:ext cx="10956970" cy="360000"/>
          </a:xfrm>
        </p:spPr>
        <p:txBody>
          <a:bodyPr/>
          <a:lstStyle/>
          <a:p>
            <a:r>
              <a:rPr lang="en-US"/>
              <a:t>SUBTITLE EXAMPLE</a:t>
            </a:r>
          </a:p>
        </p:txBody>
      </p:sp>
      <p:sp>
        <p:nvSpPr>
          <p:cNvPr id="26" name="Text Placeholder 25">
            <a:extLst>
              <a:ext uri="{FF2B5EF4-FFF2-40B4-BE49-F238E27FC236}">
                <a16:creationId xmlns:a16="http://schemas.microsoft.com/office/drawing/2014/main" id="{68F47DC8-91AA-CD33-E484-7ACF5C2BA8C7}"/>
              </a:ext>
            </a:extLst>
          </p:cNvPr>
          <p:cNvSpPr>
            <a:spLocks noGrp="1"/>
          </p:cNvSpPr>
          <p:nvPr>
            <p:ph type="body" sz="quarter" idx="14"/>
          </p:nvPr>
        </p:nvSpPr>
        <p:spPr/>
        <p:txBody>
          <a:bodyPr/>
          <a:lstStyle/>
          <a:p>
            <a:endParaRPr lang="en-US"/>
          </a:p>
        </p:txBody>
      </p:sp>
      <p:sp>
        <p:nvSpPr>
          <p:cNvPr id="56" name="Text Placeholder 10">
            <a:extLst>
              <a:ext uri="{FF2B5EF4-FFF2-40B4-BE49-F238E27FC236}">
                <a16:creationId xmlns:a16="http://schemas.microsoft.com/office/drawing/2014/main" id="{B4A4AA3B-D139-39A9-E69A-F4EF0078BACF}"/>
              </a:ext>
            </a:extLst>
          </p:cNvPr>
          <p:cNvSpPr txBox="1">
            <a:spLocks/>
          </p:cNvSpPr>
          <p:nvPr/>
        </p:nvSpPr>
        <p:spPr>
          <a:xfrm>
            <a:off x="1698915" y="5085707"/>
            <a:ext cx="2482668" cy="8936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200">
              <a:latin typeface="Century Gothic" panose="020B0502020202020204" pitchFamily="34" charset="0"/>
              <a:ea typeface="Century Gothic" pitchFamily="50" charset="0"/>
              <a:sym typeface="Century Gothic" panose="020B0502020202020204" pitchFamily="34" charset="0"/>
            </a:endParaRPr>
          </a:p>
        </p:txBody>
      </p:sp>
      <p:grpSp>
        <p:nvGrpSpPr>
          <p:cNvPr id="5" name="Group 4">
            <a:extLst>
              <a:ext uri="{FF2B5EF4-FFF2-40B4-BE49-F238E27FC236}">
                <a16:creationId xmlns:a16="http://schemas.microsoft.com/office/drawing/2014/main" id="{075542E9-A8E7-7E61-BD63-E2E7A8BB8ABB}"/>
              </a:ext>
            </a:extLst>
          </p:cNvPr>
          <p:cNvGrpSpPr/>
          <p:nvPr/>
        </p:nvGrpSpPr>
        <p:grpSpPr>
          <a:xfrm>
            <a:off x="1798236" y="3630000"/>
            <a:ext cx="2033535" cy="2085000"/>
            <a:chOff x="1798236" y="3630000"/>
            <a:chExt cx="2033535" cy="2085000"/>
          </a:xfrm>
        </p:grpSpPr>
        <p:grpSp>
          <p:nvGrpSpPr>
            <p:cNvPr id="6" name="Group 5">
              <a:extLst>
                <a:ext uri="{FF2B5EF4-FFF2-40B4-BE49-F238E27FC236}">
                  <a16:creationId xmlns:a16="http://schemas.microsoft.com/office/drawing/2014/main" id="{0A82B0EB-56DB-E776-ADE3-A4C386B14020}"/>
                </a:ext>
              </a:extLst>
            </p:cNvPr>
            <p:cNvGrpSpPr/>
            <p:nvPr/>
          </p:nvGrpSpPr>
          <p:grpSpPr>
            <a:xfrm>
              <a:off x="1798236" y="4413000"/>
              <a:ext cx="2033535" cy="1302000"/>
              <a:chOff x="2105962" y="4413000"/>
              <a:chExt cx="2033535" cy="1302000"/>
            </a:xfrm>
          </p:grpSpPr>
          <p:sp>
            <p:nvSpPr>
              <p:cNvPr id="74" name="Text Placeholder 10">
                <a:extLst>
                  <a:ext uri="{FF2B5EF4-FFF2-40B4-BE49-F238E27FC236}">
                    <a16:creationId xmlns:a16="http://schemas.microsoft.com/office/drawing/2014/main" id="{CCAD4D9C-8307-4BF9-28B8-7259FAA7D8B4}"/>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75" name="Text Placeholder 10">
                <a:extLst>
                  <a:ext uri="{FF2B5EF4-FFF2-40B4-BE49-F238E27FC236}">
                    <a16:creationId xmlns:a16="http://schemas.microsoft.com/office/drawing/2014/main" id="{85FE0B05-A50C-9D0A-F32A-92F839E27B16}"/>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76" name="TextBox 75">
                <a:extLst>
                  <a:ext uri="{FF2B5EF4-FFF2-40B4-BE49-F238E27FC236}">
                    <a16:creationId xmlns:a16="http://schemas.microsoft.com/office/drawing/2014/main" id="{733938A7-5851-311B-0978-140E889805A7}"/>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2.</a:t>
                </a:r>
              </a:p>
            </p:txBody>
          </p:sp>
        </p:grpSp>
        <p:grpSp>
          <p:nvGrpSpPr>
            <p:cNvPr id="9" name="Group 8">
              <a:extLst>
                <a:ext uri="{FF2B5EF4-FFF2-40B4-BE49-F238E27FC236}">
                  <a16:creationId xmlns:a16="http://schemas.microsoft.com/office/drawing/2014/main" id="{F36AC91B-D724-6486-C6CB-DB5DBA7A7C33}"/>
                </a:ext>
              </a:extLst>
            </p:cNvPr>
            <p:cNvGrpSpPr/>
            <p:nvPr/>
          </p:nvGrpSpPr>
          <p:grpSpPr>
            <a:xfrm>
              <a:off x="1888274" y="3630000"/>
              <a:ext cx="180000" cy="713400"/>
              <a:chOff x="2196000" y="3630000"/>
              <a:chExt cx="180000" cy="713400"/>
            </a:xfrm>
          </p:grpSpPr>
          <p:cxnSp>
            <p:nvCxnSpPr>
              <p:cNvPr id="51" name="Straight Connector 50">
                <a:extLst>
                  <a:ext uri="{FF2B5EF4-FFF2-40B4-BE49-F238E27FC236}">
                    <a16:creationId xmlns:a16="http://schemas.microsoft.com/office/drawing/2014/main" id="{0FB73950-6B06-C47A-DC0D-A979927B0759}"/>
                  </a:ext>
                </a:extLst>
              </p:cNvPr>
              <p:cNvCxnSpPr>
                <a:cxnSpLocks/>
              </p:cNvCxnSpPr>
              <p:nvPr/>
            </p:nvCxnSpPr>
            <p:spPr>
              <a:xfrm>
                <a:off x="2286000" y="3727134"/>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76B979D8-CE96-CA0B-BE10-91E4E30E6CA1}"/>
                  </a:ext>
                </a:extLst>
              </p:cNvPr>
              <p:cNvSpPr/>
              <p:nvPr/>
            </p:nvSpPr>
            <p:spPr>
              <a:xfrm>
                <a:off x="2196000" y="363000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grpSp>
        <p:nvGrpSpPr>
          <p:cNvPr id="8" name="Group 7">
            <a:extLst>
              <a:ext uri="{FF2B5EF4-FFF2-40B4-BE49-F238E27FC236}">
                <a16:creationId xmlns:a16="http://schemas.microsoft.com/office/drawing/2014/main" id="{F2FE489C-F26B-258A-4C6D-A4A64D9CBB76}"/>
              </a:ext>
            </a:extLst>
          </p:cNvPr>
          <p:cNvGrpSpPr/>
          <p:nvPr/>
        </p:nvGrpSpPr>
        <p:grpSpPr>
          <a:xfrm>
            <a:off x="4432578" y="3630000"/>
            <a:ext cx="2033535" cy="2085000"/>
            <a:chOff x="4432578" y="3630000"/>
            <a:chExt cx="2033535" cy="2085000"/>
          </a:xfrm>
        </p:grpSpPr>
        <p:grpSp>
          <p:nvGrpSpPr>
            <p:cNvPr id="11" name="Group 10">
              <a:extLst>
                <a:ext uri="{FF2B5EF4-FFF2-40B4-BE49-F238E27FC236}">
                  <a16:creationId xmlns:a16="http://schemas.microsoft.com/office/drawing/2014/main" id="{ABB605BE-A909-E8CB-83CE-49F0A5A6DD71}"/>
                </a:ext>
              </a:extLst>
            </p:cNvPr>
            <p:cNvGrpSpPr/>
            <p:nvPr/>
          </p:nvGrpSpPr>
          <p:grpSpPr>
            <a:xfrm>
              <a:off x="4432578" y="4413000"/>
              <a:ext cx="2033535" cy="1302000"/>
              <a:chOff x="2105962" y="4413000"/>
              <a:chExt cx="2033535" cy="1302000"/>
            </a:xfrm>
          </p:grpSpPr>
          <p:sp>
            <p:nvSpPr>
              <p:cNvPr id="12" name="Text Placeholder 10">
                <a:extLst>
                  <a:ext uri="{FF2B5EF4-FFF2-40B4-BE49-F238E27FC236}">
                    <a16:creationId xmlns:a16="http://schemas.microsoft.com/office/drawing/2014/main" id="{539F34D0-0798-DF5A-973B-0CF73F516021}"/>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7" name="Text Placeholder 10">
                <a:extLst>
                  <a:ext uri="{FF2B5EF4-FFF2-40B4-BE49-F238E27FC236}">
                    <a16:creationId xmlns:a16="http://schemas.microsoft.com/office/drawing/2014/main" id="{34EBB316-21F3-4BC8-2553-0DEAC95B1752}"/>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22" name="TextBox 21">
                <a:extLst>
                  <a:ext uri="{FF2B5EF4-FFF2-40B4-BE49-F238E27FC236}">
                    <a16:creationId xmlns:a16="http://schemas.microsoft.com/office/drawing/2014/main" id="{B561A6AD-1F4D-7A4B-7EE9-A785230D726B}"/>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4.</a:t>
                </a:r>
              </a:p>
            </p:txBody>
          </p:sp>
        </p:grpSp>
        <p:grpSp>
          <p:nvGrpSpPr>
            <p:cNvPr id="27" name="Group 26">
              <a:extLst>
                <a:ext uri="{FF2B5EF4-FFF2-40B4-BE49-F238E27FC236}">
                  <a16:creationId xmlns:a16="http://schemas.microsoft.com/office/drawing/2014/main" id="{57B6F899-1C04-BA73-C3E6-37214BD04BEC}"/>
                </a:ext>
              </a:extLst>
            </p:cNvPr>
            <p:cNvGrpSpPr/>
            <p:nvPr/>
          </p:nvGrpSpPr>
          <p:grpSpPr>
            <a:xfrm>
              <a:off x="4522616" y="3630000"/>
              <a:ext cx="180000" cy="713400"/>
              <a:chOff x="2196000" y="3630000"/>
              <a:chExt cx="180000" cy="713400"/>
            </a:xfrm>
          </p:grpSpPr>
          <p:cxnSp>
            <p:nvCxnSpPr>
              <p:cNvPr id="28" name="Straight Connector 27">
                <a:extLst>
                  <a:ext uri="{FF2B5EF4-FFF2-40B4-BE49-F238E27FC236}">
                    <a16:creationId xmlns:a16="http://schemas.microsoft.com/office/drawing/2014/main" id="{9E070DA4-544A-8E98-4049-28FB130BF388}"/>
                  </a:ext>
                </a:extLst>
              </p:cNvPr>
              <p:cNvCxnSpPr>
                <a:cxnSpLocks/>
              </p:cNvCxnSpPr>
              <p:nvPr/>
            </p:nvCxnSpPr>
            <p:spPr>
              <a:xfrm>
                <a:off x="2286000" y="3727134"/>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0C22FE1D-32D9-E9CA-AC33-318BF176BBEA}"/>
                  </a:ext>
                </a:extLst>
              </p:cNvPr>
              <p:cNvSpPr/>
              <p:nvPr/>
            </p:nvSpPr>
            <p:spPr>
              <a:xfrm>
                <a:off x="2196000" y="363000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grpSp>
        <p:nvGrpSpPr>
          <p:cNvPr id="13" name="Group 12">
            <a:extLst>
              <a:ext uri="{FF2B5EF4-FFF2-40B4-BE49-F238E27FC236}">
                <a16:creationId xmlns:a16="http://schemas.microsoft.com/office/drawing/2014/main" id="{FA39D47B-D67D-26B8-3CB0-E34BBF5703BF}"/>
              </a:ext>
            </a:extLst>
          </p:cNvPr>
          <p:cNvGrpSpPr/>
          <p:nvPr/>
        </p:nvGrpSpPr>
        <p:grpSpPr>
          <a:xfrm>
            <a:off x="7066920" y="3630000"/>
            <a:ext cx="2033535" cy="2085000"/>
            <a:chOff x="7066920" y="3630000"/>
            <a:chExt cx="2033535" cy="2085000"/>
          </a:xfrm>
        </p:grpSpPr>
        <p:grpSp>
          <p:nvGrpSpPr>
            <p:cNvPr id="33" name="Group 32">
              <a:extLst>
                <a:ext uri="{FF2B5EF4-FFF2-40B4-BE49-F238E27FC236}">
                  <a16:creationId xmlns:a16="http://schemas.microsoft.com/office/drawing/2014/main" id="{FB297983-82CD-ABE1-CD86-2744770BD06A}"/>
                </a:ext>
              </a:extLst>
            </p:cNvPr>
            <p:cNvGrpSpPr/>
            <p:nvPr/>
          </p:nvGrpSpPr>
          <p:grpSpPr>
            <a:xfrm>
              <a:off x="7066920" y="4413000"/>
              <a:ext cx="2033535" cy="1302000"/>
              <a:chOff x="2105962" y="4413000"/>
              <a:chExt cx="2033535" cy="1302000"/>
            </a:xfrm>
          </p:grpSpPr>
          <p:sp>
            <p:nvSpPr>
              <p:cNvPr id="37" name="Text Placeholder 10">
                <a:extLst>
                  <a:ext uri="{FF2B5EF4-FFF2-40B4-BE49-F238E27FC236}">
                    <a16:creationId xmlns:a16="http://schemas.microsoft.com/office/drawing/2014/main" id="{9CC5413F-8676-5703-E411-887394ECDB26}"/>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38" name="Text Placeholder 10">
                <a:extLst>
                  <a:ext uri="{FF2B5EF4-FFF2-40B4-BE49-F238E27FC236}">
                    <a16:creationId xmlns:a16="http://schemas.microsoft.com/office/drawing/2014/main" id="{FF57F2DB-9024-3878-B667-31B4734CFF5F}"/>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39" name="TextBox 38">
                <a:extLst>
                  <a:ext uri="{FF2B5EF4-FFF2-40B4-BE49-F238E27FC236}">
                    <a16:creationId xmlns:a16="http://schemas.microsoft.com/office/drawing/2014/main" id="{03BD0E0E-76A3-83B0-FFFC-B7936170C05F}"/>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6.</a:t>
                </a:r>
              </a:p>
            </p:txBody>
          </p:sp>
        </p:grpSp>
        <p:grpSp>
          <p:nvGrpSpPr>
            <p:cNvPr id="34" name="Group 33">
              <a:extLst>
                <a:ext uri="{FF2B5EF4-FFF2-40B4-BE49-F238E27FC236}">
                  <a16:creationId xmlns:a16="http://schemas.microsoft.com/office/drawing/2014/main" id="{8179DBF1-66E1-714E-E24D-A70920FE8194}"/>
                </a:ext>
              </a:extLst>
            </p:cNvPr>
            <p:cNvGrpSpPr/>
            <p:nvPr/>
          </p:nvGrpSpPr>
          <p:grpSpPr>
            <a:xfrm>
              <a:off x="7156958" y="3630000"/>
              <a:ext cx="180000" cy="713400"/>
              <a:chOff x="2196000" y="3630000"/>
              <a:chExt cx="180000" cy="713400"/>
            </a:xfrm>
          </p:grpSpPr>
          <p:cxnSp>
            <p:nvCxnSpPr>
              <p:cNvPr id="35" name="Straight Connector 34">
                <a:extLst>
                  <a:ext uri="{FF2B5EF4-FFF2-40B4-BE49-F238E27FC236}">
                    <a16:creationId xmlns:a16="http://schemas.microsoft.com/office/drawing/2014/main" id="{74EBFFD9-43AC-4E8B-8972-9769B0458AFB}"/>
                  </a:ext>
                </a:extLst>
              </p:cNvPr>
              <p:cNvCxnSpPr>
                <a:cxnSpLocks/>
              </p:cNvCxnSpPr>
              <p:nvPr/>
            </p:nvCxnSpPr>
            <p:spPr>
              <a:xfrm>
                <a:off x="2286000" y="3727134"/>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C84DD5C-1F0A-A2B9-4F9B-41FBC3313F2C}"/>
                  </a:ext>
                </a:extLst>
              </p:cNvPr>
              <p:cNvSpPr/>
              <p:nvPr/>
            </p:nvSpPr>
            <p:spPr>
              <a:xfrm>
                <a:off x="2196000" y="363000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grpSp>
        <p:nvGrpSpPr>
          <p:cNvPr id="15" name="Group 14">
            <a:extLst>
              <a:ext uri="{FF2B5EF4-FFF2-40B4-BE49-F238E27FC236}">
                <a16:creationId xmlns:a16="http://schemas.microsoft.com/office/drawing/2014/main" id="{BFFB44BD-69E8-598D-53F5-FDD979AF8EA6}"/>
              </a:ext>
            </a:extLst>
          </p:cNvPr>
          <p:cNvGrpSpPr/>
          <p:nvPr/>
        </p:nvGrpSpPr>
        <p:grpSpPr>
          <a:xfrm>
            <a:off x="9701265" y="3630000"/>
            <a:ext cx="2033535" cy="2085000"/>
            <a:chOff x="9701265" y="3630000"/>
            <a:chExt cx="2033535" cy="2085000"/>
          </a:xfrm>
        </p:grpSpPr>
        <p:grpSp>
          <p:nvGrpSpPr>
            <p:cNvPr id="42" name="Group 41">
              <a:extLst>
                <a:ext uri="{FF2B5EF4-FFF2-40B4-BE49-F238E27FC236}">
                  <a16:creationId xmlns:a16="http://schemas.microsoft.com/office/drawing/2014/main" id="{D91DC0F6-FD09-25A6-FA8F-E1726AE30BCB}"/>
                </a:ext>
              </a:extLst>
            </p:cNvPr>
            <p:cNvGrpSpPr/>
            <p:nvPr/>
          </p:nvGrpSpPr>
          <p:grpSpPr>
            <a:xfrm>
              <a:off x="9701265" y="4413000"/>
              <a:ext cx="2033535" cy="1302000"/>
              <a:chOff x="2105962" y="4413000"/>
              <a:chExt cx="2033535" cy="1302000"/>
            </a:xfrm>
          </p:grpSpPr>
          <p:sp>
            <p:nvSpPr>
              <p:cNvPr id="46" name="Text Placeholder 10">
                <a:extLst>
                  <a:ext uri="{FF2B5EF4-FFF2-40B4-BE49-F238E27FC236}">
                    <a16:creationId xmlns:a16="http://schemas.microsoft.com/office/drawing/2014/main" id="{0753E13C-ABA5-E408-A284-C17133737031}"/>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47" name="Text Placeholder 10">
                <a:extLst>
                  <a:ext uri="{FF2B5EF4-FFF2-40B4-BE49-F238E27FC236}">
                    <a16:creationId xmlns:a16="http://schemas.microsoft.com/office/drawing/2014/main" id="{AD673583-B310-A8D6-8EA1-33E8965773BE}"/>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48" name="TextBox 47">
                <a:extLst>
                  <a:ext uri="{FF2B5EF4-FFF2-40B4-BE49-F238E27FC236}">
                    <a16:creationId xmlns:a16="http://schemas.microsoft.com/office/drawing/2014/main" id="{8FC706CC-2AEF-D04D-7E41-402D78ACD1BF}"/>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8.</a:t>
                </a:r>
              </a:p>
            </p:txBody>
          </p:sp>
        </p:grpSp>
        <p:grpSp>
          <p:nvGrpSpPr>
            <p:cNvPr id="43" name="Group 42">
              <a:extLst>
                <a:ext uri="{FF2B5EF4-FFF2-40B4-BE49-F238E27FC236}">
                  <a16:creationId xmlns:a16="http://schemas.microsoft.com/office/drawing/2014/main" id="{E21EF52D-B735-D1F1-57F5-332D7262EF2F}"/>
                </a:ext>
              </a:extLst>
            </p:cNvPr>
            <p:cNvGrpSpPr/>
            <p:nvPr/>
          </p:nvGrpSpPr>
          <p:grpSpPr>
            <a:xfrm>
              <a:off x="9791303" y="3630000"/>
              <a:ext cx="180000" cy="713400"/>
              <a:chOff x="2196000" y="3630000"/>
              <a:chExt cx="180000" cy="713400"/>
            </a:xfrm>
          </p:grpSpPr>
          <p:cxnSp>
            <p:nvCxnSpPr>
              <p:cNvPr id="44" name="Straight Connector 43">
                <a:extLst>
                  <a:ext uri="{FF2B5EF4-FFF2-40B4-BE49-F238E27FC236}">
                    <a16:creationId xmlns:a16="http://schemas.microsoft.com/office/drawing/2014/main" id="{C652AC33-FED8-5DDE-903F-D5178F7435FE}"/>
                  </a:ext>
                </a:extLst>
              </p:cNvPr>
              <p:cNvCxnSpPr>
                <a:cxnSpLocks/>
              </p:cNvCxnSpPr>
              <p:nvPr/>
            </p:nvCxnSpPr>
            <p:spPr>
              <a:xfrm>
                <a:off x="2286000" y="3727134"/>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9ACB2C72-17AC-FB9F-83B9-E001195AB2AD}"/>
                  </a:ext>
                </a:extLst>
              </p:cNvPr>
              <p:cNvSpPr/>
              <p:nvPr/>
            </p:nvSpPr>
            <p:spPr>
              <a:xfrm>
                <a:off x="2196000" y="3630000"/>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grpSp>
        <p:nvGrpSpPr>
          <p:cNvPr id="3" name="Group 2">
            <a:extLst>
              <a:ext uri="{FF2B5EF4-FFF2-40B4-BE49-F238E27FC236}">
                <a16:creationId xmlns:a16="http://schemas.microsoft.com/office/drawing/2014/main" id="{B0F256F4-4061-4D31-7961-50C66C71126B}"/>
              </a:ext>
            </a:extLst>
          </p:cNvPr>
          <p:cNvGrpSpPr/>
          <p:nvPr/>
        </p:nvGrpSpPr>
        <p:grpSpPr>
          <a:xfrm>
            <a:off x="481065" y="1934639"/>
            <a:ext cx="2033535" cy="1875361"/>
            <a:chOff x="481065" y="1934639"/>
            <a:chExt cx="2033535" cy="1875361"/>
          </a:xfrm>
        </p:grpSpPr>
        <p:grpSp>
          <p:nvGrpSpPr>
            <p:cNvPr id="2" name="Group 1">
              <a:extLst>
                <a:ext uri="{FF2B5EF4-FFF2-40B4-BE49-F238E27FC236}">
                  <a16:creationId xmlns:a16="http://schemas.microsoft.com/office/drawing/2014/main" id="{5269FF10-9FDB-2F15-1141-2643FBBD86B3}"/>
                </a:ext>
              </a:extLst>
            </p:cNvPr>
            <p:cNvGrpSpPr/>
            <p:nvPr/>
          </p:nvGrpSpPr>
          <p:grpSpPr>
            <a:xfrm>
              <a:off x="658200" y="3099244"/>
              <a:ext cx="180000" cy="710756"/>
              <a:chOff x="522414" y="3124200"/>
              <a:chExt cx="180000" cy="710756"/>
            </a:xfrm>
          </p:grpSpPr>
          <p:cxnSp>
            <p:nvCxnSpPr>
              <p:cNvPr id="60" name="Straight Connector 59">
                <a:extLst>
                  <a:ext uri="{FF2B5EF4-FFF2-40B4-BE49-F238E27FC236}">
                    <a16:creationId xmlns:a16="http://schemas.microsoft.com/office/drawing/2014/main" id="{DAE4EDB3-617A-E5AD-1332-1677503F964F}"/>
                  </a:ext>
                </a:extLst>
              </p:cNvPr>
              <p:cNvCxnSpPr>
                <a:cxnSpLocks/>
              </p:cNvCxnSpPr>
              <p:nvPr/>
            </p:nvCxnSpPr>
            <p:spPr>
              <a:xfrm>
                <a:off x="612414" y="3124200"/>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11E0BFB-1BD9-66D2-9FF8-77F79807EF51}"/>
                  </a:ext>
                </a:extLst>
              </p:cNvPr>
              <p:cNvSpPr/>
              <p:nvPr/>
            </p:nvSpPr>
            <p:spPr>
              <a:xfrm>
                <a:off x="522414" y="365495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nvGrpSpPr>
            <p:cNvPr id="50" name="Group 49">
              <a:extLst>
                <a:ext uri="{FF2B5EF4-FFF2-40B4-BE49-F238E27FC236}">
                  <a16:creationId xmlns:a16="http://schemas.microsoft.com/office/drawing/2014/main" id="{0881F00D-FA83-2CA0-A26F-4606875EE386}"/>
                </a:ext>
              </a:extLst>
            </p:cNvPr>
            <p:cNvGrpSpPr/>
            <p:nvPr/>
          </p:nvGrpSpPr>
          <p:grpSpPr>
            <a:xfrm>
              <a:off x="481065" y="1934639"/>
              <a:ext cx="2033535" cy="1302000"/>
              <a:chOff x="2105962" y="4413000"/>
              <a:chExt cx="2033535" cy="1302000"/>
            </a:xfrm>
          </p:grpSpPr>
          <p:sp>
            <p:nvSpPr>
              <p:cNvPr id="63" name="Text Placeholder 10">
                <a:extLst>
                  <a:ext uri="{FF2B5EF4-FFF2-40B4-BE49-F238E27FC236}">
                    <a16:creationId xmlns:a16="http://schemas.microsoft.com/office/drawing/2014/main" id="{C3F603BC-5E03-0537-FCC8-6A95A4A41513}"/>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69" name="Text Placeholder 10">
                <a:extLst>
                  <a:ext uri="{FF2B5EF4-FFF2-40B4-BE49-F238E27FC236}">
                    <a16:creationId xmlns:a16="http://schemas.microsoft.com/office/drawing/2014/main" id="{4C20EE73-4F62-B155-8710-BD60F3D87A57}"/>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72" name="TextBox 71">
                <a:extLst>
                  <a:ext uri="{FF2B5EF4-FFF2-40B4-BE49-F238E27FC236}">
                    <a16:creationId xmlns:a16="http://schemas.microsoft.com/office/drawing/2014/main" id="{4FBE2A93-B6C6-C9C2-64E7-89AC20BBA30A}"/>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1.</a:t>
                </a:r>
              </a:p>
            </p:txBody>
          </p:sp>
        </p:grpSp>
      </p:grpSp>
      <p:grpSp>
        <p:nvGrpSpPr>
          <p:cNvPr id="7" name="Group 6">
            <a:extLst>
              <a:ext uri="{FF2B5EF4-FFF2-40B4-BE49-F238E27FC236}">
                <a16:creationId xmlns:a16="http://schemas.microsoft.com/office/drawing/2014/main" id="{2FB2ECFB-CF39-5F0B-4684-21953179D559}"/>
              </a:ext>
            </a:extLst>
          </p:cNvPr>
          <p:cNvGrpSpPr/>
          <p:nvPr/>
        </p:nvGrpSpPr>
        <p:grpSpPr>
          <a:xfrm>
            <a:off x="3115407" y="1934639"/>
            <a:ext cx="2033535" cy="1875361"/>
            <a:chOff x="3115407" y="1934639"/>
            <a:chExt cx="2033535" cy="1875361"/>
          </a:xfrm>
        </p:grpSpPr>
        <p:grpSp>
          <p:nvGrpSpPr>
            <p:cNvPr id="86" name="Group 85">
              <a:extLst>
                <a:ext uri="{FF2B5EF4-FFF2-40B4-BE49-F238E27FC236}">
                  <a16:creationId xmlns:a16="http://schemas.microsoft.com/office/drawing/2014/main" id="{265C6F1F-369E-887A-712B-F88C9FD692A7}"/>
                </a:ext>
              </a:extLst>
            </p:cNvPr>
            <p:cNvGrpSpPr/>
            <p:nvPr/>
          </p:nvGrpSpPr>
          <p:grpSpPr>
            <a:xfrm>
              <a:off x="3292542" y="3099244"/>
              <a:ext cx="180000" cy="710756"/>
              <a:chOff x="522414" y="3124200"/>
              <a:chExt cx="180000" cy="710756"/>
            </a:xfrm>
          </p:grpSpPr>
          <p:cxnSp>
            <p:nvCxnSpPr>
              <p:cNvPr id="91" name="Straight Connector 90">
                <a:extLst>
                  <a:ext uri="{FF2B5EF4-FFF2-40B4-BE49-F238E27FC236}">
                    <a16:creationId xmlns:a16="http://schemas.microsoft.com/office/drawing/2014/main" id="{6D5962BA-221E-8A21-1C75-66463125A342}"/>
                  </a:ext>
                </a:extLst>
              </p:cNvPr>
              <p:cNvCxnSpPr>
                <a:cxnSpLocks/>
              </p:cNvCxnSpPr>
              <p:nvPr/>
            </p:nvCxnSpPr>
            <p:spPr>
              <a:xfrm>
                <a:off x="612414" y="3124200"/>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A1843BAA-DD59-8E24-0D82-CF2ADA481730}"/>
                  </a:ext>
                </a:extLst>
              </p:cNvPr>
              <p:cNvSpPr/>
              <p:nvPr/>
            </p:nvSpPr>
            <p:spPr>
              <a:xfrm>
                <a:off x="522414" y="365495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nvGrpSpPr>
            <p:cNvPr id="87" name="Group 86">
              <a:extLst>
                <a:ext uri="{FF2B5EF4-FFF2-40B4-BE49-F238E27FC236}">
                  <a16:creationId xmlns:a16="http://schemas.microsoft.com/office/drawing/2014/main" id="{F3B49E7C-6E09-E7AF-1078-7E5AC20D675B}"/>
                </a:ext>
              </a:extLst>
            </p:cNvPr>
            <p:cNvGrpSpPr/>
            <p:nvPr/>
          </p:nvGrpSpPr>
          <p:grpSpPr>
            <a:xfrm>
              <a:off x="3115407" y="1934639"/>
              <a:ext cx="2033535" cy="1302000"/>
              <a:chOff x="2105962" y="4413000"/>
              <a:chExt cx="2033535" cy="1302000"/>
            </a:xfrm>
          </p:grpSpPr>
          <p:sp>
            <p:nvSpPr>
              <p:cNvPr id="88" name="Text Placeholder 10">
                <a:extLst>
                  <a:ext uri="{FF2B5EF4-FFF2-40B4-BE49-F238E27FC236}">
                    <a16:creationId xmlns:a16="http://schemas.microsoft.com/office/drawing/2014/main" id="{7EF279A1-3956-4314-32BD-1F0517A00E4C}"/>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89" name="Text Placeholder 10">
                <a:extLst>
                  <a:ext uri="{FF2B5EF4-FFF2-40B4-BE49-F238E27FC236}">
                    <a16:creationId xmlns:a16="http://schemas.microsoft.com/office/drawing/2014/main" id="{9710F833-1B75-DB12-4031-4AC5744665DD}"/>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90" name="TextBox 89">
                <a:extLst>
                  <a:ext uri="{FF2B5EF4-FFF2-40B4-BE49-F238E27FC236}">
                    <a16:creationId xmlns:a16="http://schemas.microsoft.com/office/drawing/2014/main" id="{A3C2ABE3-5F6D-76EE-AAC7-290340E9D77E}"/>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3.</a:t>
                </a:r>
              </a:p>
            </p:txBody>
          </p:sp>
        </p:grpSp>
      </p:grpSp>
      <p:grpSp>
        <p:nvGrpSpPr>
          <p:cNvPr id="10" name="Group 9">
            <a:extLst>
              <a:ext uri="{FF2B5EF4-FFF2-40B4-BE49-F238E27FC236}">
                <a16:creationId xmlns:a16="http://schemas.microsoft.com/office/drawing/2014/main" id="{819B7C17-F5B1-391D-E213-565C6D20B714}"/>
              </a:ext>
            </a:extLst>
          </p:cNvPr>
          <p:cNvGrpSpPr/>
          <p:nvPr/>
        </p:nvGrpSpPr>
        <p:grpSpPr>
          <a:xfrm>
            <a:off x="5749749" y="1934639"/>
            <a:ext cx="2033535" cy="1875361"/>
            <a:chOff x="5749749" y="1934639"/>
            <a:chExt cx="2033535" cy="1875361"/>
          </a:xfrm>
        </p:grpSpPr>
        <p:grpSp>
          <p:nvGrpSpPr>
            <p:cNvPr id="94" name="Group 93">
              <a:extLst>
                <a:ext uri="{FF2B5EF4-FFF2-40B4-BE49-F238E27FC236}">
                  <a16:creationId xmlns:a16="http://schemas.microsoft.com/office/drawing/2014/main" id="{5BC5F12F-4884-3543-DF50-2A64E3FDAF6E}"/>
                </a:ext>
              </a:extLst>
            </p:cNvPr>
            <p:cNvGrpSpPr/>
            <p:nvPr/>
          </p:nvGrpSpPr>
          <p:grpSpPr>
            <a:xfrm>
              <a:off x="5926884" y="3099244"/>
              <a:ext cx="180000" cy="710756"/>
              <a:chOff x="522414" y="3124200"/>
              <a:chExt cx="180000" cy="710756"/>
            </a:xfrm>
          </p:grpSpPr>
          <p:cxnSp>
            <p:nvCxnSpPr>
              <p:cNvPr id="102" name="Straight Connector 101">
                <a:extLst>
                  <a:ext uri="{FF2B5EF4-FFF2-40B4-BE49-F238E27FC236}">
                    <a16:creationId xmlns:a16="http://schemas.microsoft.com/office/drawing/2014/main" id="{9FAE01CF-5DF6-55CD-A724-97A7C7572EF5}"/>
                  </a:ext>
                </a:extLst>
              </p:cNvPr>
              <p:cNvCxnSpPr>
                <a:cxnSpLocks/>
              </p:cNvCxnSpPr>
              <p:nvPr/>
            </p:nvCxnSpPr>
            <p:spPr>
              <a:xfrm>
                <a:off x="612414" y="3124200"/>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1A9DBA7B-3678-A8CA-1FA0-4A8B77C20B47}"/>
                  </a:ext>
                </a:extLst>
              </p:cNvPr>
              <p:cNvSpPr/>
              <p:nvPr/>
            </p:nvSpPr>
            <p:spPr>
              <a:xfrm>
                <a:off x="522414" y="365495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nvGrpSpPr>
            <p:cNvPr id="96" name="Group 95">
              <a:extLst>
                <a:ext uri="{FF2B5EF4-FFF2-40B4-BE49-F238E27FC236}">
                  <a16:creationId xmlns:a16="http://schemas.microsoft.com/office/drawing/2014/main" id="{76F1DCEE-7841-7A08-7097-B7C6AD8918D1}"/>
                </a:ext>
              </a:extLst>
            </p:cNvPr>
            <p:cNvGrpSpPr/>
            <p:nvPr/>
          </p:nvGrpSpPr>
          <p:grpSpPr>
            <a:xfrm>
              <a:off x="5749749" y="1934639"/>
              <a:ext cx="2033535" cy="1302000"/>
              <a:chOff x="2105962" y="4413000"/>
              <a:chExt cx="2033535" cy="1302000"/>
            </a:xfrm>
          </p:grpSpPr>
          <p:sp>
            <p:nvSpPr>
              <p:cNvPr id="99" name="Text Placeholder 10">
                <a:extLst>
                  <a:ext uri="{FF2B5EF4-FFF2-40B4-BE49-F238E27FC236}">
                    <a16:creationId xmlns:a16="http://schemas.microsoft.com/office/drawing/2014/main" id="{48119CBE-64CC-6444-90F3-DBC25FE3DF42}"/>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00" name="Text Placeholder 10">
                <a:extLst>
                  <a:ext uri="{FF2B5EF4-FFF2-40B4-BE49-F238E27FC236}">
                    <a16:creationId xmlns:a16="http://schemas.microsoft.com/office/drawing/2014/main" id="{99CE8AD9-92D6-F568-EF1E-FEF852C1E42C}"/>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101" name="TextBox 100">
                <a:extLst>
                  <a:ext uri="{FF2B5EF4-FFF2-40B4-BE49-F238E27FC236}">
                    <a16:creationId xmlns:a16="http://schemas.microsoft.com/office/drawing/2014/main" id="{4D0D4C70-8A3E-E9DC-2A7F-14C07DB3FCF7}"/>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5.</a:t>
                </a:r>
              </a:p>
            </p:txBody>
          </p:sp>
        </p:grpSp>
      </p:grpSp>
      <p:grpSp>
        <p:nvGrpSpPr>
          <p:cNvPr id="14" name="Group 13">
            <a:extLst>
              <a:ext uri="{FF2B5EF4-FFF2-40B4-BE49-F238E27FC236}">
                <a16:creationId xmlns:a16="http://schemas.microsoft.com/office/drawing/2014/main" id="{50DF873A-C81D-8405-017A-16821FAF1B13}"/>
              </a:ext>
            </a:extLst>
          </p:cNvPr>
          <p:cNvGrpSpPr/>
          <p:nvPr/>
        </p:nvGrpSpPr>
        <p:grpSpPr>
          <a:xfrm>
            <a:off x="8384091" y="1934639"/>
            <a:ext cx="2033535" cy="1875361"/>
            <a:chOff x="8384091" y="1934639"/>
            <a:chExt cx="2033535" cy="1875361"/>
          </a:xfrm>
        </p:grpSpPr>
        <p:grpSp>
          <p:nvGrpSpPr>
            <p:cNvPr id="105" name="Group 104">
              <a:extLst>
                <a:ext uri="{FF2B5EF4-FFF2-40B4-BE49-F238E27FC236}">
                  <a16:creationId xmlns:a16="http://schemas.microsoft.com/office/drawing/2014/main" id="{CD3CF622-E092-1381-89D8-F36E9FB1378E}"/>
                </a:ext>
              </a:extLst>
            </p:cNvPr>
            <p:cNvGrpSpPr/>
            <p:nvPr/>
          </p:nvGrpSpPr>
          <p:grpSpPr>
            <a:xfrm>
              <a:off x="8561226" y="3099244"/>
              <a:ext cx="180000" cy="710756"/>
              <a:chOff x="522414" y="3124200"/>
              <a:chExt cx="180000" cy="710756"/>
            </a:xfrm>
          </p:grpSpPr>
          <p:cxnSp>
            <p:nvCxnSpPr>
              <p:cNvPr id="110" name="Straight Connector 109">
                <a:extLst>
                  <a:ext uri="{FF2B5EF4-FFF2-40B4-BE49-F238E27FC236}">
                    <a16:creationId xmlns:a16="http://schemas.microsoft.com/office/drawing/2014/main" id="{958F4A31-FC2B-984A-7E7D-DC347FDB1F89}"/>
                  </a:ext>
                </a:extLst>
              </p:cNvPr>
              <p:cNvCxnSpPr>
                <a:cxnSpLocks/>
              </p:cNvCxnSpPr>
              <p:nvPr/>
            </p:nvCxnSpPr>
            <p:spPr>
              <a:xfrm>
                <a:off x="612414" y="3124200"/>
                <a:ext cx="0" cy="616266"/>
              </a:xfrm>
              <a:prstGeom prst="line">
                <a:avLst/>
              </a:prstGeom>
              <a:ln w="28575"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sp>
            <p:nvSpPr>
              <p:cNvPr id="111" name="Oval 110">
                <a:extLst>
                  <a:ext uri="{FF2B5EF4-FFF2-40B4-BE49-F238E27FC236}">
                    <a16:creationId xmlns:a16="http://schemas.microsoft.com/office/drawing/2014/main" id="{F26F5FAA-F0A6-6F40-9E5A-599756A2D1A0}"/>
                  </a:ext>
                </a:extLst>
              </p:cNvPr>
              <p:cNvSpPr/>
              <p:nvPr/>
            </p:nvSpPr>
            <p:spPr>
              <a:xfrm>
                <a:off x="522414" y="3654956"/>
                <a:ext cx="180000" cy="180000"/>
              </a:xfrm>
              <a:prstGeom prst="ellipse">
                <a:avLst/>
              </a:prstGeom>
              <a:solidFill>
                <a:schemeClr val="accent3"/>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entury Gothic" panose="020B0502020202020204" pitchFamily="34" charset="0"/>
                  <a:sym typeface="Century Gothic" panose="020B0502020202020204" pitchFamily="34" charset="0"/>
                </a:endParaRPr>
              </a:p>
            </p:txBody>
          </p:sp>
        </p:grpSp>
        <p:grpSp>
          <p:nvGrpSpPr>
            <p:cNvPr id="106" name="Group 105">
              <a:extLst>
                <a:ext uri="{FF2B5EF4-FFF2-40B4-BE49-F238E27FC236}">
                  <a16:creationId xmlns:a16="http://schemas.microsoft.com/office/drawing/2014/main" id="{745B9C92-982F-C568-6D92-78BC4A03177B}"/>
                </a:ext>
              </a:extLst>
            </p:cNvPr>
            <p:cNvGrpSpPr/>
            <p:nvPr/>
          </p:nvGrpSpPr>
          <p:grpSpPr>
            <a:xfrm>
              <a:off x="8384091" y="1934639"/>
              <a:ext cx="2033535" cy="1302000"/>
              <a:chOff x="2105962" y="4413000"/>
              <a:chExt cx="2033535" cy="1302000"/>
            </a:xfrm>
          </p:grpSpPr>
          <p:sp>
            <p:nvSpPr>
              <p:cNvPr id="107" name="Text Placeholder 10">
                <a:extLst>
                  <a:ext uri="{FF2B5EF4-FFF2-40B4-BE49-F238E27FC236}">
                    <a16:creationId xmlns:a16="http://schemas.microsoft.com/office/drawing/2014/main" id="{0E9DE0ED-B0BB-4991-E2DC-F7BDADE7C661}"/>
                  </a:ext>
                </a:extLst>
              </p:cNvPr>
              <p:cNvSpPr txBox="1">
                <a:spLocks/>
              </p:cNvSpPr>
              <p:nvPr/>
            </p:nvSpPr>
            <p:spPr>
              <a:xfrm>
                <a:off x="2105962" y="4896599"/>
                <a:ext cx="2033535" cy="818401"/>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200">
                    <a:solidFill>
                      <a:srgbClr val="414042"/>
                    </a:solidFill>
                    <a:latin typeface="Century Gothic" panose="020B0502020202020204" pitchFamily="34" charset="0"/>
                    <a:ea typeface="Century Gothic" pitchFamily="50" charset="0"/>
                    <a:sym typeface="Century Gothic" panose="020B0502020202020204" pitchFamily="34" charset="0"/>
                  </a:rPr>
                  <a:t>Add a brief, legible description and talk through the details.</a:t>
                </a:r>
              </a:p>
            </p:txBody>
          </p:sp>
          <p:sp>
            <p:nvSpPr>
              <p:cNvPr id="108" name="Text Placeholder 10">
                <a:extLst>
                  <a:ext uri="{FF2B5EF4-FFF2-40B4-BE49-F238E27FC236}">
                    <a16:creationId xmlns:a16="http://schemas.microsoft.com/office/drawing/2014/main" id="{C668A33A-2C8E-7383-1CCC-6CA74571C436}"/>
                  </a:ext>
                </a:extLst>
              </p:cNvPr>
              <p:cNvSpPr txBox="1">
                <a:spLocks/>
              </p:cNvSpPr>
              <p:nvPr/>
            </p:nvSpPr>
            <p:spPr>
              <a:xfrm>
                <a:off x="2438400" y="4413000"/>
                <a:ext cx="1464663" cy="360360"/>
              </a:xfrm>
              <a:prstGeom prst="rect">
                <a:avLst/>
              </a:prstGeom>
            </p:spPr>
            <p:txBody>
              <a:bodyPr anchor="t">
                <a:noAutofit/>
              </a:bodyPr>
              <a:lstStyle>
                <a:lvl1pPr marL="0" indent="0" algn="l" defTabSz="914309" rtl="0" eaLnBrk="1" latinLnBrk="0" hangingPunct="1">
                  <a:lnSpc>
                    <a:spcPct val="90000"/>
                  </a:lnSpc>
                  <a:spcBef>
                    <a:spcPts val="1000"/>
                  </a:spcBef>
                  <a:buFont typeface="Arial" panose="020B0604020202020204" pitchFamily="34" charset="0"/>
                  <a:buNone/>
                  <a:defRPr sz="1600" b="1" kern="1200">
                    <a:solidFill>
                      <a:schemeClr val="accent1"/>
                    </a:solidFill>
                    <a:latin typeface="+mj-lt"/>
                    <a:ea typeface="Verdana" panose="020B0604030504040204" pitchFamily="34" charset="0"/>
                    <a:cs typeface="+mn-cs"/>
                  </a:defRPr>
                </a:lvl1pPr>
                <a:lvl2pPr marL="457200" indent="0" algn="ctr" defTabSz="914309" rtl="0" eaLnBrk="1" latinLnBrk="0" hangingPunct="1">
                  <a:lnSpc>
                    <a:spcPct val="90000"/>
                  </a:lnSpc>
                  <a:spcBef>
                    <a:spcPts val="500"/>
                  </a:spcBef>
                  <a:buFont typeface="Arial" panose="020B0604020202020204" pitchFamily="34" charset="0"/>
                  <a:buNone/>
                  <a:defRPr sz="2400" kern="1200">
                    <a:solidFill>
                      <a:schemeClr val="tx1"/>
                    </a:solidFill>
                    <a:latin typeface="Verdana" panose="020B0604030504040204" pitchFamily="34" charset="0"/>
                    <a:ea typeface="Verdana" panose="020B0604030504040204" pitchFamily="34" charset="0"/>
                    <a:cs typeface="+mn-cs"/>
                  </a:defRPr>
                </a:lvl2pPr>
                <a:lvl3pPr marL="914400" indent="0" algn="ctr" defTabSz="914309" rtl="0" eaLnBrk="1" latinLnBrk="0" hangingPunct="1">
                  <a:lnSpc>
                    <a:spcPct val="90000"/>
                  </a:lnSpc>
                  <a:spcBef>
                    <a:spcPts val="500"/>
                  </a:spcBef>
                  <a:buFont typeface="Arial" panose="020B0604020202020204" pitchFamily="34" charset="0"/>
                  <a:buNone/>
                  <a:defRPr sz="2000" kern="1200">
                    <a:solidFill>
                      <a:schemeClr val="tx1"/>
                    </a:solidFill>
                    <a:latin typeface="Verdana" panose="020B0604030504040204" pitchFamily="34" charset="0"/>
                    <a:ea typeface="Verdana" panose="020B0604030504040204" pitchFamily="34" charset="0"/>
                    <a:cs typeface="+mn-cs"/>
                  </a:defRPr>
                </a:lvl3pPr>
                <a:lvl4pPr marL="13716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4pPr>
                <a:lvl5pPr marL="1828800" indent="0" algn="ctr" defTabSz="914309" rtl="0" eaLnBrk="1" latinLnBrk="0" hangingPunct="1">
                  <a:lnSpc>
                    <a:spcPct val="90000"/>
                  </a:lnSpc>
                  <a:spcBef>
                    <a:spcPts val="5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da-DK" sz="1400" cap="all">
                    <a:solidFill>
                      <a:srgbClr val="414042"/>
                    </a:solidFill>
                    <a:latin typeface="Century Gothic" panose="020B0502020202020204" pitchFamily="34" charset="0"/>
                    <a:ea typeface="Gibson SemiBold" pitchFamily="50" charset="0"/>
                    <a:sym typeface="Century Gothic" panose="020B0502020202020204" pitchFamily="34" charset="0"/>
                  </a:rPr>
                  <a:t>INSERT MILESTONE</a:t>
                </a:r>
              </a:p>
            </p:txBody>
          </p:sp>
          <p:sp>
            <p:nvSpPr>
              <p:cNvPr id="109" name="TextBox 108">
                <a:extLst>
                  <a:ext uri="{FF2B5EF4-FFF2-40B4-BE49-F238E27FC236}">
                    <a16:creationId xmlns:a16="http://schemas.microsoft.com/office/drawing/2014/main" id="{8C7C35C2-6FE4-D723-B36D-EA7634896F24}"/>
                  </a:ext>
                </a:extLst>
              </p:cNvPr>
              <p:cNvSpPr txBox="1"/>
              <p:nvPr/>
            </p:nvSpPr>
            <p:spPr>
              <a:xfrm>
                <a:off x="2105962" y="4413000"/>
                <a:ext cx="613196" cy="398220"/>
              </a:xfrm>
              <a:prstGeom prst="rect">
                <a:avLst/>
              </a:prstGeom>
              <a:noFill/>
            </p:spPr>
            <p:txBody>
              <a:bodyPr wrap="square" lIns="91440" tIns="0" rIns="91440" bIns="0" rtlCol="0">
                <a:noAutofit/>
              </a:bodyPr>
              <a:lstStyle/>
              <a:p>
                <a:r>
                  <a:rPr lang="en-GB" sz="2400" b="1">
                    <a:solidFill>
                      <a:schemeClr val="accent1"/>
                    </a:solidFill>
                    <a:latin typeface="Century Gothic" panose="020B0502020202020204" pitchFamily="34" charset="0"/>
                    <a:sym typeface="Century Gothic" panose="020B0502020202020204" pitchFamily="34" charset="0"/>
                  </a:rPr>
                  <a:t>7.</a:t>
                </a:r>
              </a:p>
            </p:txBody>
          </p:sp>
        </p:grpSp>
      </p:grpSp>
      <p:pic>
        <p:nvPicPr>
          <p:cNvPr id="18" name="Graphic 17" descr="Bullseye outline">
            <a:extLst>
              <a:ext uri="{FF2B5EF4-FFF2-40B4-BE49-F238E27FC236}">
                <a16:creationId xmlns:a16="http://schemas.microsoft.com/office/drawing/2014/main" id="{D3285CAA-B222-5A1E-6520-88E4A3F3DB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27152" y="3258310"/>
            <a:ext cx="914400" cy="914400"/>
          </a:xfrm>
          <a:prstGeom prst="rect">
            <a:avLst/>
          </a:prstGeom>
        </p:spPr>
      </p:pic>
    </p:spTree>
    <p:extLst>
      <p:ext uri="{BB962C8B-B14F-4D97-AF65-F5344CB8AC3E}">
        <p14:creationId xmlns:p14="http://schemas.microsoft.com/office/powerpoint/2010/main" val="1026913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B64A1B80-56A6-573A-1754-AE54C84453BC}"/>
              </a:ext>
            </a:extLst>
          </p:cNvPr>
          <p:cNvSpPr>
            <a:spLocks noGrp="1"/>
          </p:cNvSpPr>
          <p:nvPr>
            <p:ph type="title"/>
          </p:nvPr>
        </p:nvSpPr>
        <p:spPr>
          <a:xfrm>
            <a:off x="365760" y="365760"/>
            <a:ext cx="10958513" cy="504000"/>
          </a:xfrm>
        </p:spPr>
        <p:txBody>
          <a:bodyPr/>
          <a:lstStyle/>
          <a:p>
            <a:r>
              <a:rPr lang="en-US" b="1" u="sng"/>
              <a:t>NEXT</a:t>
            </a:r>
            <a:r>
              <a:rPr lang="en-US"/>
              <a:t> STEPS</a:t>
            </a:r>
          </a:p>
        </p:txBody>
      </p:sp>
      <p:sp>
        <p:nvSpPr>
          <p:cNvPr id="30" name="Text Placeholder 29">
            <a:extLst>
              <a:ext uri="{FF2B5EF4-FFF2-40B4-BE49-F238E27FC236}">
                <a16:creationId xmlns:a16="http://schemas.microsoft.com/office/drawing/2014/main" id="{E03B4452-2B6B-7798-BD99-53943C72E18D}"/>
              </a:ext>
            </a:extLst>
          </p:cNvPr>
          <p:cNvSpPr>
            <a:spLocks noGrp="1"/>
          </p:cNvSpPr>
          <p:nvPr>
            <p:ph type="body" sz="quarter" idx="16"/>
          </p:nvPr>
        </p:nvSpPr>
        <p:spPr/>
        <p:txBody>
          <a:bodyPr/>
          <a:lstStyle/>
          <a:p>
            <a:r>
              <a:rPr lang="en-US"/>
              <a:t>CONFIDENTIAL</a:t>
            </a:r>
          </a:p>
        </p:txBody>
      </p:sp>
      <p:sp>
        <p:nvSpPr>
          <p:cNvPr id="27" name="Text Placeholder 26">
            <a:extLst>
              <a:ext uri="{FF2B5EF4-FFF2-40B4-BE49-F238E27FC236}">
                <a16:creationId xmlns:a16="http://schemas.microsoft.com/office/drawing/2014/main" id="{6C68E696-8924-5EAA-79E9-4011526462E1}"/>
              </a:ext>
            </a:extLst>
          </p:cNvPr>
          <p:cNvSpPr>
            <a:spLocks noGrp="1"/>
          </p:cNvSpPr>
          <p:nvPr>
            <p:ph type="body" sz="quarter" idx="13"/>
          </p:nvPr>
        </p:nvSpPr>
        <p:spPr>
          <a:xfrm>
            <a:off x="365760" y="1095208"/>
            <a:ext cx="10956970" cy="360000"/>
          </a:xfrm>
        </p:spPr>
        <p:txBody>
          <a:bodyPr/>
          <a:lstStyle/>
          <a:p>
            <a:r>
              <a:rPr lang="en-US"/>
              <a:t>SUBTITLE EXAMPLE</a:t>
            </a:r>
          </a:p>
        </p:txBody>
      </p:sp>
      <p:sp>
        <p:nvSpPr>
          <p:cNvPr id="29" name="Text Placeholder 28">
            <a:extLst>
              <a:ext uri="{FF2B5EF4-FFF2-40B4-BE49-F238E27FC236}">
                <a16:creationId xmlns:a16="http://schemas.microsoft.com/office/drawing/2014/main" id="{0E57DFE7-882C-A508-BCA4-605A8E975035}"/>
              </a:ext>
            </a:extLst>
          </p:cNvPr>
          <p:cNvSpPr>
            <a:spLocks noGrp="1"/>
          </p:cNvSpPr>
          <p:nvPr>
            <p:ph type="body" sz="quarter" idx="14"/>
          </p:nvPr>
        </p:nvSpPr>
        <p:spPr/>
        <p:txBody>
          <a:bodyPr/>
          <a:lstStyle/>
          <a:p>
            <a:endParaRPr lang="en-US"/>
          </a:p>
        </p:txBody>
      </p:sp>
      <p:grpSp>
        <p:nvGrpSpPr>
          <p:cNvPr id="8" name="Group 7">
            <a:extLst>
              <a:ext uri="{FF2B5EF4-FFF2-40B4-BE49-F238E27FC236}">
                <a16:creationId xmlns:a16="http://schemas.microsoft.com/office/drawing/2014/main" id="{215B3D58-70E1-EE17-7AAB-94E32BE78D1E}"/>
              </a:ext>
            </a:extLst>
          </p:cNvPr>
          <p:cNvGrpSpPr/>
          <p:nvPr/>
        </p:nvGrpSpPr>
        <p:grpSpPr>
          <a:xfrm>
            <a:off x="860385" y="3130952"/>
            <a:ext cx="4358833" cy="1021928"/>
            <a:chOff x="860385" y="3130952"/>
            <a:chExt cx="4358833" cy="1021928"/>
          </a:xfrm>
        </p:grpSpPr>
        <p:sp>
          <p:nvSpPr>
            <p:cNvPr id="9" name="Text Placeholder 1">
              <a:extLst>
                <a:ext uri="{FF2B5EF4-FFF2-40B4-BE49-F238E27FC236}">
                  <a16:creationId xmlns:a16="http://schemas.microsoft.com/office/drawing/2014/main" id="{D9E6B96E-1D33-2EA9-4FCB-8C6BD9ABBE92}"/>
                </a:ext>
              </a:extLst>
            </p:cNvPr>
            <p:cNvSpPr txBox="1">
              <a:spLocks/>
            </p:cNvSpPr>
            <p:nvPr/>
          </p:nvSpPr>
          <p:spPr>
            <a:xfrm>
              <a:off x="1447800" y="3229336"/>
              <a:ext cx="3771418" cy="92354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600"/>
                </a:spcBef>
                <a:buClr>
                  <a:schemeClr val="accent1"/>
                </a:buClr>
                <a:buFont typeface="Arial" panose="020B0604020202020204" pitchFamily="34" charset="0"/>
                <a:buNone/>
                <a:defRPr lang="en-GB" sz="2400" b="1" kern="1200" spc="0">
                  <a:solidFill>
                    <a:schemeClr val="tx1"/>
                  </a:solidFill>
                  <a:latin typeface="+mn-lt"/>
                  <a:ea typeface="Gibson SemiBold" pitchFamily="50" charset="0"/>
                  <a:cs typeface="+mn-cs"/>
                </a:defRPr>
              </a:lvl1pPr>
              <a:lvl2pPr marL="0" indent="0" algn="l" defTabSz="914400" rtl="0" eaLnBrk="1" latinLnBrk="0" hangingPunct="1">
                <a:lnSpc>
                  <a:spcPct val="95000"/>
                </a:lnSpc>
                <a:spcBef>
                  <a:spcPts val="600"/>
                </a:spcBef>
                <a:buClr>
                  <a:schemeClr val="accent1"/>
                </a:buClr>
                <a:buFont typeface="Arial" panose="020B0604020202020204" pitchFamily="34" charset="0"/>
                <a:buNone/>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800">
                  <a:latin typeface="Century Gothic" panose="020B0502020202020204" pitchFamily="34" charset="0"/>
                  <a:sym typeface="Century Gothic" panose="020B0502020202020204" pitchFamily="34" charset="0"/>
                </a:rPr>
                <a:t>INSERT ITEM</a:t>
              </a:r>
            </a:p>
            <a:p>
              <a:r>
                <a:rPr lang="en-US" sz="1400" b="0">
                  <a:latin typeface="Century Gothic" panose="020B0502020202020204" pitchFamily="34" charset="0"/>
                  <a:sym typeface="Century Gothic" panose="020B0502020202020204" pitchFamily="34" charset="0"/>
                </a:rPr>
                <a:t>Add a brief, legible description on two rows, and talk through the details.</a:t>
              </a:r>
            </a:p>
          </p:txBody>
        </p:sp>
        <p:pic>
          <p:nvPicPr>
            <p:cNvPr id="10" name="Graphic 9" descr="Checkbox Checked outline">
              <a:extLst>
                <a:ext uri="{FF2B5EF4-FFF2-40B4-BE49-F238E27FC236}">
                  <a16:creationId xmlns:a16="http://schemas.microsoft.com/office/drawing/2014/main" id="{BCAC82FA-6CB3-8D89-309A-4C1696A426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0385" y="3130952"/>
              <a:ext cx="621173" cy="621173"/>
            </a:xfrm>
            <a:prstGeom prst="rect">
              <a:avLst/>
            </a:prstGeom>
          </p:spPr>
        </p:pic>
      </p:grpSp>
      <p:grpSp>
        <p:nvGrpSpPr>
          <p:cNvPr id="11" name="Group 10">
            <a:extLst>
              <a:ext uri="{FF2B5EF4-FFF2-40B4-BE49-F238E27FC236}">
                <a16:creationId xmlns:a16="http://schemas.microsoft.com/office/drawing/2014/main" id="{17DEB65A-A30F-703C-63B3-9C285EB893B7}"/>
              </a:ext>
            </a:extLst>
          </p:cNvPr>
          <p:cNvGrpSpPr/>
          <p:nvPr/>
        </p:nvGrpSpPr>
        <p:grpSpPr>
          <a:xfrm>
            <a:off x="860385" y="4496765"/>
            <a:ext cx="4358833" cy="1046043"/>
            <a:chOff x="860385" y="4496765"/>
            <a:chExt cx="4358833" cy="1046043"/>
          </a:xfrm>
        </p:grpSpPr>
        <p:sp>
          <p:nvSpPr>
            <p:cNvPr id="12" name="Text Placeholder 1">
              <a:extLst>
                <a:ext uri="{FF2B5EF4-FFF2-40B4-BE49-F238E27FC236}">
                  <a16:creationId xmlns:a16="http://schemas.microsoft.com/office/drawing/2014/main" id="{7F561182-A4D6-20B8-5E67-EC3ED97FFC24}"/>
                </a:ext>
              </a:extLst>
            </p:cNvPr>
            <p:cNvSpPr txBox="1">
              <a:spLocks/>
            </p:cNvSpPr>
            <p:nvPr/>
          </p:nvSpPr>
          <p:spPr>
            <a:xfrm>
              <a:off x="1447800" y="4619264"/>
              <a:ext cx="3771418" cy="92354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600"/>
                </a:spcBef>
                <a:buClr>
                  <a:schemeClr val="accent1"/>
                </a:buClr>
                <a:buFont typeface="Arial" panose="020B0604020202020204" pitchFamily="34" charset="0"/>
                <a:buNone/>
                <a:defRPr lang="en-GB" sz="2400" b="1" kern="1200" spc="0">
                  <a:solidFill>
                    <a:schemeClr val="tx1"/>
                  </a:solidFill>
                  <a:latin typeface="+mn-lt"/>
                  <a:ea typeface="Gibson SemiBold" pitchFamily="50" charset="0"/>
                  <a:cs typeface="+mn-cs"/>
                </a:defRPr>
              </a:lvl1pPr>
              <a:lvl2pPr marL="0" indent="0" algn="l" defTabSz="914400" rtl="0" eaLnBrk="1" latinLnBrk="0" hangingPunct="1">
                <a:lnSpc>
                  <a:spcPct val="95000"/>
                </a:lnSpc>
                <a:spcBef>
                  <a:spcPts val="600"/>
                </a:spcBef>
                <a:buClr>
                  <a:schemeClr val="accent1"/>
                </a:buClr>
                <a:buFont typeface="Arial" panose="020B0604020202020204" pitchFamily="34" charset="0"/>
                <a:buNone/>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800">
                  <a:latin typeface="Century Gothic" panose="020B0502020202020204" pitchFamily="34" charset="0"/>
                  <a:sym typeface="Century Gothic" panose="020B0502020202020204" pitchFamily="34" charset="0"/>
                </a:rPr>
                <a:t>INSERT ITEM</a:t>
              </a:r>
            </a:p>
            <a:p>
              <a:r>
                <a:rPr lang="en-US" sz="1400" b="0">
                  <a:latin typeface="Century Gothic" panose="020B0502020202020204" pitchFamily="34" charset="0"/>
                  <a:sym typeface="Century Gothic" panose="020B0502020202020204" pitchFamily="34" charset="0"/>
                </a:rPr>
                <a:t>Add a brief, legible description on two rows, and talk through the details.</a:t>
              </a:r>
            </a:p>
          </p:txBody>
        </p:sp>
        <p:pic>
          <p:nvPicPr>
            <p:cNvPr id="13" name="Graphic 12" descr="Checkbox Checked outline">
              <a:extLst>
                <a:ext uri="{FF2B5EF4-FFF2-40B4-BE49-F238E27FC236}">
                  <a16:creationId xmlns:a16="http://schemas.microsoft.com/office/drawing/2014/main" id="{9C7B9051-2811-A5C4-305D-7108491F94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0385" y="4496765"/>
              <a:ext cx="621173" cy="621173"/>
            </a:xfrm>
            <a:prstGeom prst="rect">
              <a:avLst/>
            </a:prstGeom>
          </p:spPr>
        </p:pic>
      </p:grpSp>
      <p:grpSp>
        <p:nvGrpSpPr>
          <p:cNvPr id="14" name="Group 13">
            <a:extLst>
              <a:ext uri="{FF2B5EF4-FFF2-40B4-BE49-F238E27FC236}">
                <a16:creationId xmlns:a16="http://schemas.microsoft.com/office/drawing/2014/main" id="{9004193D-63E8-218D-9393-B1C703949B6A}"/>
              </a:ext>
            </a:extLst>
          </p:cNvPr>
          <p:cNvGrpSpPr/>
          <p:nvPr/>
        </p:nvGrpSpPr>
        <p:grpSpPr>
          <a:xfrm>
            <a:off x="6092141" y="1823013"/>
            <a:ext cx="4347259" cy="1005531"/>
            <a:chOff x="6092141" y="1823013"/>
            <a:chExt cx="4347259" cy="1005531"/>
          </a:xfrm>
        </p:grpSpPr>
        <p:sp>
          <p:nvSpPr>
            <p:cNvPr id="15" name="Text Placeholder 1">
              <a:extLst>
                <a:ext uri="{FF2B5EF4-FFF2-40B4-BE49-F238E27FC236}">
                  <a16:creationId xmlns:a16="http://schemas.microsoft.com/office/drawing/2014/main" id="{4D56A615-6420-72DC-BC15-16B186D15681}"/>
                </a:ext>
              </a:extLst>
            </p:cNvPr>
            <p:cNvSpPr txBox="1">
              <a:spLocks/>
            </p:cNvSpPr>
            <p:nvPr/>
          </p:nvSpPr>
          <p:spPr>
            <a:xfrm>
              <a:off x="6667982" y="1905000"/>
              <a:ext cx="3771418" cy="92354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600"/>
                </a:spcBef>
                <a:buClr>
                  <a:schemeClr val="accent1"/>
                </a:buClr>
                <a:buFont typeface="Arial" panose="020B0604020202020204" pitchFamily="34" charset="0"/>
                <a:buNone/>
                <a:defRPr lang="en-GB" sz="2400" b="1" kern="1200" spc="0">
                  <a:solidFill>
                    <a:schemeClr val="tx1"/>
                  </a:solidFill>
                  <a:latin typeface="+mn-lt"/>
                  <a:ea typeface="Gibson SemiBold" pitchFamily="50" charset="0"/>
                  <a:cs typeface="+mn-cs"/>
                </a:defRPr>
              </a:lvl1pPr>
              <a:lvl2pPr marL="0" indent="0" algn="l" defTabSz="914400" rtl="0" eaLnBrk="1" latinLnBrk="0" hangingPunct="1">
                <a:lnSpc>
                  <a:spcPct val="95000"/>
                </a:lnSpc>
                <a:spcBef>
                  <a:spcPts val="600"/>
                </a:spcBef>
                <a:buClr>
                  <a:schemeClr val="accent1"/>
                </a:buClr>
                <a:buFont typeface="Arial" panose="020B0604020202020204" pitchFamily="34" charset="0"/>
                <a:buNone/>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800">
                  <a:latin typeface="Century Gothic" panose="020B0502020202020204" pitchFamily="34" charset="0"/>
                  <a:sym typeface="Century Gothic" panose="020B0502020202020204" pitchFamily="34" charset="0"/>
                </a:rPr>
                <a:t>INSERT ITEM</a:t>
              </a:r>
            </a:p>
            <a:p>
              <a:r>
                <a:rPr lang="en-US" sz="1400" b="0">
                  <a:latin typeface="Century Gothic" panose="020B0502020202020204" pitchFamily="34" charset="0"/>
                  <a:sym typeface="Century Gothic" panose="020B0502020202020204" pitchFamily="34" charset="0"/>
                </a:rPr>
                <a:t>Add a brief, legible description on two rows, and talk through the details.</a:t>
              </a:r>
            </a:p>
          </p:txBody>
        </p:sp>
        <p:pic>
          <p:nvPicPr>
            <p:cNvPr id="16" name="Graphic 15" descr="Checkbox Checked outline">
              <a:extLst>
                <a:ext uri="{FF2B5EF4-FFF2-40B4-BE49-F238E27FC236}">
                  <a16:creationId xmlns:a16="http://schemas.microsoft.com/office/drawing/2014/main" id="{9CAD2D6E-F0B7-02A9-EC7F-F6CCA76096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2141" y="1823013"/>
              <a:ext cx="621173" cy="621173"/>
            </a:xfrm>
            <a:prstGeom prst="rect">
              <a:avLst/>
            </a:prstGeom>
          </p:spPr>
        </p:pic>
      </p:grpSp>
      <p:grpSp>
        <p:nvGrpSpPr>
          <p:cNvPr id="17" name="Group 16">
            <a:extLst>
              <a:ext uri="{FF2B5EF4-FFF2-40B4-BE49-F238E27FC236}">
                <a16:creationId xmlns:a16="http://schemas.microsoft.com/office/drawing/2014/main" id="{2EA74D54-A819-FC8F-9D01-D34383228773}"/>
              </a:ext>
            </a:extLst>
          </p:cNvPr>
          <p:cNvGrpSpPr/>
          <p:nvPr/>
        </p:nvGrpSpPr>
        <p:grpSpPr>
          <a:xfrm>
            <a:off x="6092141" y="3130952"/>
            <a:ext cx="4347259" cy="1021928"/>
            <a:chOff x="6092141" y="3130952"/>
            <a:chExt cx="4347259" cy="1021928"/>
          </a:xfrm>
        </p:grpSpPr>
        <p:sp>
          <p:nvSpPr>
            <p:cNvPr id="18" name="Text Placeholder 1">
              <a:extLst>
                <a:ext uri="{FF2B5EF4-FFF2-40B4-BE49-F238E27FC236}">
                  <a16:creationId xmlns:a16="http://schemas.microsoft.com/office/drawing/2014/main" id="{39E490C2-45BA-216E-8D48-7CB92CFD035F}"/>
                </a:ext>
              </a:extLst>
            </p:cNvPr>
            <p:cNvSpPr txBox="1">
              <a:spLocks/>
            </p:cNvSpPr>
            <p:nvPr/>
          </p:nvSpPr>
          <p:spPr>
            <a:xfrm>
              <a:off x="6667982" y="3229336"/>
              <a:ext cx="3771418" cy="92354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600"/>
                </a:spcBef>
                <a:buClr>
                  <a:schemeClr val="accent1"/>
                </a:buClr>
                <a:buFont typeface="Arial" panose="020B0604020202020204" pitchFamily="34" charset="0"/>
                <a:buNone/>
                <a:defRPr lang="en-GB" sz="2400" b="1" kern="1200" spc="0">
                  <a:solidFill>
                    <a:schemeClr val="tx1"/>
                  </a:solidFill>
                  <a:latin typeface="+mn-lt"/>
                  <a:ea typeface="Gibson SemiBold" pitchFamily="50" charset="0"/>
                  <a:cs typeface="+mn-cs"/>
                </a:defRPr>
              </a:lvl1pPr>
              <a:lvl2pPr marL="0" indent="0" algn="l" defTabSz="914400" rtl="0" eaLnBrk="1" latinLnBrk="0" hangingPunct="1">
                <a:lnSpc>
                  <a:spcPct val="95000"/>
                </a:lnSpc>
                <a:spcBef>
                  <a:spcPts val="600"/>
                </a:spcBef>
                <a:buClr>
                  <a:schemeClr val="accent1"/>
                </a:buClr>
                <a:buFont typeface="Arial" panose="020B0604020202020204" pitchFamily="34" charset="0"/>
                <a:buNone/>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800">
                  <a:latin typeface="Century Gothic" panose="020B0502020202020204" pitchFamily="34" charset="0"/>
                  <a:sym typeface="Century Gothic" panose="020B0502020202020204" pitchFamily="34" charset="0"/>
                </a:rPr>
                <a:t>INSERT ITEM</a:t>
              </a:r>
            </a:p>
            <a:p>
              <a:r>
                <a:rPr lang="en-US" sz="1400" b="0">
                  <a:latin typeface="Century Gothic" panose="020B0502020202020204" pitchFamily="34" charset="0"/>
                  <a:sym typeface="Century Gothic" panose="020B0502020202020204" pitchFamily="34" charset="0"/>
                </a:rPr>
                <a:t>Add a brief, legible description on two rows, and talk through the details.</a:t>
              </a:r>
            </a:p>
          </p:txBody>
        </p:sp>
        <p:pic>
          <p:nvPicPr>
            <p:cNvPr id="19" name="Graphic 18" descr="Checkbox Checked outline">
              <a:extLst>
                <a:ext uri="{FF2B5EF4-FFF2-40B4-BE49-F238E27FC236}">
                  <a16:creationId xmlns:a16="http://schemas.microsoft.com/office/drawing/2014/main" id="{6A9DF25A-6E77-579D-4A7A-40AB2BDD09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2141" y="3130952"/>
              <a:ext cx="621173" cy="621173"/>
            </a:xfrm>
            <a:prstGeom prst="rect">
              <a:avLst/>
            </a:prstGeom>
          </p:spPr>
        </p:pic>
      </p:grpSp>
      <p:grpSp>
        <p:nvGrpSpPr>
          <p:cNvPr id="20" name="Group 19">
            <a:extLst>
              <a:ext uri="{FF2B5EF4-FFF2-40B4-BE49-F238E27FC236}">
                <a16:creationId xmlns:a16="http://schemas.microsoft.com/office/drawing/2014/main" id="{1F6BFBE7-52FC-0CA4-7568-EC3BB0903508}"/>
              </a:ext>
            </a:extLst>
          </p:cNvPr>
          <p:cNvGrpSpPr/>
          <p:nvPr/>
        </p:nvGrpSpPr>
        <p:grpSpPr>
          <a:xfrm>
            <a:off x="6092141" y="4496765"/>
            <a:ext cx="4347259" cy="1046043"/>
            <a:chOff x="6092141" y="4496765"/>
            <a:chExt cx="4347259" cy="1046043"/>
          </a:xfrm>
        </p:grpSpPr>
        <p:sp>
          <p:nvSpPr>
            <p:cNvPr id="21" name="Text Placeholder 1">
              <a:extLst>
                <a:ext uri="{FF2B5EF4-FFF2-40B4-BE49-F238E27FC236}">
                  <a16:creationId xmlns:a16="http://schemas.microsoft.com/office/drawing/2014/main" id="{C6D4BE9F-25F9-86CF-16E6-520E43191664}"/>
                </a:ext>
              </a:extLst>
            </p:cNvPr>
            <p:cNvSpPr txBox="1">
              <a:spLocks/>
            </p:cNvSpPr>
            <p:nvPr/>
          </p:nvSpPr>
          <p:spPr>
            <a:xfrm>
              <a:off x="6667982" y="4619264"/>
              <a:ext cx="3771418" cy="92354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600"/>
                </a:spcBef>
                <a:buClr>
                  <a:schemeClr val="accent1"/>
                </a:buClr>
                <a:buFont typeface="Arial" panose="020B0604020202020204" pitchFamily="34" charset="0"/>
                <a:buNone/>
                <a:defRPr lang="en-GB" sz="2400" b="1" kern="1200" spc="0">
                  <a:solidFill>
                    <a:schemeClr val="tx1"/>
                  </a:solidFill>
                  <a:latin typeface="+mn-lt"/>
                  <a:ea typeface="Gibson SemiBold" pitchFamily="50" charset="0"/>
                  <a:cs typeface="+mn-cs"/>
                </a:defRPr>
              </a:lvl1pPr>
              <a:lvl2pPr marL="0" indent="0" algn="l" defTabSz="914400" rtl="0" eaLnBrk="1" latinLnBrk="0" hangingPunct="1">
                <a:lnSpc>
                  <a:spcPct val="95000"/>
                </a:lnSpc>
                <a:spcBef>
                  <a:spcPts val="600"/>
                </a:spcBef>
                <a:buClr>
                  <a:schemeClr val="accent1"/>
                </a:buClr>
                <a:buFont typeface="Arial" panose="020B0604020202020204" pitchFamily="34" charset="0"/>
                <a:buNone/>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800">
                  <a:latin typeface="Century Gothic" panose="020B0502020202020204" pitchFamily="34" charset="0"/>
                  <a:sym typeface="Century Gothic" panose="020B0502020202020204" pitchFamily="34" charset="0"/>
                </a:rPr>
                <a:t>INSERT ITEM</a:t>
              </a:r>
            </a:p>
            <a:p>
              <a:r>
                <a:rPr lang="en-US" sz="1400" b="0">
                  <a:latin typeface="Century Gothic" panose="020B0502020202020204" pitchFamily="34" charset="0"/>
                  <a:sym typeface="Century Gothic" panose="020B0502020202020204" pitchFamily="34" charset="0"/>
                </a:rPr>
                <a:t>Add a brief, legible description on two rows, and talk through the details.</a:t>
              </a:r>
            </a:p>
          </p:txBody>
        </p:sp>
        <p:pic>
          <p:nvPicPr>
            <p:cNvPr id="22" name="Graphic 21" descr="Checkbox Checked outline">
              <a:extLst>
                <a:ext uri="{FF2B5EF4-FFF2-40B4-BE49-F238E27FC236}">
                  <a16:creationId xmlns:a16="http://schemas.microsoft.com/office/drawing/2014/main" id="{3D739006-4D0B-2CFA-989C-F11EA17115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2141" y="4496765"/>
              <a:ext cx="621173" cy="621173"/>
            </a:xfrm>
            <a:prstGeom prst="rect">
              <a:avLst/>
            </a:prstGeom>
          </p:spPr>
        </p:pic>
      </p:grpSp>
      <p:grpSp>
        <p:nvGrpSpPr>
          <p:cNvPr id="23" name="Group 22">
            <a:extLst>
              <a:ext uri="{FF2B5EF4-FFF2-40B4-BE49-F238E27FC236}">
                <a16:creationId xmlns:a16="http://schemas.microsoft.com/office/drawing/2014/main" id="{1A7181F0-F608-A8FC-3EC8-59F69C5FCA9C}"/>
              </a:ext>
            </a:extLst>
          </p:cNvPr>
          <p:cNvGrpSpPr/>
          <p:nvPr/>
        </p:nvGrpSpPr>
        <p:grpSpPr>
          <a:xfrm>
            <a:off x="860385" y="1823013"/>
            <a:ext cx="4358833" cy="1021928"/>
            <a:chOff x="860385" y="3130952"/>
            <a:chExt cx="4358833" cy="1021928"/>
          </a:xfrm>
        </p:grpSpPr>
        <p:sp>
          <p:nvSpPr>
            <p:cNvPr id="24" name="Text Placeholder 1">
              <a:extLst>
                <a:ext uri="{FF2B5EF4-FFF2-40B4-BE49-F238E27FC236}">
                  <a16:creationId xmlns:a16="http://schemas.microsoft.com/office/drawing/2014/main" id="{5AAB5233-05D6-B421-5480-AE22146E22DD}"/>
                </a:ext>
              </a:extLst>
            </p:cNvPr>
            <p:cNvSpPr txBox="1">
              <a:spLocks/>
            </p:cNvSpPr>
            <p:nvPr/>
          </p:nvSpPr>
          <p:spPr>
            <a:xfrm>
              <a:off x="1447800" y="3229336"/>
              <a:ext cx="3771418" cy="92354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600"/>
                </a:spcBef>
                <a:buClr>
                  <a:schemeClr val="accent1"/>
                </a:buClr>
                <a:buFont typeface="Arial" panose="020B0604020202020204" pitchFamily="34" charset="0"/>
                <a:buNone/>
                <a:defRPr lang="en-GB" sz="2400" b="1" kern="1200" spc="0">
                  <a:solidFill>
                    <a:schemeClr val="tx1"/>
                  </a:solidFill>
                  <a:latin typeface="+mn-lt"/>
                  <a:ea typeface="Gibson SemiBold" pitchFamily="50" charset="0"/>
                  <a:cs typeface="+mn-cs"/>
                </a:defRPr>
              </a:lvl1pPr>
              <a:lvl2pPr marL="0" indent="0" algn="l" defTabSz="914400" rtl="0" eaLnBrk="1" latinLnBrk="0" hangingPunct="1">
                <a:lnSpc>
                  <a:spcPct val="95000"/>
                </a:lnSpc>
                <a:spcBef>
                  <a:spcPts val="600"/>
                </a:spcBef>
                <a:buClr>
                  <a:schemeClr val="accent1"/>
                </a:buClr>
                <a:buFont typeface="Arial" panose="020B0604020202020204" pitchFamily="34" charset="0"/>
                <a:buNone/>
                <a:defRPr lang="en-GB" sz="2000" b="0" kern="1200" spc="0">
                  <a:solidFill>
                    <a:schemeClr val="tx1"/>
                  </a:solidFill>
                  <a:latin typeface="+mn-lt"/>
                  <a:ea typeface="Gibson SemiBold" pitchFamily="50" charset="0"/>
                  <a:cs typeface="+mn-cs"/>
                </a:defRPr>
              </a:lvl2pPr>
              <a:lvl3pPr marL="11430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3pPr>
              <a:lvl4pPr marL="16002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smtClean="0">
                  <a:solidFill>
                    <a:schemeClr val="tx1"/>
                  </a:solidFill>
                  <a:latin typeface="+mn-lt"/>
                  <a:ea typeface="Gibson SemiBold" pitchFamily="50" charset="0"/>
                  <a:cs typeface="+mn-cs"/>
                </a:defRPr>
              </a:lvl4pPr>
              <a:lvl5pPr marL="2057400" indent="-228600" algn="l" defTabSz="914400" rtl="0" eaLnBrk="1" latinLnBrk="0" hangingPunct="1">
                <a:lnSpc>
                  <a:spcPct val="95000"/>
                </a:lnSpc>
                <a:spcBef>
                  <a:spcPts val="1200"/>
                </a:spcBef>
                <a:buClr>
                  <a:schemeClr val="accent1"/>
                </a:buClr>
                <a:buFont typeface="Arial" panose="020B0604020202020204" pitchFamily="34" charset="0"/>
                <a:buChar char="•"/>
                <a:defRPr lang="en-GB" sz="2000" b="0" kern="1200" spc="0" dirty="0">
                  <a:solidFill>
                    <a:schemeClr val="tx1"/>
                  </a:solidFill>
                  <a:latin typeface="+mn-lt"/>
                  <a:ea typeface="Gibson SemiBold"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800">
                  <a:latin typeface="Century Gothic" panose="020B0502020202020204" pitchFamily="34" charset="0"/>
                  <a:sym typeface="Century Gothic" panose="020B0502020202020204" pitchFamily="34" charset="0"/>
                </a:rPr>
                <a:t>INSERT ITEM</a:t>
              </a:r>
            </a:p>
            <a:p>
              <a:r>
                <a:rPr lang="en-US" sz="1400" b="0">
                  <a:latin typeface="Century Gothic" panose="020B0502020202020204" pitchFamily="34" charset="0"/>
                  <a:sym typeface="Century Gothic" panose="020B0502020202020204" pitchFamily="34" charset="0"/>
                </a:rPr>
                <a:t>Add a brief, legible description on two rows, and talk through the details.</a:t>
              </a:r>
            </a:p>
          </p:txBody>
        </p:sp>
        <p:pic>
          <p:nvPicPr>
            <p:cNvPr id="25" name="Graphic 24" descr="Checkbox Checked outline">
              <a:extLst>
                <a:ext uri="{FF2B5EF4-FFF2-40B4-BE49-F238E27FC236}">
                  <a16:creationId xmlns:a16="http://schemas.microsoft.com/office/drawing/2014/main" id="{BF84720C-D07F-E089-9870-54557294A1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0385" y="3130952"/>
              <a:ext cx="621173" cy="621173"/>
            </a:xfrm>
            <a:prstGeom prst="rect">
              <a:avLst/>
            </a:prstGeom>
          </p:spPr>
        </p:pic>
      </p:grpSp>
    </p:spTree>
    <p:extLst>
      <p:ext uri="{BB962C8B-B14F-4D97-AF65-F5344CB8AC3E}">
        <p14:creationId xmlns:p14="http://schemas.microsoft.com/office/powerpoint/2010/main" val="11234187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Placeholder 5">
            <a:extLst>
              <a:ext uri="{FF2B5EF4-FFF2-40B4-BE49-F238E27FC236}">
                <a16:creationId xmlns:a16="http://schemas.microsoft.com/office/drawing/2014/main" id="{B26E5E4B-2F14-DF8B-B96C-1D4798A44001}"/>
              </a:ext>
            </a:extLst>
          </p:cNvPr>
          <p:cNvGraphicFramePr>
            <a:graphicFrameLocks noGrp="1"/>
          </p:cNvGraphicFramePr>
          <p:nvPr>
            <p:ph type="tbl" sz="quarter" idx="10"/>
            <p:extLst>
              <p:ext uri="{D42A27DB-BD31-4B8C-83A1-F6EECF244321}">
                <p14:modId xmlns:p14="http://schemas.microsoft.com/office/powerpoint/2010/main" val="3133302147"/>
              </p:ext>
            </p:extLst>
          </p:nvPr>
        </p:nvGraphicFramePr>
        <p:xfrm>
          <a:off x="3124200" y="1920240"/>
          <a:ext cx="6477000" cy="301752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712409167"/>
                    </a:ext>
                  </a:extLst>
                </a:gridCol>
                <a:gridCol w="5664200">
                  <a:extLst>
                    <a:ext uri="{9D8B030D-6E8A-4147-A177-3AD203B41FA5}">
                      <a16:colId xmlns:a16="http://schemas.microsoft.com/office/drawing/2014/main" val="3295822551"/>
                    </a:ext>
                  </a:extLst>
                </a:gridCol>
              </a:tblGrid>
              <a:tr h="370840">
                <a:tc>
                  <a:txBody>
                    <a:bodyPr/>
                    <a:lstStyle/>
                    <a:p>
                      <a:r>
                        <a:rPr lang="en-US" sz="6000" b="0">
                          <a:solidFill>
                            <a:schemeClr val="accent3"/>
                          </a:solidFill>
                        </a:rPr>
                        <a:t>1</a:t>
                      </a:r>
                    </a:p>
                  </a:txBody>
                  <a:tcPr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a:solidFill>
                            <a:schemeClr val="tx1"/>
                          </a:solidFill>
                        </a:rPr>
                        <a:t>Add Takeaway/CTA Here</a:t>
                      </a:r>
                    </a:p>
                  </a:txBody>
                  <a:tcPr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817423"/>
                  </a:ext>
                </a:extLst>
              </a:tr>
              <a:tr h="370840">
                <a:tc>
                  <a:txBody>
                    <a:bodyPr/>
                    <a:lstStyle/>
                    <a:p>
                      <a:r>
                        <a:rPr lang="en-US" sz="6000">
                          <a:solidFill>
                            <a:schemeClr val="accent3"/>
                          </a:solidFill>
                        </a:rPr>
                        <a:t>2</a:t>
                      </a: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a:solidFill>
                            <a:schemeClr val="tx1"/>
                          </a:solidFill>
                        </a:rPr>
                        <a:t>Add Takeaway/CTA Here</a:t>
                      </a:r>
                    </a:p>
                  </a:txBody>
                  <a:tcPr anchor="ct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4111373"/>
                  </a:ext>
                </a:extLst>
              </a:tr>
              <a:tr h="370840">
                <a:tc>
                  <a:txBody>
                    <a:bodyPr/>
                    <a:lstStyle/>
                    <a:p>
                      <a:r>
                        <a:rPr lang="en-US" sz="6000">
                          <a:solidFill>
                            <a:schemeClr val="accent3"/>
                          </a:solidFill>
                        </a:rPr>
                        <a:t>3</a:t>
                      </a:r>
                    </a:p>
                  </a:txBody>
                  <a:tcPr anchor="ctr">
                    <a:lnL w="12700" cmpd="sng">
                      <a:noFill/>
                    </a:lnL>
                    <a:lnR w="12700" cmpd="sng">
                      <a:noFill/>
                    </a:lnR>
                    <a:lnT w="6350" cap="flat" cmpd="sng" algn="ctr">
                      <a:noFill/>
                      <a:prstDash val="solid"/>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a:solidFill>
                            <a:schemeClr val="tx1"/>
                          </a:solidFill>
                        </a:rPr>
                        <a:t>Add Takeaway/CTA Here</a:t>
                      </a:r>
                    </a:p>
                  </a:txBody>
                  <a:tcPr anchor="ctr">
                    <a:lnL w="12700" cmpd="sng">
                      <a:noFill/>
                    </a:lnL>
                    <a:lnR w="12700" cmpd="sng">
                      <a:noFill/>
                    </a:lnR>
                    <a:lnT w="6350" cap="flat" cmpd="sng" algn="ctr">
                      <a:noFill/>
                      <a:prstDash val="solid"/>
                      <a:round/>
                      <a:headEnd type="none" w="med" len="med"/>
                      <a:tailEnd type="none" w="med" len="med"/>
                    </a:lnT>
                    <a:lnB w="19050" cap="flat" cmpd="sng" algn="ctr">
                      <a:no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553060"/>
                  </a:ext>
                </a:extLst>
              </a:tr>
            </a:tbl>
          </a:graphicData>
        </a:graphic>
      </p:graphicFrame>
      <p:sp>
        <p:nvSpPr>
          <p:cNvPr id="2" name="Title 1">
            <a:extLst>
              <a:ext uri="{FF2B5EF4-FFF2-40B4-BE49-F238E27FC236}">
                <a16:creationId xmlns:a16="http://schemas.microsoft.com/office/drawing/2014/main" id="{1DE60843-D195-4EAA-159E-098DCA68E400}"/>
              </a:ext>
            </a:extLst>
          </p:cNvPr>
          <p:cNvSpPr>
            <a:spLocks noGrp="1"/>
          </p:cNvSpPr>
          <p:nvPr>
            <p:ph type="title"/>
          </p:nvPr>
        </p:nvSpPr>
        <p:spPr>
          <a:xfrm>
            <a:off x="365760" y="365760"/>
            <a:ext cx="10958513" cy="504000"/>
          </a:xfrm>
        </p:spPr>
        <p:txBody>
          <a:bodyPr/>
          <a:lstStyle/>
          <a:p>
            <a:r>
              <a:rPr lang="en-US">
                <a:sym typeface="Century Gothic" panose="020B0502020202020204" pitchFamily="34" charset="0"/>
              </a:rPr>
              <a:t>KEY </a:t>
            </a:r>
            <a:r>
              <a:rPr lang="en-US" b="1" u="sng">
                <a:sym typeface="Century Gothic" panose="020B0502020202020204" pitchFamily="34" charset="0"/>
              </a:rPr>
              <a:t>TAKEAWAYS</a:t>
            </a:r>
            <a:endParaRPr lang="en-US" b="1" u="sng"/>
          </a:p>
        </p:txBody>
      </p:sp>
      <p:sp>
        <p:nvSpPr>
          <p:cNvPr id="3" name="Text Placeholder 2">
            <a:extLst>
              <a:ext uri="{FF2B5EF4-FFF2-40B4-BE49-F238E27FC236}">
                <a16:creationId xmlns:a16="http://schemas.microsoft.com/office/drawing/2014/main" id="{0192476D-0F4F-91A1-6747-E555053002EC}"/>
              </a:ext>
            </a:extLst>
          </p:cNvPr>
          <p:cNvSpPr>
            <a:spLocks noGrp="1"/>
          </p:cNvSpPr>
          <p:nvPr>
            <p:ph type="body" sz="quarter" idx="13"/>
          </p:nvPr>
        </p:nvSpPr>
        <p:spPr>
          <a:xfrm>
            <a:off x="365760" y="1095208"/>
            <a:ext cx="10956970" cy="360000"/>
          </a:xfrm>
        </p:spPr>
        <p:txBody>
          <a:bodyPr/>
          <a:lstStyle/>
          <a:p>
            <a:r>
              <a:rPr lang="en-US">
                <a:sym typeface="Century Gothic" panose="020B0502020202020204" pitchFamily="34" charset="0"/>
              </a:rPr>
              <a:t>SUBTITLE EXAMPLE</a:t>
            </a:r>
          </a:p>
        </p:txBody>
      </p:sp>
      <p:sp>
        <p:nvSpPr>
          <p:cNvPr id="15" name="Text Placeholder 14">
            <a:extLst>
              <a:ext uri="{FF2B5EF4-FFF2-40B4-BE49-F238E27FC236}">
                <a16:creationId xmlns:a16="http://schemas.microsoft.com/office/drawing/2014/main" id="{21B09078-D7BA-FEE9-B308-AA981581756B}"/>
              </a:ext>
            </a:extLst>
          </p:cNvPr>
          <p:cNvSpPr>
            <a:spLocks noGrp="1"/>
          </p:cNvSpPr>
          <p:nvPr>
            <p:ph type="body" sz="quarter" idx="16"/>
          </p:nvPr>
        </p:nvSpPr>
        <p:spPr>
          <a:xfrm>
            <a:off x="274320" y="6309360"/>
            <a:ext cx="2286000" cy="234765"/>
          </a:xfrm>
        </p:spPr>
        <p:txBody>
          <a:bodyPr/>
          <a:lstStyle/>
          <a:p>
            <a:r>
              <a:rPr lang="en-US"/>
              <a:t>CONFIDENTIAL</a:t>
            </a:r>
          </a:p>
        </p:txBody>
      </p:sp>
      <p:sp>
        <p:nvSpPr>
          <p:cNvPr id="23" name="Text Placeholder 22">
            <a:extLst>
              <a:ext uri="{FF2B5EF4-FFF2-40B4-BE49-F238E27FC236}">
                <a16:creationId xmlns:a16="http://schemas.microsoft.com/office/drawing/2014/main" id="{FFA77DDB-3F2A-D086-FF85-548F94F22E98}"/>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4699738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7D27A0A5-F6E9-E2FC-60FD-B979CB385504}"/>
              </a:ext>
            </a:extLst>
          </p:cNvPr>
          <p:cNvPicPr>
            <a:picLocks noGrp="1" noChangeAspect="1"/>
          </p:cNvPicPr>
          <p:nvPr>
            <p:ph type="pic" sz="quarter" idx="18"/>
          </p:nvPr>
        </p:nvPicPr>
        <p:blipFill rotWithShape="1">
          <a:blip r:embed="rId3"/>
          <a:srcRect l="54001" t="22414" r="1379" b="-1"/>
          <a:stretch/>
        </p:blipFill>
        <p:spPr>
          <a:xfrm>
            <a:off x="0" y="0"/>
            <a:ext cx="5942012" cy="6858000"/>
          </a:xfrm>
        </p:spPr>
      </p:pic>
      <p:sp>
        <p:nvSpPr>
          <p:cNvPr id="3" name="Title 2">
            <a:extLst>
              <a:ext uri="{FF2B5EF4-FFF2-40B4-BE49-F238E27FC236}">
                <a16:creationId xmlns:a16="http://schemas.microsoft.com/office/drawing/2014/main" id="{6FBE73C5-68C1-1121-49B7-4112D97D79B1}"/>
              </a:ext>
            </a:extLst>
          </p:cNvPr>
          <p:cNvSpPr>
            <a:spLocks noGrp="1"/>
          </p:cNvSpPr>
          <p:nvPr>
            <p:ph type="title"/>
          </p:nvPr>
        </p:nvSpPr>
        <p:spPr/>
        <p:txBody>
          <a:bodyPr/>
          <a:lstStyle/>
          <a:p>
            <a:r>
              <a:rPr lang="en-US"/>
              <a:t>THANK </a:t>
            </a:r>
            <a:r>
              <a:rPr lang="en-US" b="1" u="sng"/>
              <a:t>YOU</a:t>
            </a:r>
          </a:p>
        </p:txBody>
      </p:sp>
      <p:sp>
        <p:nvSpPr>
          <p:cNvPr id="4" name="Picture Placeholder 3">
            <a:extLst>
              <a:ext uri="{FF2B5EF4-FFF2-40B4-BE49-F238E27FC236}">
                <a16:creationId xmlns:a16="http://schemas.microsoft.com/office/drawing/2014/main" id="{27A029FD-4C91-5600-4E2D-D2F90D8D84EC}"/>
              </a:ext>
            </a:extLst>
          </p:cNvPr>
          <p:cNvSpPr>
            <a:spLocks noGrp="1"/>
          </p:cNvSpPr>
          <p:nvPr>
            <p:ph type="pic" sz="quarter" idx="14"/>
          </p:nvPr>
        </p:nvSpPr>
        <p:spPr/>
        <p:txBody>
          <a:bodyPr/>
          <a:lstStyle/>
          <a:p>
            <a:pPr algn="ctr"/>
            <a:endParaRPr lang="en-US"/>
          </a:p>
        </p:txBody>
      </p:sp>
      <p:sp>
        <p:nvSpPr>
          <p:cNvPr id="5" name="Text Placeholder 4">
            <a:extLst>
              <a:ext uri="{FF2B5EF4-FFF2-40B4-BE49-F238E27FC236}">
                <a16:creationId xmlns:a16="http://schemas.microsoft.com/office/drawing/2014/main" id="{87584B1F-63B7-044C-5347-17A983765538}"/>
              </a:ext>
            </a:extLst>
          </p:cNvPr>
          <p:cNvSpPr>
            <a:spLocks noGrp="1"/>
          </p:cNvSpPr>
          <p:nvPr>
            <p:ph type="body" sz="quarter" idx="16"/>
          </p:nvPr>
        </p:nvSpPr>
        <p:spPr/>
        <p:txBody>
          <a:bodyPr/>
          <a:lstStyle/>
          <a:p>
            <a:r>
              <a:rPr lang="en-US">
                <a:solidFill>
                  <a:schemeClr val="bg1"/>
                </a:solidFill>
              </a:rPr>
              <a:t>CONFIDENTIAL</a:t>
            </a:r>
          </a:p>
        </p:txBody>
      </p:sp>
      <p:sp>
        <p:nvSpPr>
          <p:cNvPr id="6" name="Text Placeholder 5">
            <a:extLst>
              <a:ext uri="{FF2B5EF4-FFF2-40B4-BE49-F238E27FC236}">
                <a16:creationId xmlns:a16="http://schemas.microsoft.com/office/drawing/2014/main" id="{B71C09CA-5124-1B98-A152-F2210510305A}"/>
              </a:ext>
            </a:extLst>
          </p:cNvPr>
          <p:cNvSpPr>
            <a:spLocks noGrp="1"/>
          </p:cNvSpPr>
          <p:nvPr>
            <p:ph type="body" sz="quarter" idx="19"/>
          </p:nvPr>
        </p:nvSpPr>
        <p:spPr/>
        <p:txBody>
          <a:bodyPr/>
          <a:lstStyle/>
          <a:p>
            <a:r>
              <a:rPr lang="en-US" dirty="0">
                <a:solidFill>
                  <a:schemeClr val="bg1"/>
                </a:solidFill>
              </a:rPr>
              <a:t>© UNIVERSITY OF UTAH HEALTH</a:t>
            </a:r>
          </a:p>
        </p:txBody>
      </p:sp>
      <p:sp>
        <p:nvSpPr>
          <p:cNvPr id="7" name="Text Placeholder 6">
            <a:extLst>
              <a:ext uri="{FF2B5EF4-FFF2-40B4-BE49-F238E27FC236}">
                <a16:creationId xmlns:a16="http://schemas.microsoft.com/office/drawing/2014/main" id="{DB1EA7FD-378C-2EAF-E29E-8F3946D2DF25}"/>
              </a:ext>
            </a:extLst>
          </p:cNvPr>
          <p:cNvSpPr>
            <a:spLocks noGrp="1"/>
          </p:cNvSpPr>
          <p:nvPr>
            <p:ph type="body" sz="quarter" idx="20"/>
          </p:nvPr>
        </p:nvSpPr>
        <p:spPr/>
        <p:txBody>
          <a:bodyPr/>
          <a:lstStyle/>
          <a:p>
            <a:r>
              <a:rPr lang="en-US" dirty="0"/>
              <a:t>@Handle	#Hashtag</a:t>
            </a:r>
          </a:p>
        </p:txBody>
      </p:sp>
      <p:sp>
        <p:nvSpPr>
          <p:cNvPr id="8" name="Text Placeholder 7">
            <a:extLst>
              <a:ext uri="{FF2B5EF4-FFF2-40B4-BE49-F238E27FC236}">
                <a16:creationId xmlns:a16="http://schemas.microsoft.com/office/drawing/2014/main" id="{CBC90399-8E6E-FB47-C44C-7BDFEF27316F}"/>
              </a:ext>
            </a:extLst>
          </p:cNvPr>
          <p:cNvSpPr>
            <a:spLocks noGrp="1"/>
          </p:cNvSpPr>
          <p:nvPr>
            <p:ph type="body" sz="quarter" idx="21"/>
          </p:nvPr>
        </p:nvSpPr>
        <p:spPr/>
        <p:txBody>
          <a:bodyPr/>
          <a:lstStyle/>
          <a:p>
            <a:r>
              <a:rPr lang="en-US" dirty="0" err="1"/>
              <a:t>First.Last@email.edu</a:t>
            </a:r>
            <a:endParaRPr lang="en-US" dirty="0"/>
          </a:p>
        </p:txBody>
      </p:sp>
    </p:spTree>
    <p:extLst>
      <p:ext uri="{BB962C8B-B14F-4D97-AF65-F5344CB8AC3E}">
        <p14:creationId xmlns:p14="http://schemas.microsoft.com/office/powerpoint/2010/main" val="375722167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2CBB0-DAB4-80FF-2A29-F9414B2D5793}"/>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Brand</a:t>
            </a:r>
            <a:r>
              <a:rPr lang="en-US">
                <a:sym typeface="Century Gothic" panose="020B0502020202020204" pitchFamily="34" charset="0"/>
              </a:rPr>
              <a:t> HIGHLIGHTS</a:t>
            </a:r>
            <a:endParaRPr lang="en-US"/>
          </a:p>
        </p:txBody>
      </p:sp>
      <p:sp>
        <p:nvSpPr>
          <p:cNvPr id="3" name="Text Placeholder 2">
            <a:extLst>
              <a:ext uri="{FF2B5EF4-FFF2-40B4-BE49-F238E27FC236}">
                <a16:creationId xmlns:a16="http://schemas.microsoft.com/office/drawing/2014/main" id="{81955857-E12D-3882-6BB9-7384BB83E052}"/>
              </a:ext>
            </a:extLst>
          </p:cNvPr>
          <p:cNvSpPr>
            <a:spLocks noGrp="1"/>
          </p:cNvSpPr>
          <p:nvPr>
            <p:ph type="body" sz="quarter" idx="12"/>
          </p:nvPr>
        </p:nvSpPr>
        <p:spPr>
          <a:xfrm>
            <a:off x="905256" y="1627632"/>
            <a:ext cx="4846320" cy="4178808"/>
          </a:xfrm>
        </p:spPr>
        <p:txBody>
          <a:bodyPr anchor="ctr"/>
          <a:lstStyle/>
          <a:p>
            <a:pPr marL="0" indent="0">
              <a:buNone/>
            </a:pPr>
            <a:r>
              <a:rPr lang="en-US" b="1" dirty="0">
                <a:sym typeface="Century Gothic" panose="020B0502020202020204" pitchFamily="34" charset="0"/>
              </a:rPr>
              <a:t>Century Gothic Bold (Headings)</a:t>
            </a:r>
          </a:p>
          <a:p>
            <a:pPr marL="0" indent="0">
              <a:buNone/>
            </a:pPr>
            <a:r>
              <a:rPr lang="en-US" dirty="0">
                <a:sym typeface="Century Gothic" panose="020B0502020202020204" pitchFamily="34" charset="0"/>
              </a:rPr>
              <a:t>Century Gothic (Headings)</a:t>
            </a:r>
          </a:p>
          <a:p>
            <a:pPr marL="0" indent="0">
              <a:buNone/>
            </a:pPr>
            <a:r>
              <a:rPr lang="en-US" sz="1400" b="1" dirty="0">
                <a:sym typeface="Century Gothic" panose="020B0502020202020204" pitchFamily="34" charset="0"/>
              </a:rPr>
              <a:t>Century Gothic Bold (Body)</a:t>
            </a:r>
          </a:p>
          <a:p>
            <a:pPr marL="0" indent="0">
              <a:buNone/>
            </a:pPr>
            <a:r>
              <a:rPr lang="en-US" sz="1400" dirty="0">
                <a:sym typeface="Century Gothic" panose="020B0502020202020204" pitchFamily="34" charset="0"/>
              </a:rPr>
              <a:t>Century Gothic (Body)</a:t>
            </a:r>
          </a:p>
        </p:txBody>
      </p:sp>
      <p:sp>
        <p:nvSpPr>
          <p:cNvPr id="4" name="Text Placeholder 3">
            <a:extLst>
              <a:ext uri="{FF2B5EF4-FFF2-40B4-BE49-F238E27FC236}">
                <a16:creationId xmlns:a16="http://schemas.microsoft.com/office/drawing/2014/main" id="{913EB276-3C6B-08B6-E7F7-20EAC32DC19F}"/>
              </a:ext>
            </a:extLst>
          </p:cNvPr>
          <p:cNvSpPr>
            <a:spLocks noGrp="1"/>
          </p:cNvSpPr>
          <p:nvPr>
            <p:ph type="body" sz="quarter" idx="13"/>
          </p:nvPr>
        </p:nvSpPr>
        <p:spPr>
          <a:xfrm>
            <a:off x="365760" y="1095208"/>
            <a:ext cx="10956970" cy="360000"/>
          </a:xfrm>
        </p:spPr>
        <p:txBody>
          <a:bodyPr/>
          <a:lstStyle/>
          <a:p>
            <a:r>
              <a:rPr lang="en-US"/>
              <a:t>FONTS IN THIS TEMPLATE</a:t>
            </a:r>
          </a:p>
        </p:txBody>
      </p:sp>
      <p:sp>
        <p:nvSpPr>
          <p:cNvPr id="6" name="Text Placeholder 5">
            <a:extLst>
              <a:ext uri="{FF2B5EF4-FFF2-40B4-BE49-F238E27FC236}">
                <a16:creationId xmlns:a16="http://schemas.microsoft.com/office/drawing/2014/main" id="{45B4957F-F252-B198-8C52-865A13AA8A4D}"/>
              </a:ext>
            </a:extLst>
          </p:cNvPr>
          <p:cNvSpPr>
            <a:spLocks noGrp="1"/>
          </p:cNvSpPr>
          <p:nvPr>
            <p:ph type="body" sz="quarter" idx="15"/>
          </p:nvPr>
        </p:nvSpPr>
        <p:spPr>
          <a:xfrm>
            <a:off x="5105400" y="1627188"/>
            <a:ext cx="6069013" cy="4179887"/>
          </a:xfrm>
        </p:spPr>
        <p:txBody>
          <a:bodyPr anchor="ctr"/>
          <a:lstStyle/>
          <a:p>
            <a:r>
              <a:rPr lang="en-US" dirty="0">
                <a:sym typeface="Century Gothic" panose="020B0502020202020204" pitchFamily="34" charset="0"/>
              </a:rPr>
              <a:t>To prevent font conflicts when sharing or presenting slides, use </a:t>
            </a:r>
            <a:r>
              <a:rPr lang="en-US" b="1" dirty="0">
                <a:sym typeface="Century Gothic" panose="020B0502020202020204" pitchFamily="34" charset="0"/>
              </a:rPr>
              <a:t>brand-approved Century Gothic font </a:t>
            </a:r>
            <a:r>
              <a:rPr lang="en-US" dirty="0">
                <a:sym typeface="Century Gothic" panose="020B0502020202020204" pitchFamily="34" charset="0"/>
              </a:rPr>
              <a:t>(a Microsoft font installed into all PowerPoint documents). </a:t>
            </a:r>
          </a:p>
          <a:p>
            <a:r>
              <a:rPr lang="en-US" dirty="0">
                <a:sym typeface="Century Gothic" panose="020B0502020202020204" pitchFamily="34" charset="0"/>
              </a:rPr>
              <a:t>Note: </a:t>
            </a:r>
            <a:r>
              <a:rPr lang="en-US" b="1" dirty="0">
                <a:sym typeface="Century Gothic" panose="020B0502020202020204" pitchFamily="34" charset="0"/>
              </a:rPr>
              <a:t>The Sofia font will only render on computers where the font has already been installed</a:t>
            </a:r>
            <a:r>
              <a:rPr lang="en-US" dirty="0">
                <a:sym typeface="Century Gothic" panose="020B0502020202020204" pitchFamily="34" charset="0"/>
              </a:rPr>
              <a:t>. While the font may appear correctly on your screen, it may look different on another computer.</a:t>
            </a:r>
          </a:p>
          <a:p>
            <a:r>
              <a:rPr lang="en-US" dirty="0"/>
              <a:t>A quick way to check the fonts in your document is by going to the menu bar up top and choosing: </a:t>
            </a:r>
            <a:r>
              <a:rPr lang="en-US" b="1" dirty="0"/>
              <a:t>Format &gt; Replace Fonts.</a:t>
            </a:r>
          </a:p>
        </p:txBody>
      </p:sp>
      <p:sp>
        <p:nvSpPr>
          <p:cNvPr id="18" name="Text Placeholder 17">
            <a:extLst>
              <a:ext uri="{FF2B5EF4-FFF2-40B4-BE49-F238E27FC236}">
                <a16:creationId xmlns:a16="http://schemas.microsoft.com/office/drawing/2014/main" id="{EC5BEA92-CBAE-62B9-A6C1-95D67B89CC80}"/>
              </a:ext>
            </a:extLst>
          </p:cNvPr>
          <p:cNvSpPr>
            <a:spLocks noGrp="1"/>
          </p:cNvSpPr>
          <p:nvPr>
            <p:ph type="body" sz="quarter" idx="16"/>
          </p:nvPr>
        </p:nvSpPr>
        <p:spPr>
          <a:xfrm>
            <a:off x="274320" y="6309360"/>
            <a:ext cx="2286000" cy="234765"/>
          </a:xfrm>
        </p:spPr>
        <p:txBody>
          <a:bodyPr/>
          <a:lstStyle/>
          <a:p>
            <a:r>
              <a:rPr lang="en-US"/>
              <a:t>CONFIDENTIAL</a:t>
            </a:r>
          </a:p>
        </p:txBody>
      </p:sp>
      <p:sp>
        <p:nvSpPr>
          <p:cNvPr id="11" name="Text Placeholder 10">
            <a:extLst>
              <a:ext uri="{FF2B5EF4-FFF2-40B4-BE49-F238E27FC236}">
                <a16:creationId xmlns:a16="http://schemas.microsoft.com/office/drawing/2014/main" id="{FBB32BB8-5F03-612F-EEE7-F1F8669344F3}"/>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407698859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0334B-E475-0070-8AC7-13AC0F25DE4C}"/>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Brand</a:t>
            </a:r>
            <a:r>
              <a:rPr lang="en-US">
                <a:sym typeface="Century Gothic" panose="020B0502020202020204" pitchFamily="34" charset="0"/>
              </a:rPr>
              <a:t> HIGHLIGHTS</a:t>
            </a:r>
            <a:endParaRPr lang="en-US"/>
          </a:p>
        </p:txBody>
      </p:sp>
      <p:sp>
        <p:nvSpPr>
          <p:cNvPr id="41" name="Text Placeholder 40">
            <a:extLst>
              <a:ext uri="{FF2B5EF4-FFF2-40B4-BE49-F238E27FC236}">
                <a16:creationId xmlns:a16="http://schemas.microsoft.com/office/drawing/2014/main" id="{5876B5D3-1A2C-CBCB-BC3C-CF6F111A74D8}"/>
              </a:ext>
            </a:extLst>
          </p:cNvPr>
          <p:cNvSpPr>
            <a:spLocks noGrp="1"/>
          </p:cNvSpPr>
          <p:nvPr>
            <p:ph type="body" sz="quarter" idx="16"/>
          </p:nvPr>
        </p:nvSpPr>
        <p:spPr/>
        <p:txBody>
          <a:bodyPr/>
          <a:lstStyle/>
          <a:p>
            <a:r>
              <a:rPr lang="en-US"/>
              <a:t>CONFIDENTIAL</a:t>
            </a:r>
          </a:p>
        </p:txBody>
      </p:sp>
      <p:sp>
        <p:nvSpPr>
          <p:cNvPr id="6" name="Text Placeholder 5">
            <a:extLst>
              <a:ext uri="{FF2B5EF4-FFF2-40B4-BE49-F238E27FC236}">
                <a16:creationId xmlns:a16="http://schemas.microsoft.com/office/drawing/2014/main" id="{746C7B12-2CA7-9557-C26F-C4C7E0497DBE}"/>
              </a:ext>
            </a:extLst>
          </p:cNvPr>
          <p:cNvSpPr>
            <a:spLocks noGrp="1"/>
          </p:cNvSpPr>
          <p:nvPr>
            <p:ph type="body" sz="quarter" idx="13"/>
          </p:nvPr>
        </p:nvSpPr>
        <p:spPr>
          <a:xfrm>
            <a:off x="365760" y="1095208"/>
            <a:ext cx="10956970" cy="360000"/>
          </a:xfrm>
        </p:spPr>
        <p:txBody>
          <a:bodyPr/>
          <a:lstStyle/>
          <a:p>
            <a:r>
              <a:rPr lang="en-US"/>
              <a:t>Colors IN THIS TEMPLATE</a:t>
            </a:r>
          </a:p>
        </p:txBody>
      </p:sp>
      <p:sp>
        <p:nvSpPr>
          <p:cNvPr id="7" name="Text Placeholder 6">
            <a:extLst>
              <a:ext uri="{FF2B5EF4-FFF2-40B4-BE49-F238E27FC236}">
                <a16:creationId xmlns:a16="http://schemas.microsoft.com/office/drawing/2014/main" id="{E37CF570-C1E2-76B5-9BDD-EB700A7F7D2A}"/>
              </a:ext>
            </a:extLst>
          </p:cNvPr>
          <p:cNvSpPr>
            <a:spLocks noGrp="1"/>
          </p:cNvSpPr>
          <p:nvPr>
            <p:ph type="body" sz="quarter" idx="14"/>
          </p:nvPr>
        </p:nvSpPr>
        <p:spPr>
          <a:xfrm>
            <a:off x="274320" y="6035040"/>
            <a:ext cx="10058400" cy="234765"/>
          </a:xfrm>
        </p:spPr>
        <p:txBody>
          <a:bodyPr/>
          <a:lstStyle/>
          <a:p>
            <a:r>
              <a:rPr lang="en-US" dirty="0"/>
              <a:t>https://</a:t>
            </a:r>
            <a:r>
              <a:rPr lang="en-US" dirty="0" err="1"/>
              <a:t>uofuhealth.utah.edu</a:t>
            </a:r>
            <a:r>
              <a:rPr lang="en-US" dirty="0"/>
              <a:t>/brand-and-style-guide/typography-color</a:t>
            </a:r>
          </a:p>
        </p:txBody>
      </p:sp>
      <p:sp>
        <p:nvSpPr>
          <p:cNvPr id="8" name="Oval 7">
            <a:extLst>
              <a:ext uri="{FF2B5EF4-FFF2-40B4-BE49-F238E27FC236}">
                <a16:creationId xmlns:a16="http://schemas.microsoft.com/office/drawing/2014/main" id="{30100C5A-55E8-4012-136F-F4498C1DD469}"/>
              </a:ext>
            </a:extLst>
          </p:cNvPr>
          <p:cNvSpPr/>
          <p:nvPr/>
        </p:nvSpPr>
        <p:spPr>
          <a:xfrm>
            <a:off x="1151282" y="3910081"/>
            <a:ext cx="830997" cy="830997"/>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9" name="TextBox 8">
            <a:extLst>
              <a:ext uri="{FF2B5EF4-FFF2-40B4-BE49-F238E27FC236}">
                <a16:creationId xmlns:a16="http://schemas.microsoft.com/office/drawing/2014/main" id="{795A556C-1A43-8257-FBB4-852DF7076BE0}"/>
              </a:ext>
            </a:extLst>
          </p:cNvPr>
          <p:cNvSpPr txBox="1"/>
          <p:nvPr/>
        </p:nvSpPr>
        <p:spPr>
          <a:xfrm>
            <a:off x="2058479" y="3910081"/>
            <a:ext cx="1454244" cy="830997"/>
          </a:xfrm>
          <a:prstGeom prst="rect">
            <a:avLst/>
          </a:prstGeom>
          <a:noFill/>
        </p:spPr>
        <p:txBody>
          <a:bodyPr wrap="none" rtlCol="0">
            <a:spAutoFit/>
          </a:bodyPr>
          <a:lstStyle/>
          <a:p>
            <a:r>
              <a:rPr lang="en-US" sz="1200" b="1">
                <a:solidFill>
                  <a:srgbClr val="404041"/>
                </a:solidFill>
                <a:effectLst/>
                <a:latin typeface="Century Gothic" panose="020B0502020202020204" pitchFamily="34" charset="0"/>
                <a:sym typeface="Century Gothic" panose="020B0502020202020204" pitchFamily="34" charset="0"/>
              </a:rPr>
              <a:t>WHITE</a:t>
            </a:r>
          </a:p>
          <a:p>
            <a:r>
              <a:rPr lang="en-US" sz="1200">
                <a:solidFill>
                  <a:srgbClr val="404041"/>
                </a:solidFill>
                <a:effectLst/>
                <a:latin typeface="Century Gothic" panose="020B0502020202020204" pitchFamily="34" charset="0"/>
                <a:sym typeface="Century Gothic" panose="020B0502020202020204" pitchFamily="34" charset="0"/>
              </a:rPr>
              <a:t>HEX: #FFFFFF</a:t>
            </a:r>
          </a:p>
          <a:p>
            <a:r>
              <a:rPr lang="en-US" sz="1200">
                <a:solidFill>
                  <a:srgbClr val="404041"/>
                </a:solidFill>
                <a:effectLst/>
                <a:latin typeface="Century Gothic" panose="020B0502020202020204" pitchFamily="34" charset="0"/>
                <a:sym typeface="Century Gothic" panose="020B0502020202020204" pitchFamily="34" charset="0"/>
              </a:rPr>
              <a:t>RGB: 255-255-255</a:t>
            </a:r>
          </a:p>
          <a:p>
            <a:r>
              <a:rPr lang="en-US" sz="1200">
                <a:solidFill>
                  <a:srgbClr val="404041"/>
                </a:solidFill>
                <a:effectLst/>
                <a:latin typeface="Century Gothic" panose="020B0502020202020204" pitchFamily="34" charset="0"/>
                <a:sym typeface="Century Gothic" panose="020B0502020202020204" pitchFamily="34" charset="0"/>
              </a:rPr>
              <a:t>CMYK: 0/0/0/0</a:t>
            </a:r>
          </a:p>
        </p:txBody>
      </p:sp>
      <p:sp>
        <p:nvSpPr>
          <p:cNvPr id="10" name="Oval 9">
            <a:extLst>
              <a:ext uri="{FF2B5EF4-FFF2-40B4-BE49-F238E27FC236}">
                <a16:creationId xmlns:a16="http://schemas.microsoft.com/office/drawing/2014/main" id="{E02DF06D-EAAE-B88E-6CC2-61D42625E924}"/>
              </a:ext>
            </a:extLst>
          </p:cNvPr>
          <p:cNvSpPr/>
          <p:nvPr/>
        </p:nvSpPr>
        <p:spPr>
          <a:xfrm>
            <a:off x="4613701" y="3910081"/>
            <a:ext cx="830997" cy="83099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1" name="TextBox 10">
            <a:extLst>
              <a:ext uri="{FF2B5EF4-FFF2-40B4-BE49-F238E27FC236}">
                <a16:creationId xmlns:a16="http://schemas.microsoft.com/office/drawing/2014/main" id="{844921B3-13B3-F383-B765-48E4D115528F}"/>
              </a:ext>
            </a:extLst>
          </p:cNvPr>
          <p:cNvSpPr txBox="1"/>
          <p:nvPr/>
        </p:nvSpPr>
        <p:spPr>
          <a:xfrm>
            <a:off x="5520898" y="3910081"/>
            <a:ext cx="2057400" cy="830997"/>
          </a:xfrm>
          <a:prstGeom prst="rect">
            <a:avLst/>
          </a:prstGeom>
          <a:noFill/>
        </p:spPr>
        <p:txBody>
          <a:bodyPr wrap="none" rtlCol="0">
            <a:spAutoFit/>
          </a:bodyPr>
          <a:lstStyle/>
          <a:p>
            <a:r>
              <a:rPr lang="en-US" sz="1200" b="1">
                <a:solidFill>
                  <a:srgbClr val="404041"/>
                </a:solidFill>
                <a:effectLst/>
                <a:latin typeface="Century Gothic" panose="020B0502020202020204" pitchFamily="34" charset="0"/>
                <a:sym typeface="Century Gothic" panose="020B0502020202020204" pitchFamily="34" charset="0"/>
              </a:rPr>
              <a:t>SALT FLAT GRAY</a:t>
            </a:r>
            <a:br>
              <a:rPr lang="en-US" sz="1200" b="1">
                <a:solidFill>
                  <a:srgbClr val="404041"/>
                </a:solidFill>
                <a:effectLst/>
                <a:latin typeface="Century Gothic" panose="020B0502020202020204" pitchFamily="34" charset="0"/>
                <a:sym typeface="Century Gothic" panose="020B0502020202020204" pitchFamily="34" charset="0"/>
              </a:rPr>
            </a:br>
            <a:r>
              <a:rPr lang="en-US" sz="1200">
                <a:solidFill>
                  <a:srgbClr val="404041"/>
                </a:solidFill>
                <a:effectLst/>
                <a:latin typeface="Century Gothic" panose="020B0502020202020204" pitchFamily="34" charset="0"/>
                <a:sym typeface="Century Gothic" panose="020B0502020202020204" pitchFamily="34" charset="0"/>
              </a:rPr>
              <a:t>HEX: #E2E6E6</a:t>
            </a:r>
          </a:p>
          <a:p>
            <a:r>
              <a:rPr lang="en-US" sz="1200">
                <a:solidFill>
                  <a:srgbClr val="404041"/>
                </a:solidFill>
                <a:effectLst/>
                <a:latin typeface="Century Gothic" panose="020B0502020202020204" pitchFamily="34" charset="0"/>
                <a:sym typeface="Century Gothic" panose="020B0502020202020204" pitchFamily="34" charset="0"/>
              </a:rPr>
              <a:t>RGB: 226-230-230</a:t>
            </a:r>
          </a:p>
          <a:p>
            <a:r>
              <a:rPr lang="en-US" sz="1200">
                <a:solidFill>
                  <a:srgbClr val="404041"/>
                </a:solidFill>
                <a:effectLst/>
                <a:latin typeface="Century Gothic" panose="020B0502020202020204" pitchFamily="34" charset="0"/>
                <a:sym typeface="Century Gothic" panose="020B0502020202020204" pitchFamily="34" charset="0"/>
              </a:rPr>
              <a:t>CMYK: 10/5/7/0</a:t>
            </a:r>
          </a:p>
        </p:txBody>
      </p:sp>
      <p:sp>
        <p:nvSpPr>
          <p:cNvPr id="12" name="Oval 11">
            <a:extLst>
              <a:ext uri="{FF2B5EF4-FFF2-40B4-BE49-F238E27FC236}">
                <a16:creationId xmlns:a16="http://schemas.microsoft.com/office/drawing/2014/main" id="{2D6D76DF-6531-95BA-40E4-DFE386B04E6E}"/>
              </a:ext>
            </a:extLst>
          </p:cNvPr>
          <p:cNvSpPr/>
          <p:nvPr/>
        </p:nvSpPr>
        <p:spPr>
          <a:xfrm>
            <a:off x="8076120" y="3910081"/>
            <a:ext cx="830997" cy="830997"/>
          </a:xfrm>
          <a:prstGeom prst="ellipse">
            <a:avLst/>
          </a:prstGeom>
          <a:solidFill>
            <a:srgbClr val="939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3" name="TextBox 12">
            <a:extLst>
              <a:ext uri="{FF2B5EF4-FFF2-40B4-BE49-F238E27FC236}">
                <a16:creationId xmlns:a16="http://schemas.microsoft.com/office/drawing/2014/main" id="{6A6F1FFA-E0B5-533A-B85B-851D1A064251}"/>
              </a:ext>
            </a:extLst>
          </p:cNvPr>
          <p:cNvSpPr txBox="1"/>
          <p:nvPr/>
        </p:nvSpPr>
        <p:spPr>
          <a:xfrm>
            <a:off x="8983317" y="3910081"/>
            <a:ext cx="2057400" cy="830997"/>
          </a:xfrm>
          <a:prstGeom prst="rect">
            <a:avLst/>
          </a:prstGeom>
          <a:noFill/>
        </p:spPr>
        <p:txBody>
          <a:bodyPr wrap="none" rtlCol="0">
            <a:spAutoFit/>
          </a:bodyPr>
          <a:lstStyle/>
          <a:p>
            <a:r>
              <a:rPr lang="en-US" sz="1200" b="1">
                <a:solidFill>
                  <a:srgbClr val="404041"/>
                </a:solidFill>
                <a:latin typeface="Century Gothic" panose="020B0502020202020204" pitchFamily="34" charset="0"/>
                <a:sym typeface="Century Gothic" panose="020B0502020202020204" pitchFamily="34" charset="0"/>
              </a:rPr>
              <a:t>50% GRAY</a:t>
            </a:r>
            <a:br>
              <a:rPr lang="en-US" sz="1200" b="1">
                <a:solidFill>
                  <a:srgbClr val="404041"/>
                </a:solidFill>
                <a:latin typeface="Century Gothic" panose="020B0502020202020204" pitchFamily="34" charset="0"/>
                <a:sym typeface="Century Gothic" panose="020B0502020202020204" pitchFamily="34" charset="0"/>
              </a:rPr>
            </a:br>
            <a:r>
              <a:rPr lang="en-US" sz="1200">
                <a:solidFill>
                  <a:srgbClr val="404041"/>
                </a:solidFill>
                <a:effectLst/>
                <a:latin typeface="Century Gothic" panose="020B0502020202020204" pitchFamily="34" charset="0"/>
                <a:sym typeface="Century Gothic" panose="020B0502020202020204" pitchFamily="34" charset="0"/>
              </a:rPr>
              <a:t>HEX: #939598</a:t>
            </a:r>
          </a:p>
          <a:p>
            <a:r>
              <a:rPr lang="en-US" sz="1200">
                <a:solidFill>
                  <a:srgbClr val="404041"/>
                </a:solidFill>
                <a:effectLst/>
                <a:latin typeface="Century Gothic" panose="020B0502020202020204" pitchFamily="34" charset="0"/>
                <a:sym typeface="Century Gothic" panose="020B0502020202020204" pitchFamily="34" charset="0"/>
              </a:rPr>
              <a:t>RGB: 147-149-152</a:t>
            </a:r>
          </a:p>
          <a:p>
            <a:r>
              <a:rPr lang="en-US" sz="1200">
                <a:solidFill>
                  <a:srgbClr val="404041"/>
                </a:solidFill>
                <a:effectLst/>
                <a:latin typeface="Century Gothic" panose="020B0502020202020204" pitchFamily="34" charset="0"/>
                <a:sym typeface="Century Gothic" panose="020B0502020202020204" pitchFamily="34" charset="0"/>
              </a:rPr>
              <a:t>CMYK: 0/0/0/50</a:t>
            </a:r>
          </a:p>
        </p:txBody>
      </p:sp>
      <p:sp>
        <p:nvSpPr>
          <p:cNvPr id="14" name="Oval 13">
            <a:extLst>
              <a:ext uri="{FF2B5EF4-FFF2-40B4-BE49-F238E27FC236}">
                <a16:creationId xmlns:a16="http://schemas.microsoft.com/office/drawing/2014/main" id="{11989E39-6B13-79B3-BF31-1091AD9311CA}"/>
              </a:ext>
            </a:extLst>
          </p:cNvPr>
          <p:cNvSpPr/>
          <p:nvPr/>
        </p:nvSpPr>
        <p:spPr>
          <a:xfrm>
            <a:off x="1151282" y="2847429"/>
            <a:ext cx="830997" cy="83099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5" name="TextBox 14">
            <a:extLst>
              <a:ext uri="{FF2B5EF4-FFF2-40B4-BE49-F238E27FC236}">
                <a16:creationId xmlns:a16="http://schemas.microsoft.com/office/drawing/2014/main" id="{EEA684AC-FF2F-2F2C-4A53-1E6BF4C7494B}"/>
              </a:ext>
            </a:extLst>
          </p:cNvPr>
          <p:cNvSpPr txBox="1"/>
          <p:nvPr/>
        </p:nvSpPr>
        <p:spPr>
          <a:xfrm>
            <a:off x="2058479" y="2847429"/>
            <a:ext cx="1346844" cy="830997"/>
          </a:xfrm>
          <a:prstGeom prst="rect">
            <a:avLst/>
          </a:prstGeom>
          <a:noFill/>
        </p:spPr>
        <p:txBody>
          <a:bodyPr wrap="none" rtlCol="0">
            <a:spAutoFit/>
          </a:bodyPr>
          <a:lstStyle/>
          <a:p>
            <a:r>
              <a:rPr lang="en-US" sz="1200" b="1">
                <a:solidFill>
                  <a:srgbClr val="404041"/>
                </a:solidFill>
                <a:latin typeface="Century Gothic" panose="020B0502020202020204" pitchFamily="34" charset="0"/>
                <a:sym typeface="Century Gothic" panose="020B0502020202020204" pitchFamily="34" charset="0"/>
              </a:rPr>
              <a:t>90% </a:t>
            </a:r>
            <a:r>
              <a:rPr lang="en-US" sz="1200" b="1">
                <a:solidFill>
                  <a:srgbClr val="404041"/>
                </a:solidFill>
                <a:effectLst/>
                <a:latin typeface="Century Gothic" panose="020B0502020202020204" pitchFamily="34" charset="0"/>
                <a:sym typeface="Century Gothic" panose="020B0502020202020204" pitchFamily="34" charset="0"/>
              </a:rPr>
              <a:t>BLACK</a:t>
            </a:r>
          </a:p>
          <a:p>
            <a:r>
              <a:rPr lang="en-US" sz="1200">
                <a:solidFill>
                  <a:srgbClr val="404041"/>
                </a:solidFill>
                <a:effectLst/>
                <a:latin typeface="Century Gothic" panose="020B0502020202020204" pitchFamily="34" charset="0"/>
                <a:sym typeface="Century Gothic" panose="020B0502020202020204" pitchFamily="34" charset="0"/>
              </a:rPr>
              <a:t>HEX: #414042</a:t>
            </a:r>
          </a:p>
          <a:p>
            <a:r>
              <a:rPr lang="en-US" sz="1200">
                <a:solidFill>
                  <a:srgbClr val="404041"/>
                </a:solidFill>
                <a:effectLst/>
                <a:latin typeface="Century Gothic" panose="020B0502020202020204" pitchFamily="34" charset="0"/>
                <a:sym typeface="Century Gothic" panose="020B0502020202020204" pitchFamily="34" charset="0"/>
              </a:rPr>
              <a:t>RGB: 65-64-66</a:t>
            </a:r>
          </a:p>
          <a:p>
            <a:r>
              <a:rPr lang="en-US" sz="1200">
                <a:solidFill>
                  <a:srgbClr val="404041"/>
                </a:solidFill>
                <a:effectLst/>
                <a:latin typeface="Century Gothic" panose="020B0502020202020204" pitchFamily="34" charset="0"/>
                <a:sym typeface="Century Gothic" panose="020B0502020202020204" pitchFamily="34" charset="0"/>
              </a:rPr>
              <a:t>CMYK: 0/0/0/90</a:t>
            </a:r>
          </a:p>
        </p:txBody>
      </p:sp>
      <p:sp>
        <p:nvSpPr>
          <p:cNvPr id="16" name="Oval 15">
            <a:extLst>
              <a:ext uri="{FF2B5EF4-FFF2-40B4-BE49-F238E27FC236}">
                <a16:creationId xmlns:a16="http://schemas.microsoft.com/office/drawing/2014/main" id="{3B6E21C4-11F2-C9FE-B71C-B759D920D8FB}"/>
              </a:ext>
            </a:extLst>
          </p:cNvPr>
          <p:cNvSpPr/>
          <p:nvPr/>
        </p:nvSpPr>
        <p:spPr>
          <a:xfrm>
            <a:off x="4613701" y="2847429"/>
            <a:ext cx="830997" cy="830997"/>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7" name="TextBox 16">
            <a:extLst>
              <a:ext uri="{FF2B5EF4-FFF2-40B4-BE49-F238E27FC236}">
                <a16:creationId xmlns:a16="http://schemas.microsoft.com/office/drawing/2014/main" id="{2FF802A2-1A21-223E-3FC9-5DEF0A50DE9C}"/>
              </a:ext>
            </a:extLst>
          </p:cNvPr>
          <p:cNvSpPr txBox="1"/>
          <p:nvPr/>
        </p:nvSpPr>
        <p:spPr>
          <a:xfrm>
            <a:off x="5520898" y="2847429"/>
            <a:ext cx="2057398" cy="830997"/>
          </a:xfrm>
          <a:prstGeom prst="rect">
            <a:avLst/>
          </a:prstGeom>
          <a:noFill/>
        </p:spPr>
        <p:txBody>
          <a:bodyPr wrap="square" rtlCol="0">
            <a:spAutoFit/>
          </a:bodyPr>
          <a:lstStyle/>
          <a:p>
            <a:r>
              <a:rPr lang="en-US" sz="1200" b="1">
                <a:solidFill>
                  <a:srgbClr val="404041"/>
                </a:solidFill>
                <a:effectLst/>
                <a:latin typeface="Century Gothic" panose="020B0502020202020204" pitchFamily="34" charset="0"/>
                <a:sym typeface="Century Gothic" panose="020B0502020202020204" pitchFamily="34" charset="0"/>
              </a:rPr>
              <a:t>BLUE TOPAZ</a:t>
            </a:r>
          </a:p>
          <a:p>
            <a:r>
              <a:rPr lang="en-US" sz="1200">
                <a:solidFill>
                  <a:srgbClr val="404041"/>
                </a:solidFill>
                <a:effectLst/>
                <a:latin typeface="Century Gothic" panose="020B0502020202020204" pitchFamily="34" charset="0"/>
                <a:sym typeface="Century Gothic" panose="020B0502020202020204" pitchFamily="34" charset="0"/>
              </a:rPr>
              <a:t>HEX: #9DD8D7</a:t>
            </a:r>
          </a:p>
          <a:p>
            <a:r>
              <a:rPr lang="en-US" sz="1200">
                <a:solidFill>
                  <a:srgbClr val="404041"/>
                </a:solidFill>
                <a:effectLst/>
                <a:latin typeface="Century Gothic" panose="020B0502020202020204" pitchFamily="34" charset="0"/>
                <a:sym typeface="Century Gothic" panose="020B0502020202020204" pitchFamily="34" charset="0"/>
              </a:rPr>
              <a:t>RGB: 157-216-215</a:t>
            </a:r>
          </a:p>
          <a:p>
            <a:r>
              <a:rPr lang="en-US" sz="1200">
                <a:solidFill>
                  <a:srgbClr val="404041"/>
                </a:solidFill>
                <a:effectLst/>
                <a:latin typeface="Century Gothic" panose="020B0502020202020204" pitchFamily="34" charset="0"/>
                <a:sym typeface="Century Gothic" panose="020B0502020202020204" pitchFamily="34" charset="0"/>
              </a:rPr>
              <a:t>CMYK: 37/0/17/0</a:t>
            </a:r>
          </a:p>
        </p:txBody>
      </p:sp>
      <p:sp>
        <p:nvSpPr>
          <p:cNvPr id="18" name="Oval 17">
            <a:extLst>
              <a:ext uri="{FF2B5EF4-FFF2-40B4-BE49-F238E27FC236}">
                <a16:creationId xmlns:a16="http://schemas.microsoft.com/office/drawing/2014/main" id="{B9890DD3-7AE5-51ED-CFCE-F99C7042CBFE}"/>
              </a:ext>
            </a:extLst>
          </p:cNvPr>
          <p:cNvSpPr/>
          <p:nvPr/>
        </p:nvSpPr>
        <p:spPr>
          <a:xfrm>
            <a:off x="8076120" y="2847429"/>
            <a:ext cx="830997" cy="830997"/>
          </a:xfrm>
          <a:prstGeom prst="ellipse">
            <a:avLst/>
          </a:prstGeom>
          <a:solidFill>
            <a:srgbClr val="E493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19" name="TextBox 18">
            <a:extLst>
              <a:ext uri="{FF2B5EF4-FFF2-40B4-BE49-F238E27FC236}">
                <a16:creationId xmlns:a16="http://schemas.microsoft.com/office/drawing/2014/main" id="{304B908B-F4F4-6CFF-7CE8-290EED6A4962}"/>
              </a:ext>
            </a:extLst>
          </p:cNvPr>
          <p:cNvSpPr txBox="1"/>
          <p:nvPr/>
        </p:nvSpPr>
        <p:spPr>
          <a:xfrm>
            <a:off x="8983317" y="2847429"/>
            <a:ext cx="2057400" cy="830997"/>
          </a:xfrm>
          <a:prstGeom prst="rect">
            <a:avLst/>
          </a:prstGeom>
          <a:noFill/>
        </p:spPr>
        <p:txBody>
          <a:bodyPr wrap="none" rtlCol="0">
            <a:spAutoFit/>
          </a:bodyPr>
          <a:lstStyle/>
          <a:p>
            <a:r>
              <a:rPr lang="en-US" sz="1200" b="1">
                <a:solidFill>
                  <a:srgbClr val="404041"/>
                </a:solidFill>
                <a:effectLst/>
                <a:latin typeface="Century Gothic" panose="020B0502020202020204" pitchFamily="34" charset="0"/>
                <a:sym typeface="Century Gothic" panose="020B0502020202020204" pitchFamily="34" charset="0"/>
              </a:rPr>
              <a:t>CORAL PINK SAND DUNES</a:t>
            </a:r>
            <a:br>
              <a:rPr lang="en-US" sz="1200" b="1">
                <a:solidFill>
                  <a:srgbClr val="404041"/>
                </a:solidFill>
                <a:effectLst/>
                <a:latin typeface="Century Gothic" panose="020B0502020202020204" pitchFamily="34" charset="0"/>
                <a:sym typeface="Century Gothic" panose="020B0502020202020204" pitchFamily="34" charset="0"/>
              </a:rPr>
            </a:br>
            <a:r>
              <a:rPr lang="en-US" sz="1200">
                <a:solidFill>
                  <a:srgbClr val="404041"/>
                </a:solidFill>
                <a:effectLst/>
                <a:latin typeface="Century Gothic" panose="020B0502020202020204" pitchFamily="34" charset="0"/>
                <a:sym typeface="Century Gothic" panose="020B0502020202020204" pitchFamily="34" charset="0"/>
              </a:rPr>
              <a:t>HEX: #E4937B</a:t>
            </a:r>
          </a:p>
          <a:p>
            <a:r>
              <a:rPr lang="en-US" sz="1200">
                <a:solidFill>
                  <a:srgbClr val="404041"/>
                </a:solidFill>
                <a:effectLst/>
                <a:latin typeface="Century Gothic" panose="020B0502020202020204" pitchFamily="34" charset="0"/>
                <a:sym typeface="Century Gothic" panose="020B0502020202020204" pitchFamily="34" charset="0"/>
              </a:rPr>
              <a:t>RGB: 228-147-123</a:t>
            </a:r>
          </a:p>
          <a:p>
            <a:r>
              <a:rPr lang="en-US" sz="1200">
                <a:solidFill>
                  <a:srgbClr val="404041"/>
                </a:solidFill>
                <a:effectLst/>
                <a:latin typeface="Century Gothic" panose="020B0502020202020204" pitchFamily="34" charset="0"/>
                <a:sym typeface="Century Gothic" panose="020B0502020202020204" pitchFamily="34" charset="0"/>
              </a:rPr>
              <a:t>CMYK: 0/50/42/0</a:t>
            </a:r>
          </a:p>
        </p:txBody>
      </p:sp>
      <p:sp>
        <p:nvSpPr>
          <p:cNvPr id="20" name="Oval 19">
            <a:extLst>
              <a:ext uri="{FF2B5EF4-FFF2-40B4-BE49-F238E27FC236}">
                <a16:creationId xmlns:a16="http://schemas.microsoft.com/office/drawing/2014/main" id="{1D5ABF0C-CE23-D492-02BA-2FB99BE4374C}"/>
              </a:ext>
            </a:extLst>
          </p:cNvPr>
          <p:cNvSpPr/>
          <p:nvPr/>
        </p:nvSpPr>
        <p:spPr>
          <a:xfrm>
            <a:off x="1151282" y="1784776"/>
            <a:ext cx="830997" cy="830997"/>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21" name="TextBox 20">
            <a:extLst>
              <a:ext uri="{FF2B5EF4-FFF2-40B4-BE49-F238E27FC236}">
                <a16:creationId xmlns:a16="http://schemas.microsoft.com/office/drawing/2014/main" id="{4DA7CCEA-8AEF-A032-F59F-218199EAC35B}"/>
              </a:ext>
            </a:extLst>
          </p:cNvPr>
          <p:cNvSpPr txBox="1"/>
          <p:nvPr/>
        </p:nvSpPr>
        <p:spPr>
          <a:xfrm>
            <a:off x="2058478" y="1784776"/>
            <a:ext cx="1659429" cy="830997"/>
          </a:xfrm>
          <a:prstGeom prst="rect">
            <a:avLst/>
          </a:prstGeom>
          <a:noFill/>
        </p:spPr>
        <p:txBody>
          <a:bodyPr wrap="none" rtlCol="0">
            <a:spAutoFit/>
          </a:bodyPr>
          <a:lstStyle/>
          <a:p>
            <a:r>
              <a:rPr lang="en-US" sz="1200" b="1">
                <a:latin typeface="Century Gothic" panose="020B0502020202020204" pitchFamily="34" charset="0"/>
                <a:sym typeface="Century Gothic" panose="020B0502020202020204" pitchFamily="34" charset="0"/>
              </a:rPr>
              <a:t>UTAH RED</a:t>
            </a:r>
          </a:p>
          <a:p>
            <a:r>
              <a:rPr lang="en-US" sz="1200">
                <a:latin typeface="Century Gothic" panose="020B0502020202020204" pitchFamily="34" charset="0"/>
                <a:sym typeface="Century Gothic" panose="020B0502020202020204" pitchFamily="34" charset="0"/>
              </a:rPr>
              <a:t>HEX: #BE0000</a:t>
            </a:r>
          </a:p>
          <a:p>
            <a:r>
              <a:rPr lang="en-US" sz="1200">
                <a:latin typeface="Century Gothic" panose="020B0502020202020204" pitchFamily="34" charset="0"/>
                <a:sym typeface="Century Gothic" panose="020B0502020202020204" pitchFamily="34" charset="0"/>
              </a:rPr>
              <a:t>RGB: 190-0-0</a:t>
            </a:r>
            <a:br>
              <a:rPr lang="en-US" sz="1200">
                <a:latin typeface="Century Gothic" panose="020B0502020202020204" pitchFamily="34" charset="0"/>
                <a:sym typeface="Century Gothic" panose="020B0502020202020204" pitchFamily="34" charset="0"/>
              </a:rPr>
            </a:br>
            <a:r>
              <a:rPr lang="en-US" sz="1200">
                <a:latin typeface="Century Gothic" panose="020B0502020202020204" pitchFamily="34" charset="0"/>
                <a:sym typeface="Century Gothic" panose="020B0502020202020204" pitchFamily="34" charset="0"/>
              </a:rPr>
              <a:t>CMYK: 0/100/79/20</a:t>
            </a:r>
          </a:p>
        </p:txBody>
      </p:sp>
      <p:sp>
        <p:nvSpPr>
          <p:cNvPr id="22" name="Oval 21">
            <a:extLst>
              <a:ext uri="{FF2B5EF4-FFF2-40B4-BE49-F238E27FC236}">
                <a16:creationId xmlns:a16="http://schemas.microsoft.com/office/drawing/2014/main" id="{4ED708F8-45BB-77DD-33FF-DCC1140C027C}"/>
              </a:ext>
            </a:extLst>
          </p:cNvPr>
          <p:cNvSpPr/>
          <p:nvPr/>
        </p:nvSpPr>
        <p:spPr>
          <a:xfrm>
            <a:off x="4613701" y="1784776"/>
            <a:ext cx="830997" cy="83099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23" name="TextBox 22">
            <a:extLst>
              <a:ext uri="{FF2B5EF4-FFF2-40B4-BE49-F238E27FC236}">
                <a16:creationId xmlns:a16="http://schemas.microsoft.com/office/drawing/2014/main" id="{4619A2EC-5A1C-D2EF-B6D2-B08E699EF641}"/>
              </a:ext>
            </a:extLst>
          </p:cNvPr>
          <p:cNvSpPr txBox="1"/>
          <p:nvPr/>
        </p:nvSpPr>
        <p:spPr>
          <a:xfrm>
            <a:off x="5520896" y="1784776"/>
            <a:ext cx="2057400" cy="830997"/>
          </a:xfrm>
          <a:prstGeom prst="rect">
            <a:avLst/>
          </a:prstGeom>
          <a:noFill/>
        </p:spPr>
        <p:txBody>
          <a:bodyPr wrap="square" rtlCol="0">
            <a:spAutoFit/>
          </a:bodyPr>
          <a:lstStyle/>
          <a:p>
            <a:r>
              <a:rPr lang="en-US" sz="1200" b="1">
                <a:solidFill>
                  <a:srgbClr val="404041"/>
                </a:solidFill>
                <a:effectLst/>
                <a:latin typeface="Century Gothic" panose="020B0502020202020204" pitchFamily="34" charset="0"/>
                <a:sym typeface="Century Gothic" panose="020B0502020202020204" pitchFamily="34" charset="0"/>
              </a:rPr>
              <a:t>LAKE POWELL</a:t>
            </a:r>
          </a:p>
          <a:p>
            <a:r>
              <a:rPr lang="en-US" sz="1200">
                <a:solidFill>
                  <a:srgbClr val="404041"/>
                </a:solidFill>
                <a:effectLst/>
                <a:latin typeface="Century Gothic" panose="020B0502020202020204" pitchFamily="34" charset="0"/>
                <a:sym typeface="Century Gothic" panose="020B0502020202020204" pitchFamily="34" charset="0"/>
              </a:rPr>
              <a:t>HEX: #4F868E</a:t>
            </a:r>
          </a:p>
          <a:p>
            <a:r>
              <a:rPr lang="en-US" sz="1200">
                <a:solidFill>
                  <a:srgbClr val="404041"/>
                </a:solidFill>
                <a:effectLst/>
                <a:latin typeface="Century Gothic" panose="020B0502020202020204" pitchFamily="34" charset="0"/>
                <a:sym typeface="Century Gothic" panose="020B0502020202020204" pitchFamily="34" charset="0"/>
              </a:rPr>
              <a:t>RGB: 79-134-142</a:t>
            </a:r>
          </a:p>
          <a:p>
            <a:r>
              <a:rPr lang="en-US" sz="1200">
                <a:solidFill>
                  <a:srgbClr val="404041"/>
                </a:solidFill>
                <a:effectLst/>
                <a:latin typeface="Century Gothic" panose="020B0502020202020204" pitchFamily="34" charset="0"/>
                <a:sym typeface="Century Gothic" panose="020B0502020202020204" pitchFamily="34" charset="0"/>
              </a:rPr>
              <a:t>CMYK: 65/11/25/27</a:t>
            </a:r>
          </a:p>
        </p:txBody>
      </p:sp>
      <p:sp>
        <p:nvSpPr>
          <p:cNvPr id="24" name="Oval 23">
            <a:extLst>
              <a:ext uri="{FF2B5EF4-FFF2-40B4-BE49-F238E27FC236}">
                <a16:creationId xmlns:a16="http://schemas.microsoft.com/office/drawing/2014/main" id="{FA51BAEE-1EB7-BDE6-C0CD-130FE2B17507}"/>
              </a:ext>
            </a:extLst>
          </p:cNvPr>
          <p:cNvSpPr/>
          <p:nvPr/>
        </p:nvSpPr>
        <p:spPr>
          <a:xfrm>
            <a:off x="8076120" y="1784776"/>
            <a:ext cx="830997" cy="830997"/>
          </a:xfrm>
          <a:prstGeom prst="ellipse">
            <a:avLst/>
          </a:prstGeom>
          <a:solidFill>
            <a:srgbClr val="8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sym typeface="Century Gothic" panose="020B0502020202020204" pitchFamily="34" charset="0"/>
            </a:endParaRPr>
          </a:p>
        </p:txBody>
      </p:sp>
      <p:sp>
        <p:nvSpPr>
          <p:cNvPr id="25" name="TextBox 24">
            <a:extLst>
              <a:ext uri="{FF2B5EF4-FFF2-40B4-BE49-F238E27FC236}">
                <a16:creationId xmlns:a16="http://schemas.microsoft.com/office/drawing/2014/main" id="{3DCF4BC7-906A-FF06-F113-1DDF97C80406}"/>
              </a:ext>
            </a:extLst>
          </p:cNvPr>
          <p:cNvSpPr txBox="1"/>
          <p:nvPr/>
        </p:nvSpPr>
        <p:spPr>
          <a:xfrm>
            <a:off x="8983316" y="1784776"/>
            <a:ext cx="2057400" cy="830997"/>
          </a:xfrm>
          <a:prstGeom prst="rect">
            <a:avLst/>
          </a:prstGeom>
          <a:noFill/>
        </p:spPr>
        <p:txBody>
          <a:bodyPr wrap="none" rtlCol="0">
            <a:spAutoFit/>
          </a:bodyPr>
          <a:lstStyle/>
          <a:p>
            <a:r>
              <a:rPr lang="en-US" sz="1200" b="1">
                <a:solidFill>
                  <a:srgbClr val="404041"/>
                </a:solidFill>
                <a:effectLst/>
                <a:latin typeface="Century Gothic" panose="020B0502020202020204" pitchFamily="34" charset="0"/>
                <a:sym typeface="Century Gothic" panose="020B0502020202020204" pitchFamily="34" charset="0"/>
              </a:rPr>
              <a:t>RED ROCKS</a:t>
            </a:r>
            <a:br>
              <a:rPr lang="en-US" sz="1200" b="1">
                <a:solidFill>
                  <a:srgbClr val="404041"/>
                </a:solidFill>
                <a:effectLst/>
                <a:latin typeface="Century Gothic" panose="020B0502020202020204" pitchFamily="34" charset="0"/>
                <a:sym typeface="Century Gothic" panose="020B0502020202020204" pitchFamily="34" charset="0"/>
              </a:rPr>
            </a:br>
            <a:r>
              <a:rPr lang="en-US" sz="1200">
                <a:solidFill>
                  <a:srgbClr val="404041"/>
                </a:solidFill>
                <a:effectLst/>
                <a:latin typeface="Century Gothic" panose="020B0502020202020204" pitchFamily="34" charset="0"/>
                <a:sym typeface="Century Gothic" panose="020B0502020202020204" pitchFamily="34" charset="0"/>
              </a:rPr>
              <a:t>HEX: #890000</a:t>
            </a:r>
          </a:p>
          <a:p>
            <a:r>
              <a:rPr lang="en-US" sz="1200">
                <a:solidFill>
                  <a:srgbClr val="404041"/>
                </a:solidFill>
                <a:effectLst/>
                <a:latin typeface="Century Gothic" panose="020B0502020202020204" pitchFamily="34" charset="0"/>
                <a:sym typeface="Century Gothic" panose="020B0502020202020204" pitchFamily="34" charset="0"/>
              </a:rPr>
              <a:t>RGB: 130-0-0</a:t>
            </a:r>
          </a:p>
          <a:p>
            <a:r>
              <a:rPr lang="en-US" sz="1200">
                <a:solidFill>
                  <a:srgbClr val="404041"/>
                </a:solidFill>
                <a:effectLst/>
                <a:latin typeface="Century Gothic" panose="020B0502020202020204" pitchFamily="34" charset="0"/>
                <a:sym typeface="Century Gothic" panose="020B0502020202020204" pitchFamily="34" charset="0"/>
              </a:rPr>
              <a:t>CMYK: 0/100/89/50</a:t>
            </a:r>
          </a:p>
        </p:txBody>
      </p:sp>
      <p:sp>
        <p:nvSpPr>
          <p:cNvPr id="26" name="TextBox 25">
            <a:extLst>
              <a:ext uri="{FF2B5EF4-FFF2-40B4-BE49-F238E27FC236}">
                <a16:creationId xmlns:a16="http://schemas.microsoft.com/office/drawing/2014/main" id="{1E6CC0DD-F57D-9F28-C5EC-6E6A4608B933}"/>
              </a:ext>
            </a:extLst>
          </p:cNvPr>
          <p:cNvSpPr txBox="1"/>
          <p:nvPr/>
        </p:nvSpPr>
        <p:spPr>
          <a:xfrm>
            <a:off x="2058479" y="5019599"/>
            <a:ext cx="9414015" cy="584775"/>
          </a:xfrm>
          <a:prstGeom prst="rect">
            <a:avLst/>
          </a:prstGeom>
          <a:noFill/>
        </p:spPr>
        <p:txBody>
          <a:bodyPr wrap="square" rtlCol="0" anchor="ctr">
            <a:spAutoFit/>
          </a:bodyPr>
          <a:lstStyle/>
          <a:p>
            <a:pPr>
              <a:spcBef>
                <a:spcPts val="1800"/>
              </a:spcBef>
            </a:pPr>
            <a:r>
              <a:rPr lang="en-US" sz="1600">
                <a:latin typeface="Century Gothic" panose="020B0502020202020204" pitchFamily="34" charset="0"/>
                <a:sym typeface="Century Gothic" panose="020B0502020202020204" pitchFamily="34" charset="0"/>
              </a:rPr>
              <a:t>Tints and accent colors are acceptable to use in charts where additional colors are needed. For more guidance on color usage, please visit the online </a:t>
            </a:r>
            <a:r>
              <a:rPr lang="en-US" sz="1600" i="1">
                <a:latin typeface="Century Gothic" panose="020B0502020202020204" pitchFamily="34" charset="0"/>
                <a:sym typeface="Century Gothic" panose="020B0502020202020204" pitchFamily="34" charset="0"/>
                <a:hlinkClick r:id="rId3">
                  <a:extLst>
                    <a:ext uri="{A12FA001-AC4F-418D-AE19-62706E023703}">
                      <ahyp:hlinkClr xmlns:ahyp="http://schemas.microsoft.com/office/drawing/2018/hyperlinkcolor" val="tx"/>
                    </a:ext>
                  </a:extLst>
                </a:hlinkClick>
              </a:rPr>
              <a:t>Brand and Style Guide</a:t>
            </a:r>
            <a:r>
              <a:rPr lang="en-US" sz="1600">
                <a:latin typeface="Century Gothic" panose="020B0502020202020204" pitchFamily="34" charset="0"/>
                <a:sym typeface="Century Gothic" panose="020B0502020202020204" pitchFamily="34" charset="0"/>
              </a:rPr>
              <a:t>.</a:t>
            </a:r>
            <a:endParaRPr lang="en-US" sz="1600" i="1">
              <a:latin typeface="Century Gothic" panose="020B0502020202020204" pitchFamily="34" charset="0"/>
              <a:sym typeface="Century Gothic" panose="020B0502020202020204" pitchFamily="34" charset="0"/>
            </a:endParaRPr>
          </a:p>
        </p:txBody>
      </p:sp>
      <p:grpSp>
        <p:nvGrpSpPr>
          <p:cNvPr id="27" name="Group 26">
            <a:extLst>
              <a:ext uri="{FF2B5EF4-FFF2-40B4-BE49-F238E27FC236}">
                <a16:creationId xmlns:a16="http://schemas.microsoft.com/office/drawing/2014/main" id="{CC905A27-551A-F6D9-0480-DDA573E290CA}"/>
              </a:ext>
            </a:extLst>
          </p:cNvPr>
          <p:cNvGrpSpPr/>
          <p:nvPr/>
        </p:nvGrpSpPr>
        <p:grpSpPr>
          <a:xfrm>
            <a:off x="1295400" y="5038918"/>
            <a:ext cx="560710" cy="556141"/>
            <a:chOff x="658491" y="5235059"/>
            <a:chExt cx="560710" cy="556141"/>
          </a:xfrm>
        </p:grpSpPr>
        <p:sp>
          <p:nvSpPr>
            <p:cNvPr id="28" name="Oval 27">
              <a:extLst>
                <a:ext uri="{FF2B5EF4-FFF2-40B4-BE49-F238E27FC236}">
                  <a16:creationId xmlns:a16="http://schemas.microsoft.com/office/drawing/2014/main" id="{6FEBF21A-307E-1E0D-5A32-7B86D3F91C7F}"/>
                </a:ext>
              </a:extLst>
            </p:cNvPr>
            <p:cNvSpPr/>
            <p:nvPr/>
          </p:nvSpPr>
          <p:spPr>
            <a:xfrm>
              <a:off x="963293" y="5535292"/>
              <a:ext cx="255908" cy="255908"/>
            </a:xfrm>
            <a:prstGeom prst="ellipse">
              <a:avLst/>
            </a:prstGeom>
            <a:solidFill>
              <a:srgbClr val="90BC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687A1E3-49FD-94A0-ED0F-FB593C77407A}"/>
                </a:ext>
              </a:extLst>
            </p:cNvPr>
            <p:cNvSpPr/>
            <p:nvPr/>
          </p:nvSpPr>
          <p:spPr>
            <a:xfrm>
              <a:off x="658491" y="5535292"/>
              <a:ext cx="255908" cy="255908"/>
            </a:xfrm>
            <a:prstGeom prst="ellipse">
              <a:avLst/>
            </a:prstGeom>
            <a:solidFill>
              <a:srgbClr val="B5D2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3DA5F8C-91BF-008C-3A2F-D607780EA00B}"/>
                </a:ext>
              </a:extLst>
            </p:cNvPr>
            <p:cNvSpPr/>
            <p:nvPr/>
          </p:nvSpPr>
          <p:spPr>
            <a:xfrm>
              <a:off x="963293" y="5235059"/>
              <a:ext cx="255908" cy="255908"/>
            </a:xfrm>
            <a:prstGeom prst="ellipse">
              <a:avLst/>
            </a:prstGeom>
            <a:solidFill>
              <a:srgbClr val="758E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05A096A-7129-C689-CA28-9E8CBAD7C070}"/>
                </a:ext>
              </a:extLst>
            </p:cNvPr>
            <p:cNvSpPr/>
            <p:nvPr/>
          </p:nvSpPr>
          <p:spPr>
            <a:xfrm>
              <a:off x="658492" y="5235059"/>
              <a:ext cx="255908" cy="255908"/>
            </a:xfrm>
            <a:prstGeom prst="ellipse">
              <a:avLst/>
            </a:prstGeom>
            <a:solidFill>
              <a:srgbClr val="D8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98875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CFFD1-1EA2-1C0D-DC59-07D1BD2C5B50}"/>
              </a:ext>
            </a:extLst>
          </p:cNvPr>
          <p:cNvSpPr>
            <a:spLocks noGrp="1"/>
          </p:cNvSpPr>
          <p:nvPr>
            <p:ph type="title"/>
          </p:nvPr>
        </p:nvSpPr>
        <p:spPr>
          <a:xfrm>
            <a:off x="365760" y="365760"/>
            <a:ext cx="10958513" cy="504000"/>
          </a:xfrm>
        </p:spPr>
        <p:txBody>
          <a:bodyPr/>
          <a:lstStyle/>
          <a:p>
            <a:r>
              <a:rPr lang="en-US" b="1" u="sng">
                <a:sym typeface="Century Gothic" panose="020B0502020202020204" pitchFamily="34" charset="0"/>
              </a:rPr>
              <a:t>Icon</a:t>
            </a:r>
            <a:r>
              <a:rPr lang="en-US">
                <a:sym typeface="Century Gothic" panose="020B0502020202020204" pitchFamily="34" charset="0"/>
              </a:rPr>
              <a:t> LIBRARY</a:t>
            </a:r>
          </a:p>
        </p:txBody>
      </p:sp>
      <p:sp>
        <p:nvSpPr>
          <p:cNvPr id="76" name="Text Placeholder 75">
            <a:extLst>
              <a:ext uri="{FF2B5EF4-FFF2-40B4-BE49-F238E27FC236}">
                <a16:creationId xmlns:a16="http://schemas.microsoft.com/office/drawing/2014/main" id="{E7DCC764-87F7-13D1-D362-F20CC0BEA527}"/>
              </a:ext>
            </a:extLst>
          </p:cNvPr>
          <p:cNvSpPr>
            <a:spLocks noGrp="1"/>
          </p:cNvSpPr>
          <p:nvPr>
            <p:ph type="body" sz="quarter" idx="16"/>
          </p:nvPr>
        </p:nvSpPr>
        <p:spPr/>
        <p:txBody>
          <a:bodyPr/>
          <a:lstStyle/>
          <a:p>
            <a:r>
              <a:rPr lang="en-US"/>
              <a:t>CONFIDENTIAL</a:t>
            </a:r>
          </a:p>
        </p:txBody>
      </p:sp>
      <p:sp>
        <p:nvSpPr>
          <p:cNvPr id="93" name="Text Placeholder 92">
            <a:extLst>
              <a:ext uri="{FF2B5EF4-FFF2-40B4-BE49-F238E27FC236}">
                <a16:creationId xmlns:a16="http://schemas.microsoft.com/office/drawing/2014/main" id="{275D7368-5D28-3BDD-6CCD-24D8F8D93DD9}"/>
              </a:ext>
            </a:extLst>
          </p:cNvPr>
          <p:cNvSpPr>
            <a:spLocks noGrp="1"/>
          </p:cNvSpPr>
          <p:nvPr>
            <p:ph type="body" sz="quarter" idx="13"/>
          </p:nvPr>
        </p:nvSpPr>
        <p:spPr>
          <a:xfrm>
            <a:off x="365760" y="1095208"/>
            <a:ext cx="10956970" cy="360000"/>
          </a:xfrm>
        </p:spPr>
        <p:txBody>
          <a:bodyPr/>
          <a:lstStyle/>
          <a:p>
            <a:r>
              <a:rPr lang="en-US"/>
              <a:t>FOR USE IN YOUR PRESENTATIONS</a:t>
            </a:r>
          </a:p>
        </p:txBody>
      </p:sp>
      <p:sp>
        <p:nvSpPr>
          <p:cNvPr id="75" name="Text Placeholder 74">
            <a:extLst>
              <a:ext uri="{FF2B5EF4-FFF2-40B4-BE49-F238E27FC236}">
                <a16:creationId xmlns:a16="http://schemas.microsoft.com/office/drawing/2014/main" id="{8D85B6BF-072E-F4BD-C1E7-CA7F6F64857F}"/>
              </a:ext>
            </a:extLst>
          </p:cNvPr>
          <p:cNvSpPr>
            <a:spLocks noGrp="1"/>
          </p:cNvSpPr>
          <p:nvPr>
            <p:ph type="body" sz="quarter" idx="14"/>
          </p:nvPr>
        </p:nvSpPr>
        <p:spPr/>
        <p:txBody>
          <a:bodyPr/>
          <a:lstStyle/>
          <a:p>
            <a:endParaRPr lang="en-US"/>
          </a:p>
        </p:txBody>
      </p:sp>
      <p:pic>
        <p:nvPicPr>
          <p:cNvPr id="4" name="Graphic 3" descr="Users outline">
            <a:extLst>
              <a:ext uri="{FF2B5EF4-FFF2-40B4-BE49-F238E27FC236}">
                <a16:creationId xmlns:a16="http://schemas.microsoft.com/office/drawing/2014/main" id="{50B5A839-B078-E8E6-31FF-BB8D146BE8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8441" y="1759132"/>
            <a:ext cx="647673" cy="647673"/>
          </a:xfrm>
          <a:prstGeom prst="rect">
            <a:avLst/>
          </a:prstGeom>
        </p:spPr>
      </p:pic>
      <p:pic>
        <p:nvPicPr>
          <p:cNvPr id="5" name="Graphic 4" descr="Stethoscope outline">
            <a:extLst>
              <a:ext uri="{FF2B5EF4-FFF2-40B4-BE49-F238E27FC236}">
                <a16:creationId xmlns:a16="http://schemas.microsoft.com/office/drawing/2014/main" id="{78C18B75-1A60-C6B4-6DCC-2DCF8CDA02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58735" y="1770858"/>
            <a:ext cx="647673" cy="647673"/>
          </a:xfrm>
          <a:prstGeom prst="rect">
            <a:avLst/>
          </a:prstGeom>
        </p:spPr>
      </p:pic>
      <p:pic>
        <p:nvPicPr>
          <p:cNvPr id="6" name="Graphic 5" descr="Medicine outline">
            <a:extLst>
              <a:ext uri="{FF2B5EF4-FFF2-40B4-BE49-F238E27FC236}">
                <a16:creationId xmlns:a16="http://schemas.microsoft.com/office/drawing/2014/main" id="{F110FEDE-5717-573C-7BD7-5D99C4A7B5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21892" y="1770858"/>
            <a:ext cx="647673" cy="647673"/>
          </a:xfrm>
          <a:prstGeom prst="rect">
            <a:avLst/>
          </a:prstGeom>
        </p:spPr>
      </p:pic>
      <p:pic>
        <p:nvPicPr>
          <p:cNvPr id="7" name="Graphic 6" descr="Medical outline">
            <a:extLst>
              <a:ext uri="{FF2B5EF4-FFF2-40B4-BE49-F238E27FC236}">
                <a16:creationId xmlns:a16="http://schemas.microsoft.com/office/drawing/2014/main" id="{7ABD3493-30FB-F6EF-F5D9-C6EB292A792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63842" y="1770858"/>
            <a:ext cx="647673" cy="647673"/>
          </a:xfrm>
          <a:prstGeom prst="rect">
            <a:avLst/>
          </a:prstGeom>
        </p:spPr>
      </p:pic>
      <p:pic>
        <p:nvPicPr>
          <p:cNvPr id="8" name="Graphic 7" descr="Doctor male outline">
            <a:extLst>
              <a:ext uri="{FF2B5EF4-FFF2-40B4-BE49-F238E27FC236}">
                <a16:creationId xmlns:a16="http://schemas.microsoft.com/office/drawing/2014/main" id="{31A3AC5E-644D-8B11-1288-2E13373C4BD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02600" y="3076367"/>
            <a:ext cx="647673" cy="647673"/>
          </a:xfrm>
          <a:prstGeom prst="rect">
            <a:avLst/>
          </a:prstGeom>
        </p:spPr>
      </p:pic>
      <p:pic>
        <p:nvPicPr>
          <p:cNvPr id="9" name="Graphic 8" descr="Doctor female outline">
            <a:extLst>
              <a:ext uri="{FF2B5EF4-FFF2-40B4-BE49-F238E27FC236}">
                <a16:creationId xmlns:a16="http://schemas.microsoft.com/office/drawing/2014/main" id="{4C538113-ACA2-E482-33EE-36638C0D9DE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21892" y="3076367"/>
            <a:ext cx="647673" cy="647673"/>
          </a:xfrm>
          <a:prstGeom prst="rect">
            <a:avLst/>
          </a:prstGeom>
        </p:spPr>
      </p:pic>
      <p:pic>
        <p:nvPicPr>
          <p:cNvPr id="10" name="Graphic 9" descr="Needle outline">
            <a:extLst>
              <a:ext uri="{FF2B5EF4-FFF2-40B4-BE49-F238E27FC236}">
                <a16:creationId xmlns:a16="http://schemas.microsoft.com/office/drawing/2014/main" id="{A23B7F15-0956-9DC4-A14D-B06FA8A0FA1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37396" y="4381351"/>
            <a:ext cx="647673" cy="647673"/>
          </a:xfrm>
          <a:prstGeom prst="rect">
            <a:avLst/>
          </a:prstGeom>
        </p:spPr>
      </p:pic>
      <p:pic>
        <p:nvPicPr>
          <p:cNvPr id="11" name="Graphic 10" descr="Ambulance outline">
            <a:extLst>
              <a:ext uri="{FF2B5EF4-FFF2-40B4-BE49-F238E27FC236}">
                <a16:creationId xmlns:a16="http://schemas.microsoft.com/office/drawing/2014/main" id="{0895C13A-5ED5-F4BB-28D7-ABF42AF86C6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364884" y="2424360"/>
            <a:ext cx="647673" cy="647673"/>
          </a:xfrm>
          <a:prstGeom prst="rect">
            <a:avLst/>
          </a:prstGeom>
        </p:spPr>
      </p:pic>
      <p:grpSp>
        <p:nvGrpSpPr>
          <p:cNvPr id="12" name="Group 11">
            <a:extLst>
              <a:ext uri="{FF2B5EF4-FFF2-40B4-BE49-F238E27FC236}">
                <a16:creationId xmlns:a16="http://schemas.microsoft.com/office/drawing/2014/main" id="{B39DF642-2759-2EED-9EA1-4D54303B140A}"/>
              </a:ext>
            </a:extLst>
          </p:cNvPr>
          <p:cNvGrpSpPr/>
          <p:nvPr/>
        </p:nvGrpSpPr>
        <p:grpSpPr>
          <a:xfrm>
            <a:off x="3150556" y="2572785"/>
            <a:ext cx="559967" cy="350823"/>
            <a:chOff x="5700712" y="3238500"/>
            <a:chExt cx="790575" cy="495300"/>
          </a:xfrm>
          <a:solidFill>
            <a:schemeClr val="accent2"/>
          </a:solidFill>
        </p:grpSpPr>
        <p:sp>
          <p:nvSpPr>
            <p:cNvPr id="13" name="Freeform 12">
              <a:extLst>
                <a:ext uri="{FF2B5EF4-FFF2-40B4-BE49-F238E27FC236}">
                  <a16:creationId xmlns:a16="http://schemas.microsoft.com/office/drawing/2014/main" id="{6E8850D9-77D3-1C47-6F6B-59ED9254D14C}"/>
                </a:ext>
              </a:extLst>
            </p:cNvPr>
            <p:cNvSpPr/>
            <p:nvPr/>
          </p:nvSpPr>
          <p:spPr>
            <a:xfrm>
              <a:off x="5748337" y="3305175"/>
              <a:ext cx="114300" cy="114300"/>
            </a:xfrm>
            <a:custGeom>
              <a:avLst/>
              <a:gdLst>
                <a:gd name="connsiteX0" fmla="*/ 57150 w 114300"/>
                <a:gd name="connsiteY0" fmla="*/ 114300 h 114300"/>
                <a:gd name="connsiteX1" fmla="*/ 114300 w 114300"/>
                <a:gd name="connsiteY1" fmla="*/ 57150 h 114300"/>
                <a:gd name="connsiteX2" fmla="*/ 57150 w 114300"/>
                <a:gd name="connsiteY2" fmla="*/ 0 h 114300"/>
                <a:gd name="connsiteX3" fmla="*/ 0 w 114300"/>
                <a:gd name="connsiteY3" fmla="*/ 57150 h 114300"/>
                <a:gd name="connsiteX4" fmla="*/ 57150 w 114300"/>
                <a:gd name="connsiteY4" fmla="*/ 114300 h 114300"/>
                <a:gd name="connsiteX5" fmla="*/ 57150 w 114300"/>
                <a:gd name="connsiteY5" fmla="*/ 19050 h 114300"/>
                <a:gd name="connsiteX6" fmla="*/ 95250 w 114300"/>
                <a:gd name="connsiteY6" fmla="*/ 57150 h 114300"/>
                <a:gd name="connsiteX7" fmla="*/ 57150 w 114300"/>
                <a:gd name="connsiteY7" fmla="*/ 95250 h 114300"/>
                <a:gd name="connsiteX8" fmla="*/ 19050 w 114300"/>
                <a:gd name="connsiteY8" fmla="*/ 57150 h 114300"/>
                <a:gd name="connsiteX9" fmla="*/ 57150 w 114300"/>
                <a:gd name="connsiteY9" fmla="*/ 1905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57150" y="19050"/>
                  </a:moveTo>
                  <a:cubicBezTo>
                    <a:pt x="78192" y="19050"/>
                    <a:pt x="95250" y="36108"/>
                    <a:pt x="95250" y="57150"/>
                  </a:cubicBezTo>
                  <a:cubicBezTo>
                    <a:pt x="95250" y="78192"/>
                    <a:pt x="78192" y="95250"/>
                    <a:pt x="57150" y="95250"/>
                  </a:cubicBezTo>
                  <a:cubicBezTo>
                    <a:pt x="36108" y="95250"/>
                    <a:pt x="19050" y="78192"/>
                    <a:pt x="19050" y="57150"/>
                  </a:cubicBezTo>
                  <a:cubicBezTo>
                    <a:pt x="19050" y="36108"/>
                    <a:pt x="36108" y="19050"/>
                    <a:pt x="57150" y="19050"/>
                  </a:cubicBezTo>
                  <a:close/>
                </a:path>
              </a:pathLst>
            </a:custGeom>
            <a:grpFill/>
            <a:ln w="9525" cap="flat">
              <a:noFill/>
              <a:prstDash val="solid"/>
              <a:miter/>
            </a:ln>
          </p:spPr>
          <p:txBody>
            <a:bodyPr rtlCol="0" anchor="ctr"/>
            <a:lstStyle/>
            <a:p>
              <a:endParaRPr lang="en-US">
                <a:latin typeface="Century Gothic" panose="020B0502020202020204" pitchFamily="34" charset="0"/>
                <a:sym typeface="Century Gothic" panose="020B0502020202020204" pitchFamily="34" charset="0"/>
              </a:endParaRPr>
            </a:p>
          </p:txBody>
        </p:sp>
        <p:sp>
          <p:nvSpPr>
            <p:cNvPr id="14" name="Freeform 13">
              <a:extLst>
                <a:ext uri="{FF2B5EF4-FFF2-40B4-BE49-F238E27FC236}">
                  <a16:creationId xmlns:a16="http://schemas.microsoft.com/office/drawing/2014/main" id="{1C33AA5C-165D-8F5D-03F5-210C83D48FA4}"/>
                </a:ext>
              </a:extLst>
            </p:cNvPr>
            <p:cNvSpPr/>
            <p:nvPr/>
          </p:nvSpPr>
          <p:spPr>
            <a:xfrm>
              <a:off x="5700712" y="3238500"/>
              <a:ext cx="790575" cy="495300"/>
            </a:xfrm>
            <a:custGeom>
              <a:avLst/>
              <a:gdLst>
                <a:gd name="connsiteX0" fmla="*/ 742950 w 790575"/>
                <a:gd name="connsiteY0" fmla="*/ 171450 h 495300"/>
                <a:gd name="connsiteX1" fmla="*/ 304800 w 790575"/>
                <a:gd name="connsiteY1" fmla="*/ 171450 h 495300"/>
                <a:gd name="connsiteX2" fmla="*/ 304800 w 790575"/>
                <a:gd name="connsiteY2" fmla="*/ 180403 h 495300"/>
                <a:gd name="connsiteX3" fmla="*/ 259832 w 790575"/>
                <a:gd name="connsiteY3" fmla="*/ 162154 h 495300"/>
                <a:gd name="connsiteX4" fmla="*/ 150009 w 790575"/>
                <a:gd name="connsiteY4" fmla="*/ 205121 h 495300"/>
                <a:gd name="connsiteX5" fmla="*/ 143437 w 790575"/>
                <a:gd name="connsiteY5" fmla="*/ 219075 h 495300"/>
                <a:gd name="connsiteX6" fmla="*/ 19050 w 790575"/>
                <a:gd name="connsiteY6" fmla="*/ 165202 h 495300"/>
                <a:gd name="connsiteX7" fmla="*/ 19050 w 790575"/>
                <a:gd name="connsiteY7" fmla="*/ 9525 h 495300"/>
                <a:gd name="connsiteX8" fmla="*/ 9525 w 790575"/>
                <a:gd name="connsiteY8" fmla="*/ 0 h 495300"/>
                <a:gd name="connsiteX9" fmla="*/ 0 w 790575"/>
                <a:gd name="connsiteY9" fmla="*/ 9525 h 495300"/>
                <a:gd name="connsiteX10" fmla="*/ 0 w 790575"/>
                <a:gd name="connsiteY10" fmla="*/ 495300 h 495300"/>
                <a:gd name="connsiteX11" fmla="*/ 19050 w 790575"/>
                <a:gd name="connsiteY11" fmla="*/ 495300 h 495300"/>
                <a:gd name="connsiteX12" fmla="*/ 19050 w 790575"/>
                <a:gd name="connsiteY12" fmla="*/ 390525 h 495300"/>
                <a:gd name="connsiteX13" fmla="*/ 304800 w 790575"/>
                <a:gd name="connsiteY13" fmla="*/ 390525 h 495300"/>
                <a:gd name="connsiteX14" fmla="*/ 304800 w 790575"/>
                <a:gd name="connsiteY14" fmla="*/ 400050 h 495300"/>
                <a:gd name="connsiteX15" fmla="*/ 352425 w 790575"/>
                <a:gd name="connsiteY15" fmla="*/ 447675 h 495300"/>
                <a:gd name="connsiteX16" fmla="*/ 771525 w 790575"/>
                <a:gd name="connsiteY16" fmla="*/ 447675 h 495300"/>
                <a:gd name="connsiteX17" fmla="*/ 771525 w 790575"/>
                <a:gd name="connsiteY17" fmla="*/ 495300 h 495300"/>
                <a:gd name="connsiteX18" fmla="*/ 790575 w 790575"/>
                <a:gd name="connsiteY18" fmla="*/ 495300 h 495300"/>
                <a:gd name="connsiteX19" fmla="*/ 790575 w 790575"/>
                <a:gd name="connsiteY19" fmla="*/ 219075 h 495300"/>
                <a:gd name="connsiteX20" fmla="*/ 742950 w 790575"/>
                <a:gd name="connsiteY20" fmla="*/ 171450 h 495300"/>
                <a:gd name="connsiteX21" fmla="*/ 304800 w 790575"/>
                <a:gd name="connsiteY21" fmla="*/ 371475 h 495300"/>
                <a:gd name="connsiteX22" fmla="*/ 19050 w 790575"/>
                <a:gd name="connsiteY22" fmla="*/ 371475 h 495300"/>
                <a:gd name="connsiteX23" fmla="*/ 19050 w 790575"/>
                <a:gd name="connsiteY23" fmla="*/ 185957 h 495300"/>
                <a:gd name="connsiteX24" fmla="*/ 304800 w 790575"/>
                <a:gd name="connsiteY24" fmla="*/ 309782 h 495300"/>
                <a:gd name="connsiteX25" fmla="*/ 304800 w 790575"/>
                <a:gd name="connsiteY25" fmla="*/ 289027 h 495300"/>
                <a:gd name="connsiteX26" fmla="*/ 160973 w 790575"/>
                <a:gd name="connsiteY26" fmla="*/ 226695 h 495300"/>
                <a:gd name="connsiteX27" fmla="*/ 167297 w 790575"/>
                <a:gd name="connsiteY27" fmla="*/ 213246 h 495300"/>
                <a:gd name="connsiteX28" fmla="*/ 252708 w 790575"/>
                <a:gd name="connsiteY28" fmla="*/ 179832 h 495300"/>
                <a:gd name="connsiteX29" fmla="*/ 304800 w 790575"/>
                <a:gd name="connsiteY29" fmla="*/ 200977 h 495300"/>
                <a:gd name="connsiteX30" fmla="*/ 771525 w 790575"/>
                <a:gd name="connsiteY30" fmla="*/ 428625 h 495300"/>
                <a:gd name="connsiteX31" fmla="*/ 352425 w 790575"/>
                <a:gd name="connsiteY31" fmla="*/ 428625 h 495300"/>
                <a:gd name="connsiteX32" fmla="*/ 323850 w 790575"/>
                <a:gd name="connsiteY32" fmla="*/ 400050 h 495300"/>
                <a:gd name="connsiteX33" fmla="*/ 323850 w 790575"/>
                <a:gd name="connsiteY33" fmla="*/ 190500 h 495300"/>
                <a:gd name="connsiteX34" fmla="*/ 742950 w 790575"/>
                <a:gd name="connsiteY34" fmla="*/ 190500 h 495300"/>
                <a:gd name="connsiteX35" fmla="*/ 771525 w 790575"/>
                <a:gd name="connsiteY35" fmla="*/ 219075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90575" h="495300">
                  <a:moveTo>
                    <a:pt x="742950" y="171450"/>
                  </a:moveTo>
                  <a:lnTo>
                    <a:pt x="304800" y="171450"/>
                  </a:lnTo>
                  <a:lnTo>
                    <a:pt x="304800" y="180403"/>
                  </a:lnTo>
                  <a:lnTo>
                    <a:pt x="259832" y="162154"/>
                  </a:lnTo>
                  <a:cubicBezTo>
                    <a:pt x="217623" y="145021"/>
                    <a:pt x="169386" y="163894"/>
                    <a:pt x="150009" y="205121"/>
                  </a:cubicBezTo>
                  <a:lnTo>
                    <a:pt x="143437" y="219075"/>
                  </a:lnTo>
                  <a:lnTo>
                    <a:pt x="19050" y="165202"/>
                  </a:lnTo>
                  <a:lnTo>
                    <a:pt x="19050" y="9525"/>
                  </a:lnTo>
                  <a:cubicBezTo>
                    <a:pt x="19050" y="4264"/>
                    <a:pt x="14786" y="0"/>
                    <a:pt x="9525" y="0"/>
                  </a:cubicBezTo>
                  <a:cubicBezTo>
                    <a:pt x="4265" y="0"/>
                    <a:pt x="0" y="4264"/>
                    <a:pt x="0" y="9525"/>
                  </a:cubicBezTo>
                  <a:lnTo>
                    <a:pt x="0" y="495300"/>
                  </a:lnTo>
                  <a:lnTo>
                    <a:pt x="19050" y="495300"/>
                  </a:lnTo>
                  <a:lnTo>
                    <a:pt x="19050" y="390525"/>
                  </a:lnTo>
                  <a:lnTo>
                    <a:pt x="304800" y="390525"/>
                  </a:lnTo>
                  <a:lnTo>
                    <a:pt x="304800" y="400050"/>
                  </a:lnTo>
                  <a:cubicBezTo>
                    <a:pt x="304831" y="426340"/>
                    <a:pt x="326135" y="447644"/>
                    <a:pt x="352425" y="447675"/>
                  </a:cubicBezTo>
                  <a:lnTo>
                    <a:pt x="771525" y="447675"/>
                  </a:lnTo>
                  <a:lnTo>
                    <a:pt x="771525" y="495300"/>
                  </a:lnTo>
                  <a:lnTo>
                    <a:pt x="790575" y="495300"/>
                  </a:lnTo>
                  <a:lnTo>
                    <a:pt x="790575" y="219075"/>
                  </a:lnTo>
                  <a:cubicBezTo>
                    <a:pt x="790544" y="192785"/>
                    <a:pt x="769240" y="171481"/>
                    <a:pt x="742950" y="171450"/>
                  </a:cubicBezTo>
                  <a:close/>
                  <a:moveTo>
                    <a:pt x="304800" y="371475"/>
                  </a:moveTo>
                  <a:lnTo>
                    <a:pt x="19050" y="371475"/>
                  </a:lnTo>
                  <a:lnTo>
                    <a:pt x="19050" y="185957"/>
                  </a:lnTo>
                  <a:lnTo>
                    <a:pt x="304800" y="309782"/>
                  </a:lnTo>
                  <a:close/>
                  <a:moveTo>
                    <a:pt x="304800" y="289027"/>
                  </a:moveTo>
                  <a:lnTo>
                    <a:pt x="160973" y="226695"/>
                  </a:lnTo>
                  <a:lnTo>
                    <a:pt x="167297" y="213246"/>
                  </a:lnTo>
                  <a:cubicBezTo>
                    <a:pt x="182369" y="181186"/>
                    <a:pt x="219882" y="166511"/>
                    <a:pt x="252708" y="179832"/>
                  </a:cubicBezTo>
                  <a:lnTo>
                    <a:pt x="304800" y="200977"/>
                  </a:lnTo>
                  <a:close/>
                  <a:moveTo>
                    <a:pt x="771525" y="428625"/>
                  </a:moveTo>
                  <a:lnTo>
                    <a:pt x="352425" y="428625"/>
                  </a:lnTo>
                  <a:cubicBezTo>
                    <a:pt x="336643" y="428625"/>
                    <a:pt x="323850" y="415832"/>
                    <a:pt x="323850" y="400050"/>
                  </a:cubicBezTo>
                  <a:lnTo>
                    <a:pt x="323850" y="190500"/>
                  </a:lnTo>
                  <a:lnTo>
                    <a:pt x="742950" y="190500"/>
                  </a:lnTo>
                  <a:cubicBezTo>
                    <a:pt x="758732" y="190500"/>
                    <a:pt x="771525" y="203293"/>
                    <a:pt x="771525" y="219075"/>
                  </a:cubicBezTo>
                  <a:close/>
                </a:path>
              </a:pathLst>
            </a:custGeom>
            <a:grpFill/>
            <a:ln w="9525" cap="flat">
              <a:noFill/>
              <a:prstDash val="solid"/>
              <a:miter/>
            </a:ln>
          </p:spPr>
          <p:txBody>
            <a:bodyPr rtlCol="0" anchor="ctr"/>
            <a:lstStyle/>
            <a:p>
              <a:endParaRPr lang="en-US">
                <a:latin typeface="Century Gothic" panose="020B0502020202020204" pitchFamily="34" charset="0"/>
                <a:sym typeface="Century Gothic" panose="020B0502020202020204" pitchFamily="34" charset="0"/>
              </a:endParaRPr>
            </a:p>
          </p:txBody>
        </p:sp>
      </p:grpSp>
      <p:pic>
        <p:nvPicPr>
          <p:cNvPr id="15" name="Graphic 14" descr="Clipboard Checked outline">
            <a:extLst>
              <a:ext uri="{FF2B5EF4-FFF2-40B4-BE49-F238E27FC236}">
                <a16:creationId xmlns:a16="http://schemas.microsoft.com/office/drawing/2014/main" id="{8807865D-5826-B386-0E29-C8F1031D2C9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946090" y="3076367"/>
            <a:ext cx="647673" cy="647673"/>
          </a:xfrm>
          <a:prstGeom prst="rect">
            <a:avLst/>
          </a:prstGeom>
        </p:spPr>
      </p:pic>
      <p:pic>
        <p:nvPicPr>
          <p:cNvPr id="16" name="Graphic 15" descr="Map with pin outline">
            <a:extLst>
              <a:ext uri="{FF2B5EF4-FFF2-40B4-BE49-F238E27FC236}">
                <a16:creationId xmlns:a16="http://schemas.microsoft.com/office/drawing/2014/main" id="{9C04D7A2-5976-769F-6E0C-E6DEEAA42A4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097107" y="1770858"/>
            <a:ext cx="647673" cy="647673"/>
          </a:xfrm>
          <a:prstGeom prst="rect">
            <a:avLst/>
          </a:prstGeom>
        </p:spPr>
      </p:pic>
      <p:pic>
        <p:nvPicPr>
          <p:cNvPr id="17" name="Graphic 16" descr="Marker outline">
            <a:extLst>
              <a:ext uri="{FF2B5EF4-FFF2-40B4-BE49-F238E27FC236}">
                <a16:creationId xmlns:a16="http://schemas.microsoft.com/office/drawing/2014/main" id="{0D841210-40F7-87B3-10B7-7E4827DDEC13}"/>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737653" y="1770858"/>
            <a:ext cx="647673" cy="647673"/>
          </a:xfrm>
          <a:prstGeom prst="rect">
            <a:avLst/>
          </a:prstGeom>
        </p:spPr>
      </p:pic>
      <p:pic>
        <p:nvPicPr>
          <p:cNvPr id="18" name="Graphic 17" descr="Route (Two Pins With A Path) outline">
            <a:extLst>
              <a:ext uri="{FF2B5EF4-FFF2-40B4-BE49-F238E27FC236}">
                <a16:creationId xmlns:a16="http://schemas.microsoft.com/office/drawing/2014/main" id="{52F0DB45-4F25-8531-0F18-D0CF2EDCAE3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097107" y="2424360"/>
            <a:ext cx="647673" cy="647673"/>
          </a:xfrm>
          <a:prstGeom prst="rect">
            <a:avLst/>
          </a:prstGeom>
        </p:spPr>
      </p:pic>
      <p:pic>
        <p:nvPicPr>
          <p:cNvPr id="19" name="Graphic 18" descr="Pin outline">
            <a:extLst>
              <a:ext uri="{FF2B5EF4-FFF2-40B4-BE49-F238E27FC236}">
                <a16:creationId xmlns:a16="http://schemas.microsoft.com/office/drawing/2014/main" id="{B6C66EB3-F9FB-CFBD-FBED-D0A8E0302254}"/>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937235" y="4550500"/>
            <a:ext cx="647673" cy="647673"/>
          </a:xfrm>
          <a:prstGeom prst="rect">
            <a:avLst/>
          </a:prstGeom>
        </p:spPr>
      </p:pic>
      <p:pic>
        <p:nvPicPr>
          <p:cNvPr id="20" name="Graphic 19" descr="Flag outline">
            <a:extLst>
              <a:ext uri="{FF2B5EF4-FFF2-40B4-BE49-F238E27FC236}">
                <a16:creationId xmlns:a16="http://schemas.microsoft.com/office/drawing/2014/main" id="{BA142B4E-BBA5-8A9E-B840-F2659CF00FCE}"/>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5839300" y="3182600"/>
            <a:ext cx="647673" cy="647673"/>
          </a:xfrm>
          <a:prstGeom prst="rect">
            <a:avLst/>
          </a:prstGeom>
        </p:spPr>
      </p:pic>
      <p:pic>
        <p:nvPicPr>
          <p:cNvPr id="21" name="Graphic 20" descr="Home outline">
            <a:extLst>
              <a:ext uri="{FF2B5EF4-FFF2-40B4-BE49-F238E27FC236}">
                <a16:creationId xmlns:a16="http://schemas.microsoft.com/office/drawing/2014/main" id="{2A9440D4-D063-45FC-D1AF-A83168F486A5}"/>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5766142" y="2424359"/>
            <a:ext cx="647673" cy="647673"/>
          </a:xfrm>
          <a:prstGeom prst="rect">
            <a:avLst/>
          </a:prstGeom>
        </p:spPr>
      </p:pic>
      <p:pic>
        <p:nvPicPr>
          <p:cNvPr id="22" name="Graphic 21" descr="Signpost outline">
            <a:extLst>
              <a:ext uri="{FF2B5EF4-FFF2-40B4-BE49-F238E27FC236}">
                <a16:creationId xmlns:a16="http://schemas.microsoft.com/office/drawing/2014/main" id="{BCD48F98-59FA-995E-E1F0-3D6405BCECBF}"/>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5112711" y="3143060"/>
            <a:ext cx="647673" cy="647673"/>
          </a:xfrm>
          <a:prstGeom prst="rect">
            <a:avLst/>
          </a:prstGeom>
        </p:spPr>
      </p:pic>
      <p:pic>
        <p:nvPicPr>
          <p:cNvPr id="23" name="Graphic 22" descr="Line arrow: Straight outline">
            <a:extLst>
              <a:ext uri="{FF2B5EF4-FFF2-40B4-BE49-F238E27FC236}">
                <a16:creationId xmlns:a16="http://schemas.microsoft.com/office/drawing/2014/main" id="{6A1A83C3-C629-216A-F27D-038C55CB063F}"/>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097106" y="3668949"/>
            <a:ext cx="647673" cy="647673"/>
          </a:xfrm>
          <a:prstGeom prst="rect">
            <a:avLst/>
          </a:prstGeom>
        </p:spPr>
      </p:pic>
      <p:pic>
        <p:nvPicPr>
          <p:cNvPr id="24" name="Graphic 23" descr="Surgical mask outline">
            <a:extLst>
              <a:ext uri="{FF2B5EF4-FFF2-40B4-BE49-F238E27FC236}">
                <a16:creationId xmlns:a16="http://schemas.microsoft.com/office/drawing/2014/main" id="{2D6A48F8-11A3-5D4A-241B-9D09729BE822}"/>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3731882" y="3717713"/>
            <a:ext cx="647673" cy="647673"/>
          </a:xfrm>
          <a:prstGeom prst="rect">
            <a:avLst/>
          </a:prstGeom>
        </p:spPr>
      </p:pic>
      <p:pic>
        <p:nvPicPr>
          <p:cNvPr id="25" name="Graphic 24" descr="Cough outline">
            <a:extLst>
              <a:ext uri="{FF2B5EF4-FFF2-40B4-BE49-F238E27FC236}">
                <a16:creationId xmlns:a16="http://schemas.microsoft.com/office/drawing/2014/main" id="{E75B97EC-91FA-B9B9-77C4-FDE3EE928DDD}"/>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2337396" y="3717713"/>
            <a:ext cx="647673" cy="647673"/>
          </a:xfrm>
          <a:prstGeom prst="rect">
            <a:avLst/>
          </a:prstGeom>
        </p:spPr>
      </p:pic>
      <p:pic>
        <p:nvPicPr>
          <p:cNvPr id="26" name="Graphic 25" descr="Face with mask outline">
            <a:extLst>
              <a:ext uri="{FF2B5EF4-FFF2-40B4-BE49-F238E27FC236}">
                <a16:creationId xmlns:a16="http://schemas.microsoft.com/office/drawing/2014/main" id="{D080C0C9-B930-C81F-2AD7-1E1E8623F374}"/>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3032329" y="3717713"/>
            <a:ext cx="647673" cy="647673"/>
          </a:xfrm>
          <a:prstGeom prst="rect">
            <a:avLst/>
          </a:prstGeom>
        </p:spPr>
      </p:pic>
      <p:pic>
        <p:nvPicPr>
          <p:cNvPr id="27" name="Graphic 26" descr="Clock outline">
            <a:extLst>
              <a:ext uri="{FF2B5EF4-FFF2-40B4-BE49-F238E27FC236}">
                <a16:creationId xmlns:a16="http://schemas.microsoft.com/office/drawing/2014/main" id="{02C1F0E6-0BD4-2FF8-5C1B-EF0FD5EB13FA}"/>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5098625" y="4548974"/>
            <a:ext cx="647673" cy="647673"/>
          </a:xfrm>
          <a:prstGeom prst="rect">
            <a:avLst/>
          </a:prstGeom>
        </p:spPr>
      </p:pic>
      <p:pic>
        <p:nvPicPr>
          <p:cNvPr id="28" name="Graphic 27" descr="Alarm clock outline">
            <a:extLst>
              <a:ext uri="{FF2B5EF4-FFF2-40B4-BE49-F238E27FC236}">
                <a16:creationId xmlns:a16="http://schemas.microsoft.com/office/drawing/2014/main" id="{C5517D2E-5D9B-E759-BB38-7AB640198E5E}"/>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5776269" y="4602795"/>
            <a:ext cx="647673" cy="647673"/>
          </a:xfrm>
          <a:prstGeom prst="rect">
            <a:avLst/>
          </a:prstGeom>
        </p:spPr>
      </p:pic>
      <p:pic>
        <p:nvPicPr>
          <p:cNvPr id="30" name="Graphic 29" descr="Daily calendar outline">
            <a:extLst>
              <a:ext uri="{FF2B5EF4-FFF2-40B4-BE49-F238E27FC236}">
                <a16:creationId xmlns:a16="http://schemas.microsoft.com/office/drawing/2014/main" id="{B50E1CC2-DF89-227B-FA1F-4DBCDADC204A}"/>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5068655" y="5250468"/>
            <a:ext cx="647673" cy="647673"/>
          </a:xfrm>
          <a:prstGeom prst="rect">
            <a:avLst/>
          </a:prstGeom>
        </p:spPr>
      </p:pic>
      <p:pic>
        <p:nvPicPr>
          <p:cNvPr id="31" name="Graphic 30" descr="Flip calendar outline">
            <a:extLst>
              <a:ext uri="{FF2B5EF4-FFF2-40B4-BE49-F238E27FC236}">
                <a16:creationId xmlns:a16="http://schemas.microsoft.com/office/drawing/2014/main" id="{D0BB300E-75A7-F9CF-780E-F5412A8A7719}"/>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5770428" y="5250468"/>
            <a:ext cx="647673" cy="647673"/>
          </a:xfrm>
          <a:prstGeom prst="rect">
            <a:avLst/>
          </a:prstGeom>
        </p:spPr>
      </p:pic>
      <p:pic>
        <p:nvPicPr>
          <p:cNvPr id="32" name="Graphic 31" descr="Adhesive Bandage outline">
            <a:extLst>
              <a:ext uri="{FF2B5EF4-FFF2-40B4-BE49-F238E27FC236}">
                <a16:creationId xmlns:a16="http://schemas.microsoft.com/office/drawing/2014/main" id="{28C6C941-08EC-0387-6791-2FCFF3CF5811}"/>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3701365" y="3076367"/>
            <a:ext cx="647673" cy="647673"/>
          </a:xfrm>
          <a:prstGeom prst="rect">
            <a:avLst/>
          </a:prstGeom>
        </p:spPr>
      </p:pic>
      <p:pic>
        <p:nvPicPr>
          <p:cNvPr id="33" name="Graphic 32" descr="Envelope outline">
            <a:extLst>
              <a:ext uri="{FF2B5EF4-FFF2-40B4-BE49-F238E27FC236}">
                <a16:creationId xmlns:a16="http://schemas.microsoft.com/office/drawing/2014/main" id="{9A0EA979-678F-64DF-0F1F-845684617C90}"/>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7592425" y="1674030"/>
            <a:ext cx="647673" cy="647673"/>
          </a:xfrm>
          <a:prstGeom prst="rect">
            <a:avLst/>
          </a:prstGeom>
        </p:spPr>
      </p:pic>
      <p:pic>
        <p:nvPicPr>
          <p:cNvPr id="34" name="Graphic 33" descr="Send outline">
            <a:extLst>
              <a:ext uri="{FF2B5EF4-FFF2-40B4-BE49-F238E27FC236}">
                <a16:creationId xmlns:a16="http://schemas.microsoft.com/office/drawing/2014/main" id="{71AA8C6D-DA7D-4417-4B3D-089F95D4F923}"/>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6881312" y="1694658"/>
            <a:ext cx="647673" cy="647673"/>
          </a:xfrm>
          <a:prstGeom prst="rect">
            <a:avLst/>
          </a:prstGeom>
        </p:spPr>
      </p:pic>
      <p:pic>
        <p:nvPicPr>
          <p:cNvPr id="35" name="Graphic 34" descr="Speaker phone outline">
            <a:extLst>
              <a:ext uri="{FF2B5EF4-FFF2-40B4-BE49-F238E27FC236}">
                <a16:creationId xmlns:a16="http://schemas.microsoft.com/office/drawing/2014/main" id="{6B7EB7D1-0862-DEB7-BC18-CE30C5F02DB2}"/>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7605018" y="3021276"/>
            <a:ext cx="647673" cy="647673"/>
          </a:xfrm>
          <a:prstGeom prst="rect">
            <a:avLst/>
          </a:prstGeom>
        </p:spPr>
      </p:pic>
      <p:pic>
        <p:nvPicPr>
          <p:cNvPr id="36" name="Graphic 35" descr="Smart Phone outline">
            <a:extLst>
              <a:ext uri="{FF2B5EF4-FFF2-40B4-BE49-F238E27FC236}">
                <a16:creationId xmlns:a16="http://schemas.microsoft.com/office/drawing/2014/main" id="{CD3C6FEE-7638-D3C9-F58E-773EFE3CBC89}"/>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6943318" y="3022816"/>
            <a:ext cx="585668" cy="585668"/>
          </a:xfrm>
          <a:prstGeom prst="rect">
            <a:avLst/>
          </a:prstGeom>
        </p:spPr>
      </p:pic>
      <p:pic>
        <p:nvPicPr>
          <p:cNvPr id="37" name="Graphic 36" descr="Sanitizer outline">
            <a:extLst>
              <a:ext uri="{FF2B5EF4-FFF2-40B4-BE49-F238E27FC236}">
                <a16:creationId xmlns:a16="http://schemas.microsoft.com/office/drawing/2014/main" id="{30E6322E-736D-0607-1E2C-A4C65A87B2E8}"/>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2955548" y="4381351"/>
            <a:ext cx="647673" cy="647673"/>
          </a:xfrm>
          <a:prstGeom prst="rect">
            <a:avLst/>
          </a:prstGeom>
        </p:spPr>
      </p:pic>
      <p:pic>
        <p:nvPicPr>
          <p:cNvPr id="38" name="Graphic 37" descr="Fax outline">
            <a:extLst>
              <a:ext uri="{FF2B5EF4-FFF2-40B4-BE49-F238E27FC236}">
                <a16:creationId xmlns:a16="http://schemas.microsoft.com/office/drawing/2014/main" id="{86718FD4-B85D-B8FE-8B2D-79AB1DE87D39}"/>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7605019" y="2289551"/>
            <a:ext cx="647673" cy="647673"/>
          </a:xfrm>
          <a:prstGeom prst="rect">
            <a:avLst/>
          </a:prstGeom>
        </p:spPr>
      </p:pic>
      <p:pic>
        <p:nvPicPr>
          <p:cNvPr id="39" name="Graphic 38" descr="Brain outline">
            <a:extLst>
              <a:ext uri="{FF2B5EF4-FFF2-40B4-BE49-F238E27FC236}">
                <a16:creationId xmlns:a16="http://schemas.microsoft.com/office/drawing/2014/main" id="{EEE33DBC-0C46-7C8F-F7D3-537C4C671C24}"/>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3759173" y="4381351"/>
            <a:ext cx="647673" cy="647673"/>
          </a:xfrm>
          <a:prstGeom prst="rect">
            <a:avLst/>
          </a:prstGeom>
        </p:spPr>
      </p:pic>
      <p:pic>
        <p:nvPicPr>
          <p:cNvPr id="40" name="Graphic 39" descr="Bullseye outline">
            <a:extLst>
              <a:ext uri="{FF2B5EF4-FFF2-40B4-BE49-F238E27FC236}">
                <a16:creationId xmlns:a16="http://schemas.microsoft.com/office/drawing/2014/main" id="{58F5FB22-5448-0C63-1B22-5A3FDB81365B}"/>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8946090" y="1770858"/>
            <a:ext cx="647673" cy="647673"/>
          </a:xfrm>
          <a:prstGeom prst="rect">
            <a:avLst/>
          </a:prstGeom>
        </p:spPr>
      </p:pic>
      <p:pic>
        <p:nvPicPr>
          <p:cNvPr id="41" name="Graphic 40" descr="Checkbox Checked outline">
            <a:extLst>
              <a:ext uri="{FF2B5EF4-FFF2-40B4-BE49-F238E27FC236}">
                <a16:creationId xmlns:a16="http://schemas.microsoft.com/office/drawing/2014/main" id="{B148B188-5094-817D-CCB1-076F20DD42F9}"/>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9660191" y="2424360"/>
            <a:ext cx="647673" cy="647673"/>
          </a:xfrm>
          <a:prstGeom prst="rect">
            <a:avLst/>
          </a:prstGeom>
        </p:spPr>
      </p:pic>
      <p:pic>
        <p:nvPicPr>
          <p:cNvPr id="42" name="Graphic 41" descr="Checkbox Crossed outline">
            <a:extLst>
              <a:ext uri="{FF2B5EF4-FFF2-40B4-BE49-F238E27FC236}">
                <a16:creationId xmlns:a16="http://schemas.microsoft.com/office/drawing/2014/main" id="{B97104F1-C298-2166-6FFF-E565C38873AA}"/>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8946090" y="2424360"/>
            <a:ext cx="647673" cy="647673"/>
          </a:xfrm>
          <a:prstGeom prst="rect">
            <a:avLst/>
          </a:prstGeom>
        </p:spPr>
      </p:pic>
      <p:pic>
        <p:nvPicPr>
          <p:cNvPr id="43" name="Graphic 42" descr="Classroom outline">
            <a:extLst>
              <a:ext uri="{FF2B5EF4-FFF2-40B4-BE49-F238E27FC236}">
                <a16:creationId xmlns:a16="http://schemas.microsoft.com/office/drawing/2014/main" id="{246A6EC1-28ED-D386-6380-63B3579F7F7B}"/>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408141" y="3180210"/>
            <a:ext cx="647673" cy="647673"/>
          </a:xfrm>
          <a:prstGeom prst="rect">
            <a:avLst/>
          </a:prstGeom>
        </p:spPr>
      </p:pic>
      <p:pic>
        <p:nvPicPr>
          <p:cNvPr id="44" name="Graphic 43" descr="Customer review outline">
            <a:extLst>
              <a:ext uri="{FF2B5EF4-FFF2-40B4-BE49-F238E27FC236}">
                <a16:creationId xmlns:a16="http://schemas.microsoft.com/office/drawing/2014/main" id="{B507AC34-550A-3E52-0FE1-A463F43CF528}"/>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1192408" y="1789085"/>
            <a:ext cx="647673" cy="647673"/>
          </a:xfrm>
          <a:prstGeom prst="rect">
            <a:avLst/>
          </a:prstGeom>
        </p:spPr>
      </p:pic>
      <p:pic>
        <p:nvPicPr>
          <p:cNvPr id="45" name="Graphic 44" descr="Cycle with people outline">
            <a:extLst>
              <a:ext uri="{FF2B5EF4-FFF2-40B4-BE49-F238E27FC236}">
                <a16:creationId xmlns:a16="http://schemas.microsoft.com/office/drawing/2014/main" id="{8E0BB2C7-A3C5-65C0-D9CD-7CD891E89390}"/>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1229027" y="2467525"/>
            <a:ext cx="647673" cy="647673"/>
          </a:xfrm>
          <a:prstGeom prst="rect">
            <a:avLst/>
          </a:prstGeom>
        </p:spPr>
      </p:pic>
      <p:pic>
        <p:nvPicPr>
          <p:cNvPr id="46" name="Graphic 45" descr="Diploma outline">
            <a:extLst>
              <a:ext uri="{FF2B5EF4-FFF2-40B4-BE49-F238E27FC236}">
                <a16:creationId xmlns:a16="http://schemas.microsoft.com/office/drawing/2014/main" id="{273C282A-FE3E-6B26-A6B8-2292E78663ED}"/>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9660191" y="5237985"/>
            <a:ext cx="647673" cy="647673"/>
          </a:xfrm>
          <a:prstGeom prst="rect">
            <a:avLst/>
          </a:prstGeom>
        </p:spPr>
      </p:pic>
      <p:pic>
        <p:nvPicPr>
          <p:cNvPr id="47" name="Graphic 46" descr="Clapping hands outline">
            <a:extLst>
              <a:ext uri="{FF2B5EF4-FFF2-40B4-BE49-F238E27FC236}">
                <a16:creationId xmlns:a16="http://schemas.microsoft.com/office/drawing/2014/main" id="{98C759BC-AB54-5CCB-A588-CEC649E577CB}"/>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10869790" y="3733678"/>
            <a:ext cx="647673" cy="647673"/>
          </a:xfrm>
          <a:prstGeom prst="rect">
            <a:avLst/>
          </a:prstGeom>
        </p:spPr>
      </p:pic>
      <p:pic>
        <p:nvPicPr>
          <p:cNvPr id="48" name="Graphic 47" descr="Diploma roll outline">
            <a:extLst>
              <a:ext uri="{FF2B5EF4-FFF2-40B4-BE49-F238E27FC236}">
                <a16:creationId xmlns:a16="http://schemas.microsoft.com/office/drawing/2014/main" id="{DB048752-EEC1-1452-6F31-69C955D96D22}"/>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8946090" y="5237985"/>
            <a:ext cx="647673" cy="647673"/>
          </a:xfrm>
          <a:prstGeom prst="rect">
            <a:avLst/>
          </a:prstGeom>
        </p:spPr>
      </p:pic>
      <p:pic>
        <p:nvPicPr>
          <p:cNvPr id="49" name="Graphic 48" descr="DNA outline">
            <a:extLst>
              <a:ext uri="{FF2B5EF4-FFF2-40B4-BE49-F238E27FC236}">
                <a16:creationId xmlns:a16="http://schemas.microsoft.com/office/drawing/2014/main" id="{FE84633B-EEDF-B1B5-8C31-AB6A1C203C97}"/>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3759173" y="5027256"/>
            <a:ext cx="647673" cy="647673"/>
          </a:xfrm>
          <a:prstGeom prst="rect">
            <a:avLst/>
          </a:prstGeom>
        </p:spPr>
      </p:pic>
      <p:pic>
        <p:nvPicPr>
          <p:cNvPr id="50" name="Graphic 49" descr="Employee badge outline">
            <a:extLst>
              <a:ext uri="{FF2B5EF4-FFF2-40B4-BE49-F238E27FC236}">
                <a16:creationId xmlns:a16="http://schemas.microsoft.com/office/drawing/2014/main" id="{9850F9C6-DE36-68F3-977F-CC4B2572B2F1}"/>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424409" y="3858984"/>
            <a:ext cx="647673" cy="647673"/>
          </a:xfrm>
          <a:prstGeom prst="rect">
            <a:avLst/>
          </a:prstGeom>
        </p:spPr>
      </p:pic>
      <p:pic>
        <p:nvPicPr>
          <p:cNvPr id="51" name="Graphic 50" descr="Microscope outline">
            <a:extLst>
              <a:ext uri="{FF2B5EF4-FFF2-40B4-BE49-F238E27FC236}">
                <a16:creationId xmlns:a16="http://schemas.microsoft.com/office/drawing/2014/main" id="{D53DE903-2AE5-7185-540B-954D856BA7B5}"/>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3042232" y="5027256"/>
            <a:ext cx="647673" cy="647673"/>
          </a:xfrm>
          <a:prstGeom prst="rect">
            <a:avLst/>
          </a:prstGeom>
        </p:spPr>
      </p:pic>
      <p:pic>
        <p:nvPicPr>
          <p:cNvPr id="52" name="Graphic 51" descr="Petri Dish outline">
            <a:extLst>
              <a:ext uri="{FF2B5EF4-FFF2-40B4-BE49-F238E27FC236}">
                <a16:creationId xmlns:a16="http://schemas.microsoft.com/office/drawing/2014/main" id="{1816B4BC-171A-A80C-EF8D-2CACE807AADD}"/>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2302599" y="5027256"/>
            <a:ext cx="647673" cy="647673"/>
          </a:xfrm>
          <a:prstGeom prst="rect">
            <a:avLst/>
          </a:prstGeom>
        </p:spPr>
      </p:pic>
      <p:pic>
        <p:nvPicPr>
          <p:cNvPr id="53" name="Graphic 52" descr="Heartbeat outline">
            <a:extLst>
              <a:ext uri="{FF2B5EF4-FFF2-40B4-BE49-F238E27FC236}">
                <a16:creationId xmlns:a16="http://schemas.microsoft.com/office/drawing/2014/main" id="{189FEB30-4535-B449-3F98-EA2B824CFF77}"/>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3802073" y="2424360"/>
            <a:ext cx="647673" cy="647673"/>
          </a:xfrm>
          <a:prstGeom prst="rect">
            <a:avLst/>
          </a:prstGeom>
        </p:spPr>
      </p:pic>
      <p:pic>
        <p:nvPicPr>
          <p:cNvPr id="54" name="Graphic 53" descr="Laptop outline">
            <a:extLst>
              <a:ext uri="{FF2B5EF4-FFF2-40B4-BE49-F238E27FC236}">
                <a16:creationId xmlns:a16="http://schemas.microsoft.com/office/drawing/2014/main" id="{1305208E-440A-B1ED-D6DA-7D0FF7988937}"/>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7671794" y="4874337"/>
            <a:ext cx="647673" cy="647673"/>
          </a:xfrm>
          <a:prstGeom prst="rect">
            <a:avLst/>
          </a:prstGeom>
        </p:spPr>
      </p:pic>
      <p:pic>
        <p:nvPicPr>
          <p:cNvPr id="55" name="Graphic 54" descr="Lecturer outline">
            <a:extLst>
              <a:ext uri="{FF2B5EF4-FFF2-40B4-BE49-F238E27FC236}">
                <a16:creationId xmlns:a16="http://schemas.microsoft.com/office/drawing/2014/main" id="{F17BE05D-379E-6AF0-E593-54DAB59C214B}"/>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384825" y="4578521"/>
            <a:ext cx="647673" cy="647673"/>
          </a:xfrm>
          <a:prstGeom prst="rect">
            <a:avLst/>
          </a:prstGeom>
        </p:spPr>
      </p:pic>
      <p:pic>
        <p:nvPicPr>
          <p:cNvPr id="56" name="Graphic 55" descr="Presentation with media outline">
            <a:extLst>
              <a:ext uri="{FF2B5EF4-FFF2-40B4-BE49-F238E27FC236}">
                <a16:creationId xmlns:a16="http://schemas.microsoft.com/office/drawing/2014/main" id="{455AFE47-7D75-2151-CF36-DDA172D4AF74}"/>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6910193" y="4891150"/>
            <a:ext cx="647673" cy="647673"/>
          </a:xfrm>
          <a:prstGeom prst="rect">
            <a:avLst/>
          </a:prstGeom>
        </p:spPr>
      </p:pic>
      <p:pic>
        <p:nvPicPr>
          <p:cNvPr id="57" name="Graphic 56" descr="Online meeting outline">
            <a:extLst>
              <a:ext uri="{FF2B5EF4-FFF2-40B4-BE49-F238E27FC236}">
                <a16:creationId xmlns:a16="http://schemas.microsoft.com/office/drawing/2014/main" id="{B2BAB087-74B5-11CE-EBC0-973E31547185}"/>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1190466" y="3180210"/>
            <a:ext cx="647673" cy="647673"/>
          </a:xfrm>
          <a:prstGeom prst="rect">
            <a:avLst/>
          </a:prstGeom>
        </p:spPr>
      </p:pic>
      <p:pic>
        <p:nvPicPr>
          <p:cNvPr id="58" name="Graphic 57" descr="Bar graph with upward trend outline">
            <a:extLst>
              <a:ext uri="{FF2B5EF4-FFF2-40B4-BE49-F238E27FC236}">
                <a16:creationId xmlns:a16="http://schemas.microsoft.com/office/drawing/2014/main" id="{9932EAE4-8AF9-5A6A-CFAB-B37B687B1F27}"/>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9660191" y="1770858"/>
            <a:ext cx="647673" cy="647673"/>
          </a:xfrm>
          <a:prstGeom prst="rect">
            <a:avLst/>
          </a:prstGeom>
        </p:spPr>
      </p:pic>
      <p:pic>
        <p:nvPicPr>
          <p:cNvPr id="59" name="Graphic 58" descr="Paperclip outline">
            <a:extLst>
              <a:ext uri="{FF2B5EF4-FFF2-40B4-BE49-F238E27FC236}">
                <a16:creationId xmlns:a16="http://schemas.microsoft.com/office/drawing/2014/main" id="{0A084A09-92D9-1A1E-E01D-DE13FCD839E8}"/>
              </a:ext>
            </a:extLst>
          </p:cNvPr>
          <p:cNvPicPr>
            <a:picLocks noChangeAspect="1"/>
          </p:cNvPicPr>
          <p:nvPr/>
        </p:nvPicPr>
        <p:blipFill>
          <a:blip r:embed="rId105" cstate="screen">
            <a:extLst>
              <a:ext uri="{28A0092B-C50C-407E-A947-70E740481C1C}">
                <a14:useLocalDpi xmlns:a14="http://schemas.microsoft.com/office/drawing/2010/main"/>
              </a:ext>
              <a:ext uri="{96DAC541-7B7A-43D3-8B79-37D633B846F1}">
                <asvg:svgBlip xmlns:asvg="http://schemas.microsoft.com/office/drawing/2016/SVG/main" r:embed="rId106"/>
              </a:ext>
            </a:extLst>
          </a:blip>
          <a:stretch>
            <a:fillRect/>
          </a:stretch>
        </p:blipFill>
        <p:spPr>
          <a:xfrm>
            <a:off x="6956702" y="2349398"/>
            <a:ext cx="572283" cy="572283"/>
          </a:xfrm>
          <a:prstGeom prst="rect">
            <a:avLst/>
          </a:prstGeom>
        </p:spPr>
      </p:pic>
      <p:pic>
        <p:nvPicPr>
          <p:cNvPr id="60" name="Graphic 59" descr="Megaphone outline">
            <a:extLst>
              <a:ext uri="{FF2B5EF4-FFF2-40B4-BE49-F238E27FC236}">
                <a16:creationId xmlns:a16="http://schemas.microsoft.com/office/drawing/2014/main" id="{EE41FC03-554D-CAB3-5EAB-B6F548C045B6}"/>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6924874" y="5522010"/>
            <a:ext cx="647673" cy="647673"/>
          </a:xfrm>
          <a:prstGeom prst="rect">
            <a:avLst/>
          </a:prstGeom>
        </p:spPr>
      </p:pic>
      <p:pic>
        <p:nvPicPr>
          <p:cNvPr id="61" name="Graphic 60" descr="Speech outline">
            <a:extLst>
              <a:ext uri="{FF2B5EF4-FFF2-40B4-BE49-F238E27FC236}">
                <a16:creationId xmlns:a16="http://schemas.microsoft.com/office/drawing/2014/main" id="{CCA7EC3A-6068-22CC-2FB3-7B0E88718E0C}"/>
              </a:ext>
            </a:extLst>
          </p:cNvPr>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6957345" y="3717713"/>
            <a:ext cx="647673" cy="647673"/>
          </a:xfrm>
          <a:prstGeom prst="rect">
            <a:avLst/>
          </a:prstGeom>
        </p:spPr>
      </p:pic>
      <p:pic>
        <p:nvPicPr>
          <p:cNvPr id="62" name="Graphic 61" descr="Radio microphone outline">
            <a:extLst>
              <a:ext uri="{FF2B5EF4-FFF2-40B4-BE49-F238E27FC236}">
                <a16:creationId xmlns:a16="http://schemas.microsoft.com/office/drawing/2014/main" id="{BB390B7A-7CBB-FF89-0BE7-D4B34D1E89A2}"/>
              </a:ext>
            </a:extLst>
          </p:cNvPr>
          <p:cNvPicPr>
            <a:picLocks noChangeAspect="1"/>
          </p:cNvPicPr>
          <p:nvPr/>
        </p:nvPicPr>
        <p:blipFill>
          <a:blip r:embed="rId111" cstate="screen">
            <a:extLst>
              <a:ext uri="{28A0092B-C50C-407E-A947-70E740481C1C}">
                <a14:useLocalDpi xmlns:a14="http://schemas.microsoft.com/office/drawing/2010/main"/>
              </a:ext>
              <a:ext uri="{96DAC541-7B7A-43D3-8B79-37D633B846F1}">
                <asvg:svgBlip xmlns:asvg="http://schemas.microsoft.com/office/drawing/2016/SVG/main" r:embed="rId112"/>
              </a:ext>
            </a:extLst>
          </a:blip>
          <a:stretch>
            <a:fillRect/>
          </a:stretch>
        </p:blipFill>
        <p:spPr>
          <a:xfrm>
            <a:off x="7686507" y="5562841"/>
            <a:ext cx="580652" cy="580652"/>
          </a:xfrm>
          <a:prstGeom prst="rect">
            <a:avLst/>
          </a:prstGeom>
        </p:spPr>
      </p:pic>
      <p:pic>
        <p:nvPicPr>
          <p:cNvPr id="63" name="Graphic 62" descr="Hierarchy outline">
            <a:extLst>
              <a:ext uri="{FF2B5EF4-FFF2-40B4-BE49-F238E27FC236}">
                <a16:creationId xmlns:a16="http://schemas.microsoft.com/office/drawing/2014/main" id="{9DB6CE03-785B-2294-145D-FFBD862B4716}"/>
              </a:ext>
            </a:extLst>
          </p:cNvPr>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475845" y="2410580"/>
            <a:ext cx="647673" cy="647673"/>
          </a:xfrm>
          <a:prstGeom prst="rect">
            <a:avLst/>
          </a:prstGeom>
        </p:spPr>
      </p:pic>
      <p:pic>
        <p:nvPicPr>
          <p:cNvPr id="67" name="Graphic 66" descr="Document outline">
            <a:extLst>
              <a:ext uri="{FF2B5EF4-FFF2-40B4-BE49-F238E27FC236}">
                <a16:creationId xmlns:a16="http://schemas.microsoft.com/office/drawing/2014/main" id="{FAAF4594-18E4-0940-E2AE-130FF22E9B4A}"/>
              </a:ext>
            </a:extLst>
          </p:cNvPr>
          <p:cNvPicPr>
            <a:picLocks noChangeAspect="1"/>
          </p:cNvPicPr>
          <p:nvPr/>
        </p:nvPicPr>
        <p:blipFill>
          <a:blip r:embed="rId115">
            <a:extLst>
              <a:ext uri="{96DAC541-7B7A-43D3-8B79-37D633B846F1}">
                <asvg:svgBlip xmlns:asvg="http://schemas.microsoft.com/office/drawing/2016/SVG/main" r:embed="rId116"/>
              </a:ext>
            </a:extLst>
          </a:blip>
          <a:stretch>
            <a:fillRect/>
          </a:stretch>
        </p:blipFill>
        <p:spPr>
          <a:xfrm>
            <a:off x="8985841" y="3807298"/>
            <a:ext cx="597172" cy="597172"/>
          </a:xfrm>
          <a:prstGeom prst="rect">
            <a:avLst/>
          </a:prstGeom>
        </p:spPr>
      </p:pic>
      <p:pic>
        <p:nvPicPr>
          <p:cNvPr id="69" name="Graphic 68" descr="Checklist outline">
            <a:extLst>
              <a:ext uri="{FF2B5EF4-FFF2-40B4-BE49-F238E27FC236}">
                <a16:creationId xmlns:a16="http://schemas.microsoft.com/office/drawing/2014/main" id="{4651C66A-3AEE-6519-10C7-5C437AAA4108}"/>
              </a:ext>
            </a:extLst>
          </p:cNvPr>
          <p:cNvPicPr>
            <a:picLocks noChangeAspect="1"/>
          </p:cNvPicPr>
          <p:nvPr/>
        </p:nvPicPr>
        <p:blipFill>
          <a:blip r:embed="rId117">
            <a:extLst>
              <a:ext uri="{96DAC541-7B7A-43D3-8B79-37D633B846F1}">
                <asvg:svgBlip xmlns:asvg="http://schemas.microsoft.com/office/drawing/2016/SVG/main" r:embed="rId118"/>
              </a:ext>
            </a:extLst>
          </a:blip>
          <a:stretch>
            <a:fillRect/>
          </a:stretch>
        </p:blipFill>
        <p:spPr>
          <a:xfrm>
            <a:off x="9660191" y="3115198"/>
            <a:ext cx="602515" cy="602515"/>
          </a:xfrm>
          <a:prstGeom prst="rect">
            <a:avLst/>
          </a:prstGeom>
        </p:spPr>
      </p:pic>
      <p:pic>
        <p:nvPicPr>
          <p:cNvPr id="71" name="Graphic 70" descr="List outline">
            <a:extLst>
              <a:ext uri="{FF2B5EF4-FFF2-40B4-BE49-F238E27FC236}">
                <a16:creationId xmlns:a16="http://schemas.microsoft.com/office/drawing/2014/main" id="{FCE40F83-ACD6-44C1-16C5-B44EBDFCCA0E}"/>
              </a:ext>
            </a:extLst>
          </p:cNvPr>
          <p:cNvPicPr>
            <a:picLocks noChangeAspect="1"/>
          </p:cNvPicPr>
          <p:nvPr/>
        </p:nvPicPr>
        <p:blipFill>
          <a:blip r:embed="rId119">
            <a:extLst>
              <a:ext uri="{96DAC541-7B7A-43D3-8B79-37D633B846F1}">
                <asvg:svgBlip xmlns:asvg="http://schemas.microsoft.com/office/drawing/2016/SVG/main" r:embed="rId120"/>
              </a:ext>
            </a:extLst>
          </a:blip>
          <a:stretch>
            <a:fillRect/>
          </a:stretch>
        </p:blipFill>
        <p:spPr>
          <a:xfrm>
            <a:off x="9630206" y="3827883"/>
            <a:ext cx="637922" cy="637922"/>
          </a:xfrm>
          <a:prstGeom prst="rect">
            <a:avLst/>
          </a:prstGeom>
        </p:spPr>
      </p:pic>
      <p:pic>
        <p:nvPicPr>
          <p:cNvPr id="73" name="Graphic 72" descr="Star outline">
            <a:extLst>
              <a:ext uri="{FF2B5EF4-FFF2-40B4-BE49-F238E27FC236}">
                <a16:creationId xmlns:a16="http://schemas.microsoft.com/office/drawing/2014/main" id="{A78D5548-7438-94B5-5898-9133028417AE}"/>
              </a:ext>
            </a:extLst>
          </p:cNvPr>
          <p:cNvPicPr>
            <a:picLocks noChangeAspect="1"/>
          </p:cNvPicPr>
          <p:nvPr/>
        </p:nvPicPr>
        <p:blipFill>
          <a:blip r:embed="rId121" cstate="screen">
            <a:extLst>
              <a:ext uri="{28A0092B-C50C-407E-A947-70E740481C1C}">
                <a14:useLocalDpi xmlns:a14="http://schemas.microsoft.com/office/drawing/2010/main"/>
              </a:ext>
              <a:ext uri="{96DAC541-7B7A-43D3-8B79-37D633B846F1}">
                <asvg:svgBlip xmlns:asvg="http://schemas.microsoft.com/office/drawing/2016/SVG/main" r:embed="rId122"/>
              </a:ext>
            </a:extLst>
          </a:blip>
          <a:stretch>
            <a:fillRect/>
          </a:stretch>
        </p:blipFill>
        <p:spPr>
          <a:xfrm>
            <a:off x="10976744" y="1807765"/>
            <a:ext cx="572693" cy="572693"/>
          </a:xfrm>
          <a:prstGeom prst="rect">
            <a:avLst/>
          </a:prstGeom>
        </p:spPr>
      </p:pic>
      <p:pic>
        <p:nvPicPr>
          <p:cNvPr id="77" name="Graphic 76" descr="Rating 3 Star outline">
            <a:extLst>
              <a:ext uri="{FF2B5EF4-FFF2-40B4-BE49-F238E27FC236}">
                <a16:creationId xmlns:a16="http://schemas.microsoft.com/office/drawing/2014/main" id="{EAF4CF74-76A3-0C0D-55E2-7A359B8C3385}"/>
              </a:ext>
            </a:extLst>
          </p:cNvPr>
          <p:cNvPicPr>
            <a:picLocks noChangeAspect="1"/>
          </p:cNvPicPr>
          <p:nvPr/>
        </p:nvPicPr>
        <p:blipFill>
          <a:blip r:embed="rId123">
            <a:extLst>
              <a:ext uri="{96DAC541-7B7A-43D3-8B79-37D633B846F1}">
                <asvg:svgBlip xmlns:asvg="http://schemas.microsoft.com/office/drawing/2016/SVG/main" r:embed="rId124"/>
              </a:ext>
            </a:extLst>
          </a:blip>
          <a:stretch>
            <a:fillRect/>
          </a:stretch>
        </p:blipFill>
        <p:spPr>
          <a:xfrm>
            <a:off x="10755965" y="2227293"/>
            <a:ext cx="968600" cy="968600"/>
          </a:xfrm>
          <a:prstGeom prst="rect">
            <a:avLst/>
          </a:prstGeom>
        </p:spPr>
      </p:pic>
      <p:pic>
        <p:nvPicPr>
          <p:cNvPr id="79" name="Graphic 78" descr="Arrow Right outline">
            <a:extLst>
              <a:ext uri="{FF2B5EF4-FFF2-40B4-BE49-F238E27FC236}">
                <a16:creationId xmlns:a16="http://schemas.microsoft.com/office/drawing/2014/main" id="{F58D0B36-2C9F-D227-A30B-F61F96C2A1E8}"/>
              </a:ext>
            </a:extLst>
          </p:cNvPr>
          <p:cNvPicPr>
            <a:picLocks noChangeAspect="1"/>
          </p:cNvPicPr>
          <p:nvPr/>
        </p:nvPicPr>
        <p:blipFill>
          <a:blip r:embed="rId125">
            <a:extLst>
              <a:ext uri="{96DAC541-7B7A-43D3-8B79-37D633B846F1}">
                <asvg:svgBlip xmlns:asvg="http://schemas.microsoft.com/office/drawing/2016/SVG/main" r:embed="rId126"/>
              </a:ext>
            </a:extLst>
          </a:blip>
          <a:stretch>
            <a:fillRect/>
          </a:stretch>
        </p:blipFill>
        <p:spPr>
          <a:xfrm>
            <a:off x="5100930" y="4041549"/>
            <a:ext cx="647673" cy="647673"/>
          </a:xfrm>
          <a:prstGeom prst="rect">
            <a:avLst/>
          </a:prstGeom>
        </p:spPr>
      </p:pic>
      <p:pic>
        <p:nvPicPr>
          <p:cNvPr id="83" name="Graphic 82" descr="Chat outline">
            <a:extLst>
              <a:ext uri="{FF2B5EF4-FFF2-40B4-BE49-F238E27FC236}">
                <a16:creationId xmlns:a16="http://schemas.microsoft.com/office/drawing/2014/main" id="{30154D20-39FE-F6B9-1A79-F45B70B237FE}"/>
              </a:ext>
            </a:extLst>
          </p:cNvPr>
          <p:cNvPicPr>
            <a:picLocks noChangeAspect="1"/>
          </p:cNvPicPr>
          <p:nvPr/>
        </p:nvPicPr>
        <p:blipFill>
          <a:blip r:embed="rId127">
            <a:extLst>
              <a:ext uri="{96DAC541-7B7A-43D3-8B79-37D633B846F1}">
                <asvg:svgBlip xmlns:asvg="http://schemas.microsoft.com/office/drawing/2016/SVG/main" r:embed="rId128"/>
              </a:ext>
            </a:extLst>
          </a:blip>
          <a:stretch>
            <a:fillRect/>
          </a:stretch>
        </p:blipFill>
        <p:spPr>
          <a:xfrm>
            <a:off x="7617877" y="3656821"/>
            <a:ext cx="647674" cy="647674"/>
          </a:xfrm>
          <a:prstGeom prst="rect">
            <a:avLst/>
          </a:prstGeom>
        </p:spPr>
      </p:pic>
      <p:pic>
        <p:nvPicPr>
          <p:cNvPr id="85" name="Graphic 84" descr="Closed quotation mark outline">
            <a:extLst>
              <a:ext uri="{FF2B5EF4-FFF2-40B4-BE49-F238E27FC236}">
                <a16:creationId xmlns:a16="http://schemas.microsoft.com/office/drawing/2014/main" id="{A6753876-4DE1-28C2-CE4C-620110D63063}"/>
              </a:ext>
            </a:extLst>
          </p:cNvPr>
          <p:cNvPicPr>
            <a:picLocks noChangeAspect="1"/>
          </p:cNvPicPr>
          <p:nvPr/>
        </p:nvPicPr>
        <p:blipFill>
          <a:blip r:embed="rId129">
            <a:extLst>
              <a:ext uri="{96DAC541-7B7A-43D3-8B79-37D633B846F1}">
                <asvg:svgBlip xmlns:asvg="http://schemas.microsoft.com/office/drawing/2016/SVG/main" r:embed="rId130"/>
              </a:ext>
            </a:extLst>
          </a:blip>
          <a:stretch>
            <a:fillRect/>
          </a:stretch>
        </p:blipFill>
        <p:spPr>
          <a:xfrm>
            <a:off x="10788376" y="5126714"/>
            <a:ext cx="810499" cy="810499"/>
          </a:xfrm>
          <a:prstGeom prst="rect">
            <a:avLst/>
          </a:prstGeom>
        </p:spPr>
      </p:pic>
      <p:pic>
        <p:nvPicPr>
          <p:cNvPr id="87" name="Graphic 86" descr="Download from cloud outline">
            <a:extLst>
              <a:ext uri="{FF2B5EF4-FFF2-40B4-BE49-F238E27FC236}">
                <a16:creationId xmlns:a16="http://schemas.microsoft.com/office/drawing/2014/main" id="{3D999F48-34E4-6B28-7381-13A2C4A3DEC7}"/>
              </a:ext>
            </a:extLst>
          </p:cNvPr>
          <p:cNvPicPr>
            <a:picLocks noChangeAspect="1"/>
          </p:cNvPicPr>
          <p:nvPr/>
        </p:nvPicPr>
        <p:blipFill>
          <a:blip r:embed="rId131">
            <a:extLst>
              <a:ext uri="{96DAC541-7B7A-43D3-8B79-37D633B846F1}">
                <asvg:svgBlip xmlns:asvg="http://schemas.microsoft.com/office/drawing/2016/SVG/main" r:embed="rId132"/>
              </a:ext>
            </a:extLst>
          </a:blip>
          <a:stretch>
            <a:fillRect/>
          </a:stretch>
        </p:blipFill>
        <p:spPr>
          <a:xfrm>
            <a:off x="6943317" y="4318219"/>
            <a:ext cx="595353" cy="595353"/>
          </a:xfrm>
          <a:prstGeom prst="rect">
            <a:avLst/>
          </a:prstGeom>
        </p:spPr>
      </p:pic>
      <p:pic>
        <p:nvPicPr>
          <p:cNvPr id="89" name="Graphic 88" descr="Download outline">
            <a:extLst>
              <a:ext uri="{FF2B5EF4-FFF2-40B4-BE49-F238E27FC236}">
                <a16:creationId xmlns:a16="http://schemas.microsoft.com/office/drawing/2014/main" id="{19E63A95-4A98-903A-3575-639F2DF1CC0B}"/>
              </a:ext>
            </a:extLst>
          </p:cNvPr>
          <p:cNvPicPr>
            <a:picLocks noChangeAspect="1"/>
          </p:cNvPicPr>
          <p:nvPr/>
        </p:nvPicPr>
        <p:blipFill>
          <a:blip r:embed="rId133">
            <a:extLst>
              <a:ext uri="{96DAC541-7B7A-43D3-8B79-37D633B846F1}">
                <asvg:svgBlip xmlns:asvg="http://schemas.microsoft.com/office/drawing/2016/SVG/main" r:embed="rId134"/>
              </a:ext>
            </a:extLst>
          </a:blip>
          <a:stretch>
            <a:fillRect/>
          </a:stretch>
        </p:blipFill>
        <p:spPr>
          <a:xfrm>
            <a:off x="7599229" y="4252855"/>
            <a:ext cx="726079" cy="726079"/>
          </a:xfrm>
          <a:prstGeom prst="rect">
            <a:avLst/>
          </a:prstGeom>
        </p:spPr>
      </p:pic>
      <p:pic>
        <p:nvPicPr>
          <p:cNvPr id="91" name="Graphic 90" descr="Care outline">
            <a:extLst>
              <a:ext uri="{FF2B5EF4-FFF2-40B4-BE49-F238E27FC236}">
                <a16:creationId xmlns:a16="http://schemas.microsoft.com/office/drawing/2014/main" id="{FBFDBFF2-4FAD-B35E-7F50-5DAB3B8C8A9F}"/>
              </a:ext>
            </a:extLst>
          </p:cNvPr>
          <p:cNvPicPr>
            <a:picLocks noChangeAspect="1"/>
          </p:cNvPicPr>
          <p:nvPr/>
        </p:nvPicPr>
        <p:blipFill>
          <a:blip r:embed="rId135">
            <a:extLst>
              <a:ext uri="{96DAC541-7B7A-43D3-8B79-37D633B846F1}">
                <asvg:svgBlip xmlns:asvg="http://schemas.microsoft.com/office/drawing/2016/SVG/main" r:embed="rId136"/>
              </a:ext>
            </a:extLst>
          </a:blip>
          <a:stretch>
            <a:fillRect/>
          </a:stretch>
        </p:blipFill>
        <p:spPr>
          <a:xfrm>
            <a:off x="10823357" y="4451297"/>
            <a:ext cx="726080" cy="726080"/>
          </a:xfrm>
          <a:prstGeom prst="rect">
            <a:avLst/>
          </a:prstGeom>
        </p:spPr>
      </p:pic>
      <p:pic>
        <p:nvPicPr>
          <p:cNvPr id="95" name="Graphic 94" descr="User outline">
            <a:extLst>
              <a:ext uri="{FF2B5EF4-FFF2-40B4-BE49-F238E27FC236}">
                <a16:creationId xmlns:a16="http://schemas.microsoft.com/office/drawing/2014/main" id="{361DD295-5A7A-413C-5A04-6407DF230D55}"/>
              </a:ext>
            </a:extLst>
          </p:cNvPr>
          <p:cNvPicPr>
            <a:picLocks noChangeAspect="1"/>
          </p:cNvPicPr>
          <p:nvPr/>
        </p:nvPicPr>
        <p:blipFill>
          <a:blip r:embed="rId137">
            <a:extLst>
              <a:ext uri="{96DAC541-7B7A-43D3-8B79-37D633B846F1}">
                <asvg:svgBlip xmlns:asvg="http://schemas.microsoft.com/office/drawing/2016/SVG/main" r:embed="rId138"/>
              </a:ext>
            </a:extLst>
          </a:blip>
          <a:stretch>
            <a:fillRect/>
          </a:stretch>
        </p:blipFill>
        <p:spPr>
          <a:xfrm>
            <a:off x="1173481" y="3930848"/>
            <a:ext cx="647674" cy="647674"/>
          </a:xfrm>
          <a:prstGeom prst="rect">
            <a:avLst/>
          </a:prstGeom>
        </p:spPr>
      </p:pic>
      <p:pic>
        <p:nvPicPr>
          <p:cNvPr id="100" name="Graphic 99" descr="Stopwatch 66% outline">
            <a:extLst>
              <a:ext uri="{FF2B5EF4-FFF2-40B4-BE49-F238E27FC236}">
                <a16:creationId xmlns:a16="http://schemas.microsoft.com/office/drawing/2014/main" id="{52A9AF4B-DD6B-6933-5DAD-21A7B1CCADC5}"/>
              </a:ext>
            </a:extLst>
          </p:cNvPr>
          <p:cNvPicPr>
            <a:picLocks noChangeAspect="1"/>
          </p:cNvPicPr>
          <p:nvPr/>
        </p:nvPicPr>
        <p:blipFill>
          <a:blip r:embed="rId139">
            <a:extLst>
              <a:ext uri="{96DAC541-7B7A-43D3-8B79-37D633B846F1}">
                <asvg:svgBlip xmlns:asvg="http://schemas.microsoft.com/office/drawing/2016/SVG/main" r:embed="rId140"/>
              </a:ext>
            </a:extLst>
          </a:blip>
          <a:stretch>
            <a:fillRect/>
          </a:stretch>
        </p:blipFill>
        <p:spPr>
          <a:xfrm>
            <a:off x="5744779" y="3901301"/>
            <a:ext cx="647673" cy="647673"/>
          </a:xfrm>
          <a:prstGeom prst="rect">
            <a:avLst/>
          </a:prstGeom>
        </p:spPr>
      </p:pic>
      <p:pic>
        <p:nvPicPr>
          <p:cNvPr id="102" name="Graphic 101" descr="Lightbulb outline">
            <a:extLst>
              <a:ext uri="{FF2B5EF4-FFF2-40B4-BE49-F238E27FC236}">
                <a16:creationId xmlns:a16="http://schemas.microsoft.com/office/drawing/2014/main" id="{8172F304-80F4-DBE6-2EED-CD369DC46B30}"/>
              </a:ext>
            </a:extLst>
          </p:cNvPr>
          <p:cNvPicPr>
            <a:picLocks noChangeAspect="1"/>
          </p:cNvPicPr>
          <p:nvPr/>
        </p:nvPicPr>
        <p:blipFill>
          <a:blip r:embed="rId141" cstate="screen">
            <a:extLst>
              <a:ext uri="{28A0092B-C50C-407E-A947-70E740481C1C}">
                <a14:useLocalDpi xmlns:a14="http://schemas.microsoft.com/office/drawing/2010/main"/>
              </a:ext>
              <a:ext uri="{96DAC541-7B7A-43D3-8B79-37D633B846F1}">
                <asvg:svgBlip xmlns:asvg="http://schemas.microsoft.com/office/drawing/2016/SVG/main" r:embed="rId142"/>
              </a:ext>
            </a:extLst>
          </a:blip>
          <a:stretch>
            <a:fillRect/>
          </a:stretch>
        </p:blipFill>
        <p:spPr>
          <a:xfrm>
            <a:off x="9637398" y="4588591"/>
            <a:ext cx="580652" cy="580652"/>
          </a:xfrm>
          <a:prstGeom prst="rect">
            <a:avLst/>
          </a:prstGeom>
        </p:spPr>
      </p:pic>
      <p:pic>
        <p:nvPicPr>
          <p:cNvPr id="104" name="Graphic 103" descr="Thumbs up sign outline">
            <a:extLst>
              <a:ext uri="{FF2B5EF4-FFF2-40B4-BE49-F238E27FC236}">
                <a16:creationId xmlns:a16="http://schemas.microsoft.com/office/drawing/2014/main" id="{574FEF6A-6E6D-3F7E-E3A1-A281F5D2586B}"/>
              </a:ext>
            </a:extLst>
          </p:cNvPr>
          <p:cNvPicPr>
            <a:picLocks noChangeAspect="1"/>
          </p:cNvPicPr>
          <p:nvPr/>
        </p:nvPicPr>
        <p:blipFill>
          <a:blip r:embed="rId143" cstate="screen">
            <a:extLst>
              <a:ext uri="{28A0092B-C50C-407E-A947-70E740481C1C}">
                <a14:useLocalDpi xmlns:a14="http://schemas.microsoft.com/office/drawing/2010/main"/>
              </a:ext>
              <a:ext uri="{96DAC541-7B7A-43D3-8B79-37D633B846F1}">
                <asvg:svgBlip xmlns:asvg="http://schemas.microsoft.com/office/drawing/2016/SVG/main" r:embed="rId144"/>
              </a:ext>
            </a:extLst>
          </a:blip>
          <a:stretch>
            <a:fillRect/>
          </a:stretch>
        </p:blipFill>
        <p:spPr>
          <a:xfrm>
            <a:off x="10962973" y="3072033"/>
            <a:ext cx="547574" cy="547574"/>
          </a:xfrm>
          <a:prstGeom prst="rect">
            <a:avLst/>
          </a:prstGeom>
        </p:spPr>
      </p:pic>
    </p:spTree>
    <p:extLst>
      <p:ext uri="{BB962C8B-B14F-4D97-AF65-F5344CB8AC3E}">
        <p14:creationId xmlns:p14="http://schemas.microsoft.com/office/powerpoint/2010/main" val="1296562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University of Utah Health Template">
  <a:themeElements>
    <a:clrScheme name="UofUHealth022124">
      <a:dk1>
        <a:srgbClr val="414042"/>
      </a:dk1>
      <a:lt1>
        <a:srgbClr val="FFFFFF"/>
      </a:lt1>
      <a:dk2>
        <a:srgbClr val="414042"/>
      </a:dk2>
      <a:lt2>
        <a:srgbClr val="FFFFFF"/>
      </a:lt2>
      <a:accent1>
        <a:srgbClr val="BE0000"/>
      </a:accent1>
      <a:accent2>
        <a:srgbClr val="414042"/>
      </a:accent2>
      <a:accent3>
        <a:srgbClr val="9DD8D7"/>
      </a:accent3>
      <a:accent4>
        <a:srgbClr val="4F868E"/>
      </a:accent4>
      <a:accent5>
        <a:srgbClr val="E2E6E6"/>
      </a:accent5>
      <a:accent6>
        <a:srgbClr val="939598"/>
      </a:accent6>
      <a:hlink>
        <a:srgbClr val="636462"/>
      </a:hlink>
      <a:folHlink>
        <a:srgbClr val="63646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Custom Color 1">
      <a:srgbClr val="EFC041"/>
    </a:custClr>
    <a:custClr name="Custom Color 2">
      <a:srgbClr val="FFB81D"/>
    </a:custClr>
    <a:custClr name="Custom Color 3">
      <a:srgbClr val="E4937B"/>
    </a:custClr>
    <a:custClr name="Custom Color 4">
      <a:srgbClr val="890000"/>
    </a:custClr>
    <a:custClr name="Custom Color 5">
      <a:srgbClr val="8D857E"/>
    </a:custClr>
    <a:custClr name="Custom Color 6">
      <a:srgbClr val="3ABFC0"/>
    </a:custClr>
    <a:custClr name="Custom Color 7">
      <a:srgbClr val="6CC24A"/>
    </a:custClr>
    <a:custClr name="Custom Color 8">
      <a:srgbClr val="758E99"/>
    </a:custClr>
    <a:custClr name="Custom Color 9">
      <a:srgbClr val="DDE5ED"/>
    </a:custClr>
  </a:custClrLst>
  <a:extLst>
    <a:ext uri="{05A4C25C-085E-4340-85A3-A5531E510DB2}">
      <thm15:themeFamily xmlns:thm15="http://schemas.microsoft.com/office/thememl/2012/main" name="UofUHealth_Template_2024 with images" id="{49851C8F-8C88-F445-9872-C425AF5EA12B}" vid="{B0860DE4-064D-334A-958B-1D19F76824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B7F15D18245C1458954909DB36AE657" ma:contentTypeVersion="0" ma:contentTypeDescription="Create a new document." ma:contentTypeScope="" ma:versionID="671241fb1ebdeb4b2d4f105b2a61c745">
  <xsd:schema xmlns:xsd="http://www.w3.org/2001/XMLSchema" xmlns:xs="http://www.w3.org/2001/XMLSchema" xmlns:p="http://schemas.microsoft.com/office/2006/metadata/properties" xmlns:ns2="402b49ca-617a-4412-a136-22a821ef8eb4" targetNamespace="http://schemas.microsoft.com/office/2006/metadata/properties" ma:root="true" ma:fieldsID="367bc80b74cbe435d94d5e8f171105a8" ns2:_="">
    <xsd:import namespace="402b49ca-617a-4412-a136-22a821ef8eb4"/>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2b49ca-617a-4412-a136-22a821ef8eb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dlc_DocId xmlns="402b49ca-617a-4412-a136-22a821ef8eb4">PULSEDOC-1743074161-507</_dlc_DocId>
    <_dlc_DocIdUrl xmlns="402b49ca-617a-4412-a136-22a821ef8eb4">
      <Url>https://pulse.utah.edu/site/marcomm/_layouts/15/DocIdRedir.aspx?ID=PULSEDOC-1743074161-507</Url>
      <Description>PULSEDOC-1743074161-507</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3925B634-0D2B-4660-8B07-A0072B7D1EC6}">
  <ds:schemaRefs>
    <ds:schemaRef ds:uri="http://schemas.microsoft.com/sharepoint/v3/contenttype/forms"/>
  </ds:schemaRefs>
</ds:datastoreItem>
</file>

<file path=customXml/itemProps2.xml><?xml version="1.0" encoding="utf-8"?>
<ds:datastoreItem xmlns:ds="http://schemas.openxmlformats.org/officeDocument/2006/customXml" ds:itemID="{951CB55F-6003-440C-A4F6-200611F025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2b49ca-617a-4412-a136-22a821ef8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130A98-A1E4-41B7-8AB0-4EE71CAB2265}">
  <ds:schemaRefs>
    <ds:schemaRef ds:uri="http://schemas.microsoft.com/office/2006/metadata/properties"/>
    <ds:schemaRef ds:uri="http://schemas.microsoft.com/office/infopath/2007/PartnerControls"/>
    <ds:schemaRef ds:uri="402b49ca-617a-4412-a136-22a821ef8eb4"/>
  </ds:schemaRefs>
</ds:datastoreItem>
</file>

<file path=customXml/itemProps4.xml><?xml version="1.0" encoding="utf-8"?>
<ds:datastoreItem xmlns:ds="http://schemas.openxmlformats.org/officeDocument/2006/customXml" ds:itemID="{E64220DD-2344-4E10-80E1-E920C591A16D}">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University of Utah Health Template</Template>
  <TotalTime>7</TotalTime>
  <Words>11615</Words>
  <Application>Microsoft Macintosh PowerPoint</Application>
  <PresentationFormat>Widescreen</PresentationFormat>
  <Paragraphs>952</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Century Gothic</vt:lpstr>
      <vt:lpstr>University of Utah Health Template</vt:lpstr>
      <vt:lpstr>TIPS FOR USING THIS TEMPLATE</vt:lpstr>
      <vt:lpstr>Add title here on two rows</vt:lpstr>
      <vt:lpstr>INSERT PRESENTATION TITLE HERE</vt:lpstr>
      <vt:lpstr>INSERT PRESENTATION TITLE HERE</vt:lpstr>
      <vt:lpstr>INSERT PRESENTATION TITLE HERE</vt:lpstr>
      <vt:lpstr>INSERT PRESENTATION TITLE HERE</vt:lpstr>
      <vt:lpstr>INSERT PRESENTATION TITLE HERE</vt:lpstr>
      <vt:lpstr>NEW TOPIC</vt:lpstr>
      <vt:lpstr>NEW TOPIC</vt:lpstr>
      <vt:lpstr>New topic</vt:lpstr>
      <vt:lpstr>New Topic</vt:lpstr>
      <vt:lpstr>New topic</vt:lpstr>
      <vt:lpstr>TABLE OF CONTENTS</vt:lpstr>
      <vt:lpstr>TABLE OF CONTENTS</vt:lpstr>
      <vt:lpstr>TABLE OF CONTENTS</vt:lpstr>
      <vt:lpstr>TABLE OF CONTENTS</vt:lpstr>
      <vt:lpstr>TABLE OF CONTENTS</vt:lpstr>
      <vt:lpstr>TABLE OF CONTENTS</vt:lpstr>
      <vt:lpstr>TABLE OF CONTENTS</vt:lpstr>
      <vt:lpstr>ICON CONTENT HEADER EXAMPLE</vt:lpstr>
      <vt:lpstr>CONTENT HEADER EXAMPLE</vt:lpstr>
      <vt:lpstr>CONTENT HEADER EXAMPLE</vt:lpstr>
      <vt:lpstr>BULLETED CONTENT HEADER EXAMPLE</vt:lpstr>
      <vt:lpstr>BULLETED CONTENT HEADER EXAMPLE</vt:lpstr>
      <vt:lpstr>Visual with Bulleted Content</vt:lpstr>
      <vt:lpstr>Visual with Bulleted Content</vt:lpstr>
      <vt:lpstr>IMAGE SLIDE</vt:lpstr>
      <vt:lpstr>PowerPoint Presentation</vt:lpstr>
      <vt:lpstr>PowerPoint Presentation</vt:lpstr>
      <vt:lpstr>PowerPoint Presentation</vt:lpstr>
      <vt:lpstr>PowerPoint Presentation</vt:lpstr>
      <vt:lpstr>PowerPoint Presentation</vt:lpstr>
      <vt:lpstr>STATS SLIDE</vt:lpstr>
      <vt:lpstr>HORIZONTAL BAR CHART</vt:lpstr>
      <vt:lpstr>VERTICAL BAR CHART</vt:lpstr>
      <vt:lpstr>Pie chart slide</vt:lpstr>
      <vt:lpstr>SMARTART slide</vt:lpstr>
      <vt:lpstr>MEET THE TEAM</vt:lpstr>
      <vt:lpstr>Meet the team</vt:lpstr>
      <vt:lpstr>TEAM GRATITUDE</vt:lpstr>
      <vt:lpstr>A HISTORY OF EVENTS</vt:lpstr>
      <vt:lpstr>A HISTORY of events</vt:lpstr>
      <vt:lpstr>PATIENT Feedback</vt:lpstr>
      <vt:lpstr>PROJECT ROADMAP</vt:lpstr>
      <vt:lpstr>MILESTONES TO MEET</vt:lpstr>
      <vt:lpstr>NEXT STEPS</vt:lpstr>
      <vt:lpstr>KEY TAKEAWAYS</vt:lpstr>
      <vt:lpstr>THANK YOU</vt:lpstr>
      <vt:lpstr>Brand HIGHLIGHTS</vt:lpstr>
      <vt:lpstr>Brand HIGHLIGHTS</vt:lpstr>
      <vt:lpstr>Icon LIBRARY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Hyejung Lee</dc:creator>
  <cp:lastModifiedBy>Hyejung Lee</cp:lastModifiedBy>
  <cp:revision>4</cp:revision>
  <dcterms:created xsi:type="dcterms:W3CDTF">2026-01-14T18:43:43Z</dcterms:created>
  <dcterms:modified xsi:type="dcterms:W3CDTF">2026-01-14T18:50:56Z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0x0101000B7F15D18245C1458954909DB36AE657</vt:lpwstr>
  </property>
  <property fmtid="{D5CDD505-2E9C-101B-9397-08002B2CF9AE}" pid="3" name="_dlc_DocIdItemGuid">
    <vt:lpwstr>528caba2-5296-438b-86f7-a4f8c9c0010f</vt:lpwstr>
  </property>
</Properties>
</file>