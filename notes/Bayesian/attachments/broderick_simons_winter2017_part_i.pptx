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370" r:id="rId28"/>
    <p:sldId id="371" r:id="rId29"/>
    <p:sldId id="372" r:id="rId30"/>
    <p:sldId id="373" r:id="rId31"/>
    <p:sldId id="284" r:id="rId32"/>
    <p:sldId id="287" r:id="rId33"/>
    <p:sldId id="374" r:id="rId34"/>
    <p:sldId id="375" r:id="rId35"/>
    <p:sldId id="376" r:id="rId36"/>
    <p:sldId id="291" r:id="rId37"/>
    <p:sldId id="292" r:id="rId38"/>
    <p:sldId id="377" r:id="rId39"/>
    <p:sldId id="378" r:id="rId40"/>
    <p:sldId id="379" r:id="rId41"/>
    <p:sldId id="380" r:id="rId42"/>
    <p:sldId id="381" r:id="rId43"/>
    <p:sldId id="298" r:id="rId44"/>
    <p:sldId id="382" r:id="rId45"/>
    <p:sldId id="383" r:id="rId46"/>
    <p:sldId id="302" r:id="rId47"/>
    <p:sldId id="303" r:id="rId48"/>
    <p:sldId id="384" r:id="rId49"/>
    <p:sldId id="385" r:id="rId50"/>
    <p:sldId id="386" r:id="rId51"/>
    <p:sldId id="387" r:id="rId52"/>
    <p:sldId id="388" r:id="rId53"/>
    <p:sldId id="389" r:id="rId54"/>
    <p:sldId id="310" r:id="rId55"/>
    <p:sldId id="390" r:id="rId56"/>
    <p:sldId id="391" r:id="rId57"/>
    <p:sldId id="392" r:id="rId58"/>
    <p:sldId id="393" r:id="rId59"/>
    <p:sldId id="394" r:id="rId60"/>
    <p:sldId id="395" r:id="rId61"/>
    <p:sldId id="396" r:id="rId62"/>
    <p:sldId id="397" r:id="rId63"/>
    <p:sldId id="398" r:id="rId64"/>
    <p:sldId id="399" r:id="rId65"/>
    <p:sldId id="400" r:id="rId66"/>
    <p:sldId id="401" r:id="rId67"/>
    <p:sldId id="402" r:id="rId68"/>
    <p:sldId id="403" r:id="rId69"/>
    <p:sldId id="404" r:id="rId70"/>
    <p:sldId id="405" r:id="rId71"/>
    <p:sldId id="406" r:id="rId72"/>
    <p:sldId id="407" r:id="rId73"/>
    <p:sldId id="409" r:id="rId74"/>
    <p:sldId id="410" r:id="rId75"/>
    <p:sldId id="330" r:id="rId76"/>
    <p:sldId id="331" r:id="rId77"/>
    <p:sldId id="411" r:id="rId78"/>
    <p:sldId id="412" r:id="rId79"/>
    <p:sldId id="413" r:id="rId80"/>
    <p:sldId id="414" r:id="rId81"/>
    <p:sldId id="415" r:id="rId82"/>
    <p:sldId id="416" r:id="rId83"/>
    <p:sldId id="417" r:id="rId84"/>
    <p:sldId id="418" r:id="rId85"/>
    <p:sldId id="419" r:id="rId86"/>
    <p:sldId id="420" r:id="rId87"/>
    <p:sldId id="421" r:id="rId88"/>
    <p:sldId id="343" r:id="rId89"/>
    <p:sldId id="422" r:id="rId90"/>
    <p:sldId id="423" r:id="rId91"/>
    <p:sldId id="424" r:id="rId92"/>
    <p:sldId id="425" r:id="rId93"/>
    <p:sldId id="426" r:id="rId94"/>
    <p:sldId id="427" r:id="rId95"/>
    <p:sldId id="428" r:id="rId96"/>
    <p:sldId id="429" r:id="rId97"/>
    <p:sldId id="430" r:id="rId98"/>
    <p:sldId id="431" r:id="rId99"/>
    <p:sldId id="433" r:id="rId100"/>
    <p:sldId id="359" r:id="rId101"/>
    <p:sldId id="434" r:id="rId102"/>
    <p:sldId id="435" r:id="rId103"/>
    <p:sldId id="436" r:id="rId104"/>
    <p:sldId id="437" r:id="rId105"/>
    <p:sldId id="438" r:id="rId106"/>
    <p:sldId id="439" r:id="rId107"/>
    <p:sldId id="366" r:id="rId108"/>
    <p:sldId id="367" r:id="rId109"/>
    <p:sldId id="368" r:id="rId110"/>
    <p:sldId id="369" r:id="rId111"/>
  </p:sldIdLst>
  <p:sldSz cx="13004800" cy="9753600"/>
  <p:notesSz cx="13004800" cy="9753600"/>
  <p:custDataLst>
    <p:tags r:id="rId113"/>
  </p:custDataLst>
  <p:defaultTextStyle>
    <a:defPPr>
      <a:defRPr lang="ru-RU"/>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Calibri" panose="020F050202020403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Calibri" panose="020F050202020403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Calibri" panose="020F050202020403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Calibri" panose="020F050202020403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Calibri" panose="020F050202020403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Calibri" panose="020F050202020403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Calibri" panose="020F050202020403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Calibri" panose="020F050202020403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48"/>
    <p:restoredTop sz="69775"/>
  </p:normalViewPr>
  <p:slideViewPr>
    <p:cSldViewPr>
      <p:cViewPr>
        <p:scale>
          <a:sx n="80" d="100"/>
          <a:sy n="80" d="100"/>
        </p:scale>
        <p:origin x="224" y="-40"/>
      </p:cViewPr>
      <p:guideLst>
        <p:guide orient="horz" pos="2160"/>
        <p:guide pos="2880"/>
      </p:guideLst>
    </p:cSldViewPr>
  </p:slideViewPr>
  <p:notesTextViewPr>
    <p:cViewPr>
      <p:scale>
        <a:sx n="100" d="100"/>
        <a:sy n="100" d="100"/>
      </p:scale>
      <p:origin x="0" y="0"/>
    </p:cViewPr>
  </p:notesTextViewPr>
  <p:notesViewPr>
    <p:cSldViewPr>
      <p:cViewPr>
        <p:scale>
          <a:sx n="10" d="100"/>
          <a:sy n="10" d="100"/>
        </p:scale>
        <p:origin x="-102" y="-26"/>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gs" Target="tags/tag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4FDD13-C5D6-B4E6-650F-B4D7A2664B9B}"/>
              </a:ext>
            </a:extLst>
          </p:cNvPr>
          <p:cNvSpPr>
            <a:spLocks noGrp="1"/>
          </p:cNvSpPr>
          <p:nvPr>
            <p:ph type="hdr" sz="quarter"/>
          </p:nvPr>
        </p:nvSpPr>
        <p:spPr>
          <a:xfrm>
            <a:off x="0" y="0"/>
            <a:ext cx="5635625" cy="488950"/>
          </a:xfrm>
          <a:prstGeom prst="rect">
            <a:avLst/>
          </a:prstGeom>
        </p:spPr>
        <p:txBody>
          <a:bodyPr vert="horz" wrap="square" lIns="91440" tIns="45720" rIns="91440" bIns="45720" numCol="1" anchor="t" anchorCtr="0" compatLnSpc="1">
            <a:prstTxWarp prst="textNoShape">
              <a:avLst/>
            </a:prstTxWarp>
          </a:bodyPr>
          <a:lstStyle>
            <a:lvl1pPr eaLnBrk="1" hangingPunct="1">
              <a:buSzPct val="100000"/>
              <a:buFont typeface="Calibri" panose="020F0502020204030204" pitchFamily="34" charset="0"/>
              <a:buNone/>
              <a:defRPr sz="1200"/>
            </a:lvl1pPr>
          </a:lstStyle>
          <a:p>
            <a:endParaRPr lang="en-US" altLang="en-US"/>
          </a:p>
        </p:txBody>
      </p:sp>
      <p:sp>
        <p:nvSpPr>
          <p:cNvPr id="3" name="Date Placeholder 2">
            <a:extLst>
              <a:ext uri="{FF2B5EF4-FFF2-40B4-BE49-F238E27FC236}">
                <a16:creationId xmlns:a16="http://schemas.microsoft.com/office/drawing/2014/main" id="{6E0A6169-7021-7D5C-6D2A-DC46E7147690}"/>
              </a:ext>
            </a:extLst>
          </p:cNvPr>
          <p:cNvSpPr>
            <a:spLocks noGrp="1"/>
          </p:cNvSpPr>
          <p:nvPr>
            <p:ph type="dt" idx="1"/>
          </p:nvPr>
        </p:nvSpPr>
        <p:spPr>
          <a:xfrm>
            <a:off x="7366000" y="0"/>
            <a:ext cx="5635625" cy="488950"/>
          </a:xfrm>
          <a:prstGeom prst="rect">
            <a:avLst/>
          </a:prstGeom>
        </p:spPr>
        <p:txBody>
          <a:bodyPr vert="horz" wrap="square" lIns="91440" tIns="45720" rIns="91440" bIns="45720" numCol="1" anchor="t" anchorCtr="0" compatLnSpc="1">
            <a:prstTxWarp prst="textNoShape">
              <a:avLst/>
            </a:prstTxWarp>
          </a:bodyPr>
          <a:lstStyle>
            <a:lvl1pPr algn="r" eaLnBrk="1" hangingPunct="1">
              <a:buSzPct val="100000"/>
              <a:buFont typeface="Calibri" panose="020F0502020204030204" pitchFamily="34" charset="0"/>
              <a:buNone/>
              <a:defRPr sz="1200"/>
            </a:lvl1pPr>
          </a:lstStyle>
          <a:p>
            <a:fld id="{236BB872-AE50-7846-9216-26A95E355582}" type="datetimeFigureOut">
              <a:rPr lang="en-US" altLang="en-US"/>
              <a:pPr/>
              <a:t>1/13/26</a:t>
            </a:fld>
            <a:endParaRPr lang="en-US" altLang="en-US"/>
          </a:p>
        </p:txBody>
      </p:sp>
      <p:sp>
        <p:nvSpPr>
          <p:cNvPr id="4" name="Slide Image Placeholder 3">
            <a:extLst>
              <a:ext uri="{FF2B5EF4-FFF2-40B4-BE49-F238E27FC236}">
                <a16:creationId xmlns:a16="http://schemas.microsoft.com/office/drawing/2014/main" id="{C18E6405-E020-F897-CC66-B563041DFC43}"/>
              </a:ext>
            </a:extLst>
          </p:cNvPr>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7F125A6-B72B-E159-8FAC-278623AA0AB0}"/>
              </a:ext>
            </a:extLst>
          </p:cNvPr>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F631A32-4E00-5E28-A3D1-935F65860324}"/>
              </a:ext>
            </a:extLst>
          </p:cNvPr>
          <p:cNvSpPr>
            <a:spLocks noGrp="1"/>
          </p:cNvSpPr>
          <p:nvPr>
            <p:ph type="ftr" sz="quarter" idx="4"/>
          </p:nvPr>
        </p:nvSpPr>
        <p:spPr>
          <a:xfrm>
            <a:off x="0" y="9264650"/>
            <a:ext cx="5635625" cy="488950"/>
          </a:xfrm>
          <a:prstGeom prst="rect">
            <a:avLst/>
          </a:prstGeom>
        </p:spPr>
        <p:txBody>
          <a:bodyPr vert="horz" wrap="square" lIns="91440" tIns="45720" rIns="91440" bIns="45720" numCol="1" anchor="b" anchorCtr="0" compatLnSpc="1">
            <a:prstTxWarp prst="textNoShape">
              <a:avLst/>
            </a:prstTxWarp>
          </a:bodyPr>
          <a:lstStyle>
            <a:lvl1pPr eaLnBrk="1" hangingPunct="1">
              <a:buSzPct val="100000"/>
              <a:buFont typeface="Calibri" panose="020F0502020204030204" pitchFamily="34" charset="0"/>
              <a:buNone/>
              <a:defRPr sz="1200"/>
            </a:lvl1pPr>
          </a:lstStyle>
          <a:p>
            <a:endParaRPr lang="en-US" altLang="en-US"/>
          </a:p>
        </p:txBody>
      </p:sp>
      <p:sp>
        <p:nvSpPr>
          <p:cNvPr id="7" name="Slide Number Placeholder 6">
            <a:extLst>
              <a:ext uri="{FF2B5EF4-FFF2-40B4-BE49-F238E27FC236}">
                <a16:creationId xmlns:a16="http://schemas.microsoft.com/office/drawing/2014/main" id="{2FA006E4-2713-2028-8B82-03B24810ED35}"/>
              </a:ext>
            </a:extLst>
          </p:cNvPr>
          <p:cNvSpPr>
            <a:spLocks noGrp="1"/>
          </p:cNvSpPr>
          <p:nvPr>
            <p:ph type="sldNum" sz="quarter" idx="5"/>
          </p:nvPr>
        </p:nvSpPr>
        <p:spPr>
          <a:xfrm>
            <a:off x="7366000" y="9264650"/>
            <a:ext cx="5635625" cy="488950"/>
          </a:xfrm>
          <a:prstGeom prst="rect">
            <a:avLst/>
          </a:prstGeom>
        </p:spPr>
        <p:txBody>
          <a:bodyPr vert="horz" wrap="square" lIns="91440" tIns="45720" rIns="91440" bIns="45720" numCol="1" anchor="b" anchorCtr="0" compatLnSpc="1">
            <a:prstTxWarp prst="textNoShape">
              <a:avLst/>
            </a:prstTxWarp>
          </a:bodyPr>
          <a:lstStyle>
            <a:lvl1pPr algn="r" eaLnBrk="1" hangingPunct="1">
              <a:buSzPct val="100000"/>
              <a:buFont typeface="Calibri" panose="020F0502020204030204" pitchFamily="34" charset="0"/>
              <a:buNone/>
              <a:defRPr sz="1200"/>
            </a:lvl1pPr>
          </a:lstStyle>
          <a:p>
            <a:fld id="{C17FC81B-8303-B04E-AB27-1375CBF29DD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Slide Image Placeholder 1">
            <a:extLst>
              <a:ext uri="{FF2B5EF4-FFF2-40B4-BE49-F238E27FC236}">
                <a16:creationId xmlns:a16="http://schemas.microsoft.com/office/drawing/2014/main" id="{8A101CF8-5FDE-E9FC-DAAB-AD1682E7017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8" name="Notes Placeholder 2">
            <a:extLst>
              <a:ext uri="{FF2B5EF4-FFF2-40B4-BE49-F238E27FC236}">
                <a16:creationId xmlns:a16="http://schemas.microsoft.com/office/drawing/2014/main" id="{0CDDD92C-BA86-1379-1474-17522A15A26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Why are we even doing this? Getting intuition.</a:t>
            </a:r>
          </a:p>
          <a:p>
            <a:pPr eaLnBrk="1" hangingPunct="1">
              <a:spcBef>
                <a:spcPct val="0"/>
              </a:spcBef>
            </a:pPr>
            <a:endParaRPr lang="en-US" altLang="en-US"/>
          </a:p>
          <a:p>
            <a:pPr eaLnBrk="1" hangingPunct="1">
              <a:spcBef>
                <a:spcPct val="0"/>
              </a:spcBef>
            </a:pPr>
            <a:endParaRPr lang="en-US" altLang="en-US"/>
          </a:p>
          <a:p>
            <a:pPr eaLnBrk="1" hangingPunct="1">
              <a:spcBef>
                <a:spcPct val="0"/>
              </a:spcBef>
            </a:pPr>
            <a:r>
              <a:rPr lang="en-US" altLang="en-US"/>
              <a:t>Basic idea: Learning about the data, as we get more of it.</a:t>
            </a:r>
          </a:p>
          <a:p>
            <a:pPr eaLnBrk="1" hangingPunct="1">
              <a:spcBef>
                <a:spcPct val="0"/>
              </a:spcBef>
            </a:pPr>
            <a:endParaRPr lang="en-US" altLang="en-US"/>
          </a:p>
        </p:txBody>
      </p:sp>
      <p:sp>
        <p:nvSpPr>
          <p:cNvPr id="9219" name="Slide Number Placeholder 3">
            <a:extLst>
              <a:ext uri="{FF2B5EF4-FFF2-40B4-BE49-F238E27FC236}">
                <a16:creationId xmlns:a16="http://schemas.microsoft.com/office/drawing/2014/main" id="{3A2D04C5-B9BD-E1E6-BF24-AE411F20DA1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fld id="{BA02EDC3-A399-3141-B0DF-864F4733A976}"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a:extLst>
              <a:ext uri="{FF2B5EF4-FFF2-40B4-BE49-F238E27FC236}">
                <a16:creationId xmlns:a16="http://schemas.microsoft.com/office/drawing/2014/main" id="{C2D6C45D-394B-C34C-ED5A-F22501BE8D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8" name="Notes Placeholder 2">
            <a:extLst>
              <a:ext uri="{FF2B5EF4-FFF2-40B4-BE49-F238E27FC236}">
                <a16:creationId xmlns:a16="http://schemas.microsoft.com/office/drawing/2014/main" id="{CC01F18C-193D-D3A5-6C5A-D9442515CBD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The Bayesian aspect: We are going to build up a generative model for our data. We have some hidden parameters we are interested in learning (some latent parameters). </a:t>
            </a:r>
          </a:p>
          <a:p>
            <a:pPr eaLnBrk="1" hangingPunct="1"/>
            <a:br>
              <a:rPr lang="en-US" altLang="en-US"/>
            </a:br>
            <a:endParaRPr lang="en-US" altLang="en-US"/>
          </a:p>
          <a:p>
            <a:pPr eaLnBrk="1" hangingPunct="1"/>
            <a:r>
              <a:rPr lang="en-US" altLang="en-US"/>
              <a:t>Prior: We have some distribution over them that expresses our knowledge going into the problem.</a:t>
            </a:r>
          </a:p>
          <a:p>
            <a:pPr eaLnBrk="1" hangingPunct="1"/>
            <a:br>
              <a:rPr lang="en-US" altLang="en-US"/>
            </a:br>
            <a:endParaRPr lang="en-US" altLang="en-US"/>
          </a:p>
          <a:p>
            <a:pPr eaLnBrk="1" hangingPunct="1"/>
            <a:r>
              <a:rPr lang="en-US" altLang="en-US"/>
              <a:t>We have likelihood and prior.  Use Bayes theorem to get the state of knowledge of the parameters given the data.</a:t>
            </a:r>
          </a:p>
          <a:p>
            <a:pPr eaLnBrk="1" hangingPunct="1"/>
            <a:br>
              <a:rPr lang="en-US" altLang="en-US"/>
            </a:br>
            <a:endParaRPr lang="en-US" altLang="en-US"/>
          </a:p>
          <a:p>
            <a:pPr eaLnBrk="1" hangingPunct="1"/>
            <a:r>
              <a:rPr lang="en-US" altLang="en-US"/>
              <a:t>generative model: a type of machine learning model that learns the probability distribution of data so it can generate new examples that look like the original data.</a:t>
            </a:r>
          </a:p>
          <a:p>
            <a:pPr eaLnBrk="1" hangingPunct="1"/>
            <a:endParaRPr lang="en-US" altLang="en-US"/>
          </a:p>
        </p:txBody>
      </p:sp>
      <p:sp>
        <p:nvSpPr>
          <p:cNvPr id="132099" name="Slide Number Placeholder 3">
            <a:extLst>
              <a:ext uri="{FF2B5EF4-FFF2-40B4-BE49-F238E27FC236}">
                <a16:creationId xmlns:a16="http://schemas.microsoft.com/office/drawing/2014/main" id="{6B637CD8-4F0B-D8FD-8D8D-AB6F24F1FBB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fld id="{16131A57-236F-024F-8E89-639A286F1A6F}" type="slidenum">
              <a:rPr lang="en-US" altLang="en-US"/>
              <a:pPr/>
              <a:t>5</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Slide Image Placeholder 1">
            <a:extLst>
              <a:ext uri="{FF2B5EF4-FFF2-40B4-BE49-F238E27FC236}">
                <a16:creationId xmlns:a16="http://schemas.microsoft.com/office/drawing/2014/main" id="{8CFA9D5E-191E-CE6F-01BA-D6946C52318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2" name="Notes Placeholder 2">
            <a:extLst>
              <a:ext uri="{FF2B5EF4-FFF2-40B4-BE49-F238E27FC236}">
                <a16:creationId xmlns:a16="http://schemas.microsoft.com/office/drawing/2014/main" id="{506DAABD-291B-C5CC-F83F-BE1F6A0508C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ru-RU" altLang="en-US">
                <a:latin typeface="Arial" panose="020B0604020202020204" pitchFamily="34" charset="0"/>
              </a:rPr>
              <a:t>Example: Wikipedia
A Long Track Home. About something in alaska. You go search about the author online. You find yourself reading about Alaska. That takes you to another link about Pacific Rim and soon she reads about plate tectonics</a:t>
            </a:r>
          </a:p>
          <a:p>
            <a:pPr eaLnBrk="1" hangingPunct="1"/>
            <a:endParaRPr lang="en-US" altLang="en-US"/>
          </a:p>
          <a:p>
            <a:pPr eaLnBrk="1" hangingPunct="1"/>
            <a:endParaRPr lang="en-US" altLang="en-US"/>
          </a:p>
          <a:p>
            <a:pPr eaLnBrk="1" hangingPunct="1"/>
            <a:r>
              <a:rPr lang="en-US" altLang="en-US"/>
              <a:t>I can spend all day on wikipedia doing this. No matter how much you have spent your time on Wikipedia, you can find new topics to explore and learn.</a:t>
            </a:r>
          </a:p>
          <a:p>
            <a:pPr eaLnBrk="1" hangingPunct="1"/>
            <a:endParaRPr lang="en-US" altLang="en-US"/>
          </a:p>
        </p:txBody>
      </p:sp>
      <p:sp>
        <p:nvSpPr>
          <p:cNvPr id="133123" name="Slide Number Placeholder 3">
            <a:extLst>
              <a:ext uri="{FF2B5EF4-FFF2-40B4-BE49-F238E27FC236}">
                <a16:creationId xmlns:a16="http://schemas.microsoft.com/office/drawing/2014/main" id="{1490A83A-9E78-2BE7-EBA0-C1CF09BD527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fld id="{FE1B14A9-C185-C04D-8D05-2C857AFF6827}" type="slidenum">
              <a:rPr lang="en-US" altLang="en-US"/>
              <a:pPr/>
              <a:t>7</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a:extLst>
              <a:ext uri="{FF2B5EF4-FFF2-40B4-BE49-F238E27FC236}">
                <a16:creationId xmlns:a16="http://schemas.microsoft.com/office/drawing/2014/main" id="{FCBBB9FD-E263-B821-6397-CDE0309A9F2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6" name="Notes Placeholder 2">
            <a:extLst>
              <a:ext uri="{FF2B5EF4-FFF2-40B4-BE49-F238E27FC236}">
                <a16:creationId xmlns:a16="http://schemas.microsoft.com/office/drawing/2014/main" id="{934AA4DB-BD4B-A4B2-7EA2-AC344F21508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Another example: species discovery. New species discovered all the time.</a:t>
            </a:r>
          </a:p>
          <a:p>
            <a:pPr eaLnBrk="1" hangingPunct="1"/>
            <a:endParaRPr lang="en-US" altLang="en-US"/>
          </a:p>
        </p:txBody>
      </p:sp>
      <p:sp>
        <p:nvSpPr>
          <p:cNvPr id="134147" name="Slide Number Placeholder 3">
            <a:extLst>
              <a:ext uri="{FF2B5EF4-FFF2-40B4-BE49-F238E27FC236}">
                <a16:creationId xmlns:a16="http://schemas.microsoft.com/office/drawing/2014/main" id="{D512ED6A-95EF-114C-3917-06A2FC1D5F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fld id="{B06D1E5B-F547-D947-AE92-5BB13400EBEA}" type="slidenum">
              <a:rPr lang="en-US" altLang="en-US"/>
              <a:pPr/>
              <a:t>10</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Slide Image Placeholder 1">
            <a:extLst>
              <a:ext uri="{FF2B5EF4-FFF2-40B4-BE49-F238E27FC236}">
                <a16:creationId xmlns:a16="http://schemas.microsoft.com/office/drawing/2014/main" id="{DCCA72A4-96D3-44D0-8698-F0ACCBCB3B6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0" name="Notes Placeholder 2">
            <a:extLst>
              <a:ext uri="{FF2B5EF4-FFF2-40B4-BE49-F238E27FC236}">
                <a16:creationId xmlns:a16="http://schemas.microsoft.com/office/drawing/2014/main" id="{B741C4E8-17C4-3C0F-1866-90D00E3CD7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Ask your friends what exercies they are doing, you will probably discover new exercises as you ask more and more friends.</a:t>
            </a:r>
          </a:p>
          <a:p>
            <a:pPr eaLnBrk="1" hangingPunct="1"/>
            <a:endParaRPr lang="en-US" altLang="en-US"/>
          </a:p>
        </p:txBody>
      </p:sp>
      <p:sp>
        <p:nvSpPr>
          <p:cNvPr id="135171" name="Slide Number Placeholder 3">
            <a:extLst>
              <a:ext uri="{FF2B5EF4-FFF2-40B4-BE49-F238E27FC236}">
                <a16:creationId xmlns:a16="http://schemas.microsoft.com/office/drawing/2014/main" id="{16B86C4E-9F83-AB89-22C0-91D0790A76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fld id="{A030C949-28CE-C947-BE62-5C9B47B35D51}" type="slidenum">
              <a:rPr lang="en-US" altLang="en-US"/>
              <a:pPr/>
              <a:t>11</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a:extLst>
              <a:ext uri="{FF2B5EF4-FFF2-40B4-BE49-F238E27FC236}">
                <a16:creationId xmlns:a16="http://schemas.microsoft.com/office/drawing/2014/main" id="{73D2F7EB-3C70-11C2-A367-3D7E38F18F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4" name="Notes Placeholder 2">
            <a:extLst>
              <a:ext uri="{FF2B5EF4-FFF2-40B4-BE49-F238E27FC236}">
                <a16:creationId xmlns:a16="http://schemas.microsoft.com/office/drawing/2014/main" id="{C315D6DF-CDA3-BA5F-EDBE-5E643728752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If you analyze social networks, it's likely that as the social networks grow, or you analyze more of a social network, you will find more friend groups, more interest groups more different components of that social network,  more to learn as it's growing or as you are learning more about it.</a:t>
            </a:r>
          </a:p>
          <a:p>
            <a:pPr eaLnBrk="1" hangingPunct="1"/>
            <a:endParaRPr lang="en-US" altLang="en-US"/>
          </a:p>
        </p:txBody>
      </p:sp>
      <p:sp>
        <p:nvSpPr>
          <p:cNvPr id="136195" name="Slide Number Placeholder 3">
            <a:extLst>
              <a:ext uri="{FF2B5EF4-FFF2-40B4-BE49-F238E27FC236}">
                <a16:creationId xmlns:a16="http://schemas.microsoft.com/office/drawing/2014/main" id="{92631971-A8E8-2323-C8B1-9D7E7FF2EB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fld id="{321168E3-7F08-9C4C-A647-AEF30DC59BE2}" type="slidenum">
              <a:rPr lang="en-US" altLang="en-US"/>
              <a:pPr/>
              <a:t>12</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If you look at images: you expect to find more unique objects in those images as you get more and more images.</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13</a:t>
            </a:fld>
            <a:endParaRPr lang="en-US" altLang="en-US"/>
          </a:p>
        </p:txBody>
      </p:sp>
    </p:spTree>
    <p:extLst>
      <p:ext uri="{BB962C8B-B14F-4D97-AF65-F5344CB8AC3E}">
        <p14:creationId xmlns:p14="http://schemas.microsoft.com/office/powerpoint/2010/main" val="1756525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Genetic analysis, look at people's genomes, you can find more and more unique ancestral population as you see more and more genomes</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14</a:t>
            </a:fld>
            <a:endParaRPr lang="en-US" altLang="en-US"/>
          </a:p>
        </p:txBody>
      </p:sp>
    </p:spTree>
    <p:extLst>
      <p:ext uri="{BB962C8B-B14F-4D97-AF65-F5344CB8AC3E}">
        <p14:creationId xmlns:p14="http://schemas.microsoft.com/office/powerpoint/2010/main" val="3740153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newborns entering a hospital or really  anyone entering a hospital, you expect to find more unique health issues as you examine more and more of this population.</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15</a:t>
            </a:fld>
            <a:endParaRPr lang="en-US" altLang="en-US"/>
          </a:p>
        </p:txBody>
      </p:sp>
    </p:spTree>
    <p:extLst>
      <p:ext uri="{BB962C8B-B14F-4D97-AF65-F5344CB8AC3E}">
        <p14:creationId xmlns:p14="http://schemas.microsoft.com/office/powerpoint/2010/main" val="3641583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Even if you're just doing something like survival analysis, you can see more groups and more different behaviors as you analyze more individuals</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16</a:t>
            </a:fld>
            <a:endParaRPr lang="en-US" altLang="en-US"/>
          </a:p>
        </p:txBody>
      </p:sp>
    </p:spTree>
    <p:extLst>
      <p:ext uri="{BB962C8B-B14F-4D97-AF65-F5344CB8AC3E}">
        <p14:creationId xmlns:p14="http://schemas.microsoft.com/office/powerpoint/2010/main" val="1694539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or something like density estimation. maybe if you have a few data points, a Gaussian might be an adequate model for that.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as you get more and more data points,</a:t>
            </a:r>
          </a:p>
          <a:p>
            <a:r>
              <a:rPr lang="en-US" sz="1200" kern="1200" dirty="0">
                <a:solidFill>
                  <a:schemeClr val="tx1"/>
                </a:solidFill>
                <a:effectLst/>
                <a:latin typeface="+mn-lt"/>
                <a:ea typeface="+mn-ea"/>
                <a:cs typeface="+mn-cs"/>
              </a:rPr>
              <a:t>you want more nuance and you might find that you have something that requires more and more nuance to really express what's going on with that distribution.</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so for all of these reasons, we might want a growing set of parameters as we get more data basically to express more nuance in the data.</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That's the idea of nonparametric Bayes.</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This first set of slides get to more of a sense of exactly how that works in practice.</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17</a:t>
            </a:fld>
            <a:endParaRPr lang="en-US" altLang="en-US"/>
          </a:p>
        </p:txBody>
      </p:sp>
    </p:spTree>
    <p:extLst>
      <p:ext uri="{BB962C8B-B14F-4D97-AF65-F5344CB8AC3E}">
        <p14:creationId xmlns:p14="http://schemas.microsoft.com/office/powerpoint/2010/main" val="2053740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Focus on this specific example: clustering or mixture models  the Bayes model that we're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build up to, the Dirichlet process.</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This is not the entirety of nonparametric Bayesian but this example is good to build an intuition about what we are trying to accomplish in general.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Please note that when we say growing/infinite number of parameters, the underlying model isn't changing.  It's what we're inferring about that model that's changing.</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18</a:t>
            </a:fld>
            <a:endParaRPr lang="en-US" altLang="en-US"/>
          </a:p>
        </p:txBody>
      </p:sp>
    </p:spTree>
    <p:extLst>
      <p:ext uri="{BB962C8B-B14F-4D97-AF65-F5344CB8AC3E}">
        <p14:creationId xmlns:p14="http://schemas.microsoft.com/office/powerpoint/2010/main" val="3437162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Start with this clustering example.</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19</a:t>
            </a:fld>
            <a:endParaRPr lang="en-US" altLang="en-US"/>
          </a:p>
        </p:txBody>
      </p:sp>
    </p:spTree>
    <p:extLst>
      <p:ext uri="{BB962C8B-B14F-4D97-AF65-F5344CB8AC3E}">
        <p14:creationId xmlns:p14="http://schemas.microsoft.com/office/powerpoint/2010/main" val="1537953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Start with a collection of data.</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Goal: assign our data points to one and only one group. That's the nature of the latent structure that we are trying to find in clustering.</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20</a:t>
            </a:fld>
            <a:endParaRPr lang="en-US" altLang="en-US"/>
          </a:p>
        </p:txBody>
      </p:sp>
    </p:spTree>
    <p:extLst>
      <p:ext uri="{BB962C8B-B14F-4D97-AF65-F5344CB8AC3E}">
        <p14:creationId xmlns:p14="http://schemas.microsoft.com/office/powerpoint/2010/main" val="1900642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natural Bayesian model for this: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want to say how this data could be generated with some  set of latent parameters would be the following.</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22</a:t>
            </a:fld>
            <a:endParaRPr lang="en-US" altLang="en-US"/>
          </a:p>
        </p:txBody>
      </p:sp>
    </p:spTree>
    <p:extLst>
      <p:ext uri="{BB962C8B-B14F-4D97-AF65-F5344CB8AC3E}">
        <p14:creationId xmlns:p14="http://schemas.microsoft.com/office/powerpoint/2010/main" val="172188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we have to think about what our latent parameters would be.</a:t>
            </a:r>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23</a:t>
            </a:fld>
            <a:endParaRPr lang="en-US" altLang="en-US"/>
          </a:p>
        </p:txBody>
      </p:sp>
    </p:spTree>
    <p:extLst>
      <p:ext uri="{BB962C8B-B14F-4D97-AF65-F5344CB8AC3E}">
        <p14:creationId xmlns:p14="http://schemas.microsoft.com/office/powerpoint/2010/main" val="746676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usually when we're trying to do something like clustering :</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we have something like a Gaussian mixture model, our parameters are something like the centers of the clusters.</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24</a:t>
            </a:fld>
            <a:endParaRPr lang="en-US" altLang="en-US"/>
          </a:p>
        </p:txBody>
      </p:sp>
    </p:spTree>
    <p:extLst>
      <p:ext uri="{BB962C8B-B14F-4D97-AF65-F5344CB8AC3E}">
        <p14:creationId xmlns:p14="http://schemas.microsoft.com/office/powerpoint/2010/main" val="11053268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They might also be the shapes of the clusters.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Tamara sticks with the centers just because</a:t>
            </a:r>
          </a:p>
          <a:p>
            <a:r>
              <a:rPr lang="en-US" sz="1200" kern="1200" dirty="0">
                <a:solidFill>
                  <a:schemeClr val="tx1"/>
                </a:solidFill>
                <a:effectLst/>
                <a:latin typeface="+mn-lt"/>
                <a:ea typeface="+mn-ea"/>
                <a:cs typeface="+mn-cs"/>
              </a:rPr>
              <a:t>that's an easier story to tell.</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25</a:t>
            </a:fld>
            <a:endParaRPr lang="en-US" altLang="en-US"/>
          </a:p>
        </p:txBody>
      </p:sp>
    </p:spTree>
    <p:extLst>
      <p:ext uri="{BB962C8B-B14F-4D97-AF65-F5344CB8AC3E}">
        <p14:creationId xmlns:p14="http://schemas.microsoft.com/office/powerpoint/2010/main" val="3145711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Anther set of parameters: assignments of data points to clusters.</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26</a:t>
            </a:fld>
            <a:endParaRPr lang="en-US" altLang="en-US"/>
          </a:p>
        </p:txBody>
      </p:sp>
    </p:spTree>
    <p:extLst>
      <p:ext uri="{BB962C8B-B14F-4D97-AF65-F5344CB8AC3E}">
        <p14:creationId xmlns:p14="http://schemas.microsoft.com/office/powerpoint/2010/main" val="15491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E8926-C4FF-3C7D-C0B5-4236D5CE8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12DA2-89DF-82C0-73E6-CD45F29D3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B0864-7F4B-9630-CFA2-808CA20DF65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Once we have these two parameters, we can say what our likelihood is. : The probability of our data given the parameters. Typically, it's something like this.</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let's generate our data points normally distributed around the center for a particular cluster with some shape, some covariance matrix.</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F93DA38-2116-81D1-C1B4-88BB40E2FB52}"/>
              </a:ext>
            </a:extLst>
          </p:cNvPr>
          <p:cNvSpPr>
            <a:spLocks noGrp="1"/>
          </p:cNvSpPr>
          <p:nvPr>
            <p:ph type="sldNum" sz="quarter" idx="5"/>
          </p:nvPr>
        </p:nvSpPr>
        <p:spPr/>
        <p:txBody>
          <a:bodyPr/>
          <a:lstStyle/>
          <a:p>
            <a:fld id="{C17FC81B-8303-B04E-AB27-1375CBF29DD0}" type="slidenum">
              <a:rPr lang="en-US" altLang="en-US" smtClean="0"/>
              <a:pPr/>
              <a:t>27</a:t>
            </a:fld>
            <a:endParaRPr lang="en-US" altLang="en-US"/>
          </a:p>
        </p:txBody>
      </p:sp>
    </p:spTree>
    <p:extLst>
      <p:ext uri="{BB962C8B-B14F-4D97-AF65-F5344CB8AC3E}">
        <p14:creationId xmlns:p14="http://schemas.microsoft.com/office/powerpoint/2010/main" val="1517467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6EACE-5738-FC3E-7DE1-ADF48D4D0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DC14B-BDD9-D2A9-4F9E-ABDF60BCCF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11DB6-7855-8605-33D1-A81313BCE44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For </a:t>
            </a:r>
            <a:r>
              <a:rPr lang="en-US" sz="1200" kern="1200" dirty="0" err="1">
                <a:solidFill>
                  <a:schemeClr val="tx1"/>
                </a:solidFill>
                <a:effectLst/>
                <a:latin typeface="+mn-lt"/>
                <a:ea typeface="+mn-ea"/>
                <a:cs typeface="+mn-cs"/>
              </a:rPr>
              <a:t>bayesian</a:t>
            </a:r>
            <a:r>
              <a:rPr lang="en-US" sz="1200" kern="1200" dirty="0">
                <a:solidFill>
                  <a:schemeClr val="tx1"/>
                </a:solidFill>
                <a:effectLst/>
                <a:latin typeface="+mn-lt"/>
                <a:ea typeface="+mn-ea"/>
                <a:cs typeface="+mn-cs"/>
              </a:rPr>
              <a:t>, we have to put down some prior distributions over the parameters.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Natural prior for the centers = normal distribution.</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4C22B44-9127-9B00-B65B-55391F2A493E}"/>
              </a:ext>
            </a:extLst>
          </p:cNvPr>
          <p:cNvSpPr>
            <a:spLocks noGrp="1"/>
          </p:cNvSpPr>
          <p:nvPr>
            <p:ph type="sldNum" sz="quarter" idx="5"/>
          </p:nvPr>
        </p:nvSpPr>
        <p:spPr/>
        <p:txBody>
          <a:bodyPr/>
          <a:lstStyle/>
          <a:p>
            <a:fld id="{C17FC81B-8303-B04E-AB27-1375CBF29DD0}" type="slidenum">
              <a:rPr lang="en-US" altLang="en-US" smtClean="0"/>
              <a:pPr/>
              <a:t>28</a:t>
            </a:fld>
            <a:endParaRPr lang="en-US" altLang="en-US"/>
          </a:p>
        </p:txBody>
      </p:sp>
    </p:spTree>
    <p:extLst>
      <p:ext uri="{BB962C8B-B14F-4D97-AF65-F5344CB8AC3E}">
        <p14:creationId xmlns:p14="http://schemas.microsoft.com/office/powerpoint/2010/main" val="11593416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1678-F836-6CD9-950B-5D069FBFF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7A61D-7CFB-3AA8-BDD4-D84AF3EE9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E78AF-6E7D-F8B9-2ADD-CEFF22B16BED}"/>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don't really know what percentage of data points come from each cluster to begin with.</a:t>
            </a:r>
          </a:p>
          <a:p>
            <a:r>
              <a:rPr lang="en-US" sz="1200" kern="1200" dirty="0">
                <a:solidFill>
                  <a:schemeClr val="tx1"/>
                </a:solidFill>
                <a:effectLst/>
                <a:latin typeface="+mn-lt"/>
                <a:ea typeface="+mn-ea"/>
                <a:cs typeface="+mn-cs"/>
              </a:rPr>
              <a:t>So let's put down a distribution over that.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Beta distribution is a natural prior for the assignments of data points to clusters.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Let's say that the percentage of data points in the first cluster is Beta distributed because that's a nice distribution that gives us a value between zero and one.</a:t>
            </a:r>
          </a:p>
          <a:p>
            <a:r>
              <a:rPr lang="en-US" sz="1200" kern="1200" dirty="0">
                <a:solidFill>
                  <a:schemeClr val="tx1"/>
                </a:solidFill>
                <a:effectLst/>
                <a:latin typeface="+mn-lt"/>
                <a:ea typeface="+mn-ea"/>
                <a:cs typeface="+mn-cs"/>
              </a:rPr>
              <a:t>And then let's say we have rho two for the remaining mass, what goes to the second cluster.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D7EF96C-73EC-327A-7A65-0EEEC48CFE38}"/>
              </a:ext>
            </a:extLst>
          </p:cNvPr>
          <p:cNvSpPr>
            <a:spLocks noGrp="1"/>
          </p:cNvSpPr>
          <p:nvPr>
            <p:ph type="sldNum" sz="quarter" idx="5"/>
          </p:nvPr>
        </p:nvSpPr>
        <p:spPr/>
        <p:txBody>
          <a:bodyPr/>
          <a:lstStyle/>
          <a:p>
            <a:fld id="{C17FC81B-8303-B04E-AB27-1375CBF29DD0}" type="slidenum">
              <a:rPr lang="en-US" altLang="en-US" smtClean="0"/>
              <a:pPr/>
              <a:t>29</a:t>
            </a:fld>
            <a:endParaRPr lang="en-US" altLang="en-US"/>
          </a:p>
        </p:txBody>
      </p:sp>
    </p:spTree>
    <p:extLst>
      <p:ext uri="{BB962C8B-B14F-4D97-AF65-F5344CB8AC3E}">
        <p14:creationId xmlns:p14="http://schemas.microsoft.com/office/powerpoint/2010/main" val="563834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EF487-4ED0-3773-2D0F-7537C546A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AE57D-BC8D-156D-616B-C9DF112300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453A8-B22D-D1DC-A3FD-9AAD72BD93F1}"/>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Finally, We're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say for each data point, each, the nth data point, we choose that it belongs to cluster one with probability rho one and cluster two with probability rho two.</a:t>
            </a:r>
          </a:p>
        </p:txBody>
      </p:sp>
      <p:sp>
        <p:nvSpPr>
          <p:cNvPr id="4" name="Slide Number Placeholder 3">
            <a:extLst>
              <a:ext uri="{FF2B5EF4-FFF2-40B4-BE49-F238E27FC236}">
                <a16:creationId xmlns:a16="http://schemas.microsoft.com/office/drawing/2014/main" id="{AECB093C-E9EC-5D41-0746-D7366D9091E5}"/>
              </a:ext>
            </a:extLst>
          </p:cNvPr>
          <p:cNvSpPr>
            <a:spLocks noGrp="1"/>
          </p:cNvSpPr>
          <p:nvPr>
            <p:ph type="sldNum" sz="quarter" idx="5"/>
          </p:nvPr>
        </p:nvSpPr>
        <p:spPr/>
        <p:txBody>
          <a:bodyPr/>
          <a:lstStyle/>
          <a:p>
            <a:fld id="{C17FC81B-8303-B04E-AB27-1375CBF29DD0}" type="slidenum">
              <a:rPr lang="en-US" altLang="en-US" smtClean="0"/>
              <a:pPr/>
              <a:t>30</a:t>
            </a:fld>
            <a:endParaRPr lang="en-US" altLang="en-US"/>
          </a:p>
        </p:txBody>
      </p:sp>
    </p:spTree>
    <p:extLst>
      <p:ext uri="{BB962C8B-B14F-4D97-AF65-F5344CB8AC3E}">
        <p14:creationId xmlns:p14="http://schemas.microsoft.com/office/powerpoint/2010/main" val="11279724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that the probability of assignment, </a:t>
            </a:r>
            <a:r>
              <a:rPr lang="en-US" dirty="0" err="1"/>
              <a:t>rhos</a:t>
            </a:r>
            <a:r>
              <a:rPr lang="en-US" dirty="0"/>
              <a:t>, were chosen with beta because of convenience. </a:t>
            </a:r>
            <a:r>
              <a:rPr lang="en-US" sz="1200" kern="1200" dirty="0">
                <a:solidFill>
                  <a:schemeClr val="tx1"/>
                </a:solidFill>
                <a:effectLst/>
                <a:latin typeface="+mn-lt"/>
                <a:ea typeface="+mn-ea"/>
                <a:cs typeface="+mn-cs"/>
              </a:rPr>
              <a:t>When you are actually doing data analysis, you should ask if these are appropriate choices and can make better choices that have different properties.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This is a standard mixture model set up. So suppose we are pretty comfortable with the setup.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Now. Let’s review the beta distribution in particular, at least to know what assumptions that we’re making for the moment.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31</a:t>
            </a:fld>
            <a:endParaRPr lang="en-US" altLang="en-US"/>
          </a:p>
        </p:txBody>
      </p:sp>
    </p:spTree>
    <p:extLst>
      <p:ext uri="{BB962C8B-B14F-4D97-AF65-F5344CB8AC3E}">
        <p14:creationId xmlns:p14="http://schemas.microsoft.com/office/powerpoint/2010/main" val="3354758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32</a:t>
            </a:fld>
            <a:endParaRPr lang="en-US" altLang="en-US"/>
          </a:p>
        </p:txBody>
      </p:sp>
    </p:spTree>
    <p:extLst>
      <p:ext uri="{BB962C8B-B14F-4D97-AF65-F5344CB8AC3E}">
        <p14:creationId xmlns:p14="http://schemas.microsoft.com/office/powerpoint/2010/main" val="4129461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8E89E-157E-D3DE-CA27-F08142474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387D0-5AA9-A02D-4F3A-4AE5297B7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7A8DB7-EC70-BADC-B042-56671629C3E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Setting:</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a1=a2=1: uniform (0,1) over rho 1</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a1 &amp; a2 &gt; 1 =&gt; concave function. More mass for rho 1 towards middle probabilities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a1 &amp; a2 &lt; 1 =&gt; concave function. More probabilities that are extreme (either small or large).</a:t>
            </a:r>
          </a:p>
          <a:p>
            <a:endParaRPr lang="en-US" dirty="0"/>
          </a:p>
          <a:p>
            <a:endParaRPr lang="en-US" dirty="0"/>
          </a:p>
        </p:txBody>
      </p:sp>
      <p:sp>
        <p:nvSpPr>
          <p:cNvPr id="4" name="Slide Number Placeholder 3">
            <a:extLst>
              <a:ext uri="{FF2B5EF4-FFF2-40B4-BE49-F238E27FC236}">
                <a16:creationId xmlns:a16="http://schemas.microsoft.com/office/drawing/2014/main" id="{B5E75792-E95D-1649-0450-3B357C465045}"/>
              </a:ext>
            </a:extLst>
          </p:cNvPr>
          <p:cNvSpPr>
            <a:spLocks noGrp="1"/>
          </p:cNvSpPr>
          <p:nvPr>
            <p:ph type="sldNum" sz="quarter" idx="5"/>
          </p:nvPr>
        </p:nvSpPr>
        <p:spPr/>
        <p:txBody>
          <a:bodyPr/>
          <a:lstStyle/>
          <a:p>
            <a:fld id="{C17FC81B-8303-B04E-AB27-1375CBF29DD0}" type="slidenum">
              <a:rPr lang="en-US" altLang="en-US" smtClean="0"/>
              <a:pPr/>
              <a:t>33</a:t>
            </a:fld>
            <a:endParaRPr lang="en-US" altLang="en-US"/>
          </a:p>
        </p:txBody>
      </p:sp>
    </p:spTree>
    <p:extLst>
      <p:ext uri="{BB962C8B-B14F-4D97-AF65-F5344CB8AC3E}">
        <p14:creationId xmlns:p14="http://schemas.microsoft.com/office/powerpoint/2010/main" val="752110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9E13C-5A3E-64BF-1D08-F3D8B6BA3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7C2C6-D5C3-BCB7-20CF-B65F5F023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8BD49-0140-9F07-E193-E8905E31134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To get a better intuition of beta distribution over different values of a1 and a2, we will simulate them and show in plots plot rho 1 and 2.</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Run ex1_beta.R file.</a:t>
            </a:r>
          </a:p>
        </p:txBody>
      </p:sp>
      <p:sp>
        <p:nvSpPr>
          <p:cNvPr id="4" name="Slide Number Placeholder 3">
            <a:extLst>
              <a:ext uri="{FF2B5EF4-FFF2-40B4-BE49-F238E27FC236}">
                <a16:creationId xmlns:a16="http://schemas.microsoft.com/office/drawing/2014/main" id="{47EE4691-CA49-5EAA-846A-A7BAA7DCBD20}"/>
              </a:ext>
            </a:extLst>
          </p:cNvPr>
          <p:cNvSpPr>
            <a:spLocks noGrp="1"/>
          </p:cNvSpPr>
          <p:nvPr>
            <p:ph type="sldNum" sz="quarter" idx="5"/>
          </p:nvPr>
        </p:nvSpPr>
        <p:spPr/>
        <p:txBody>
          <a:bodyPr/>
          <a:lstStyle/>
          <a:p>
            <a:fld id="{C17FC81B-8303-B04E-AB27-1375CBF29DD0}" type="slidenum">
              <a:rPr lang="en-US" altLang="en-US" smtClean="0"/>
              <a:pPr/>
              <a:t>34</a:t>
            </a:fld>
            <a:endParaRPr lang="en-US" altLang="en-US"/>
          </a:p>
        </p:txBody>
      </p:sp>
    </p:spTree>
    <p:extLst>
      <p:ext uri="{BB962C8B-B14F-4D97-AF65-F5344CB8AC3E}">
        <p14:creationId xmlns:p14="http://schemas.microsoft.com/office/powerpoint/2010/main" val="7188941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839B4-5E7B-8EDD-6B9F-C54C96222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68C73-02BE-7D0A-25B9-0617F8D77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8F062-D8D7-EB5A-9F14-454ECB679352}"/>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FC7E259-FB59-220B-6ACA-421FD9731793}"/>
              </a:ext>
            </a:extLst>
          </p:cNvPr>
          <p:cNvSpPr>
            <a:spLocks noGrp="1"/>
          </p:cNvSpPr>
          <p:nvPr>
            <p:ph type="sldNum" sz="quarter" idx="5"/>
          </p:nvPr>
        </p:nvSpPr>
        <p:spPr/>
        <p:txBody>
          <a:bodyPr/>
          <a:lstStyle/>
          <a:p>
            <a:fld id="{C17FC81B-8303-B04E-AB27-1375CBF29DD0}" type="slidenum">
              <a:rPr lang="en-US" altLang="en-US" smtClean="0"/>
              <a:pPr/>
              <a:t>35</a:t>
            </a:fld>
            <a:endParaRPr lang="en-US" altLang="en-US"/>
          </a:p>
        </p:txBody>
      </p:sp>
    </p:spTree>
    <p:extLst>
      <p:ext uri="{BB962C8B-B14F-4D97-AF65-F5344CB8AC3E}">
        <p14:creationId xmlns:p14="http://schemas.microsoft.com/office/powerpoint/2010/main" val="19122959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finite mixture model where we have two clusters.</a:t>
            </a:r>
          </a:p>
          <a:p>
            <a:r>
              <a:rPr lang="en-US" dirty="0"/>
              <a:t>But in general, we would have more than two clusters.</a:t>
            </a:r>
          </a:p>
          <a:p>
            <a:endParaRPr lang="en-US" dirty="0"/>
          </a:p>
          <a:p>
            <a:r>
              <a:rPr lang="en-US" dirty="0"/>
              <a:t>We might have something like K clusters.</a:t>
            </a:r>
          </a:p>
          <a:p>
            <a:endParaRPr lang="en-US" dirty="0"/>
          </a:p>
          <a:p>
            <a:r>
              <a:rPr lang="en-US" dirty="0"/>
              <a:t>And so what would </a:t>
            </a:r>
            <a:r>
              <a:rPr lang="en-US" dirty="0" err="1"/>
              <a:t>thegenerative</a:t>
            </a:r>
            <a:r>
              <a:rPr lang="en-US" dirty="0"/>
              <a:t> model there be?</a:t>
            </a:r>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37</a:t>
            </a:fld>
            <a:endParaRPr lang="en-US" altLang="en-US"/>
          </a:p>
        </p:txBody>
      </p:sp>
    </p:spTree>
    <p:extLst>
      <p:ext uri="{BB962C8B-B14F-4D97-AF65-F5344CB8AC3E}">
        <p14:creationId xmlns:p14="http://schemas.microsoft.com/office/powerpoint/2010/main" val="1285949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01F2-79D6-8FA5-169D-CDF7B7146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93B54-8D61-8BDC-353C-4A60B24863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7BF14C-B05D-72C0-1BD5-E86CCECB01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AE4490-7A4A-56E5-1583-49B773786832}"/>
              </a:ext>
            </a:extLst>
          </p:cNvPr>
          <p:cNvSpPr>
            <a:spLocks noGrp="1"/>
          </p:cNvSpPr>
          <p:nvPr>
            <p:ph type="sldNum" sz="quarter" idx="5"/>
          </p:nvPr>
        </p:nvSpPr>
        <p:spPr/>
        <p:txBody>
          <a:bodyPr/>
          <a:lstStyle/>
          <a:p>
            <a:fld id="{C17FC81B-8303-B04E-AB27-1375CBF29DD0}" type="slidenum">
              <a:rPr lang="en-US" altLang="en-US" smtClean="0"/>
              <a:pPr/>
              <a:t>38</a:t>
            </a:fld>
            <a:endParaRPr lang="en-US" altLang="en-US"/>
          </a:p>
        </p:txBody>
      </p:sp>
    </p:spTree>
    <p:extLst>
      <p:ext uri="{BB962C8B-B14F-4D97-AF65-F5344CB8AC3E}">
        <p14:creationId xmlns:p14="http://schemas.microsoft.com/office/powerpoint/2010/main" val="463759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C25DA-D38B-F575-C241-B161D793C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DA5E6-2D79-4795-5FD4-12C6DC338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B0204-CC0A-557E-BF5C-C8E32E8A46EF}"/>
              </a:ext>
            </a:extLst>
          </p:cNvPr>
          <p:cNvSpPr>
            <a:spLocks noGrp="1"/>
          </p:cNvSpPr>
          <p:nvPr>
            <p:ph type="body" idx="1"/>
          </p:nvPr>
        </p:nvSpPr>
        <p:spPr/>
        <p:txBody>
          <a:bodyPr/>
          <a:lstStyle/>
          <a:p>
            <a:r>
              <a:rPr lang="en-US" dirty="0"/>
              <a:t>It would be pretty much exactly the same thing.</a:t>
            </a:r>
          </a:p>
          <a:p>
            <a:endParaRPr lang="en-US" dirty="0"/>
          </a:p>
          <a:p>
            <a:r>
              <a:rPr lang="en-US" dirty="0"/>
              <a:t>choose the </a:t>
            </a:r>
            <a:r>
              <a:rPr lang="en-US" dirty="0" err="1"/>
              <a:t>mu_Ks</a:t>
            </a:r>
            <a:r>
              <a:rPr lang="en-US" dirty="0"/>
              <a:t> according to some prior distribution, we will stick to the same priors as before. </a:t>
            </a:r>
          </a:p>
          <a:p>
            <a:r>
              <a:rPr lang="en-US" dirty="0"/>
              <a:t>The colored boxes are our cluster centers</a:t>
            </a:r>
          </a:p>
          <a:p>
            <a:endParaRPr lang="en-US" dirty="0"/>
          </a:p>
        </p:txBody>
      </p:sp>
      <p:sp>
        <p:nvSpPr>
          <p:cNvPr id="4" name="Slide Number Placeholder 3">
            <a:extLst>
              <a:ext uri="{FF2B5EF4-FFF2-40B4-BE49-F238E27FC236}">
                <a16:creationId xmlns:a16="http://schemas.microsoft.com/office/drawing/2014/main" id="{049091E2-B60F-110F-0006-AF928BC1E6B2}"/>
              </a:ext>
            </a:extLst>
          </p:cNvPr>
          <p:cNvSpPr>
            <a:spLocks noGrp="1"/>
          </p:cNvSpPr>
          <p:nvPr>
            <p:ph type="sldNum" sz="quarter" idx="5"/>
          </p:nvPr>
        </p:nvSpPr>
        <p:spPr/>
        <p:txBody>
          <a:bodyPr/>
          <a:lstStyle/>
          <a:p>
            <a:fld id="{C17FC81B-8303-B04E-AB27-1375CBF29DD0}" type="slidenum">
              <a:rPr lang="en-US" altLang="en-US" smtClean="0"/>
              <a:pPr/>
              <a:t>39</a:t>
            </a:fld>
            <a:endParaRPr lang="en-US" altLang="en-US"/>
          </a:p>
        </p:txBody>
      </p:sp>
    </p:spTree>
    <p:extLst>
      <p:ext uri="{BB962C8B-B14F-4D97-AF65-F5344CB8AC3E}">
        <p14:creationId xmlns:p14="http://schemas.microsoft.com/office/powerpoint/2010/main" val="3642114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6DB9D-5F8C-8C0C-48D2-3C72CDEED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641D7-342E-561C-147C-CF7652B17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7E3B5C-68C1-5AF3-9AE3-AC8314CE6FCF}"/>
              </a:ext>
            </a:extLst>
          </p:cNvPr>
          <p:cNvSpPr>
            <a:spLocks noGrp="1"/>
          </p:cNvSpPr>
          <p:nvPr>
            <p:ph type="body" idx="1"/>
          </p:nvPr>
        </p:nvSpPr>
        <p:spPr/>
        <p:txBody>
          <a:bodyPr/>
          <a:lstStyle/>
          <a:p>
            <a:r>
              <a:rPr lang="en-US" dirty="0"/>
              <a:t>Choose the prior for cluster proportion. </a:t>
            </a:r>
          </a:p>
          <a:p>
            <a:r>
              <a:rPr lang="en-US" dirty="0"/>
              <a:t>The natural extension of beta distribution is Dirichlet distribution.</a:t>
            </a:r>
          </a:p>
          <a:p>
            <a:r>
              <a:rPr lang="en-US" dirty="0"/>
              <a:t>[left bottom corner] We want some probability on each of our clusters.</a:t>
            </a:r>
          </a:p>
        </p:txBody>
      </p:sp>
      <p:sp>
        <p:nvSpPr>
          <p:cNvPr id="4" name="Slide Number Placeholder 3">
            <a:extLst>
              <a:ext uri="{FF2B5EF4-FFF2-40B4-BE49-F238E27FC236}">
                <a16:creationId xmlns:a16="http://schemas.microsoft.com/office/drawing/2014/main" id="{237A924B-99A0-6029-9C4E-2B0230D1B3C1}"/>
              </a:ext>
            </a:extLst>
          </p:cNvPr>
          <p:cNvSpPr>
            <a:spLocks noGrp="1"/>
          </p:cNvSpPr>
          <p:nvPr>
            <p:ph type="sldNum" sz="quarter" idx="5"/>
          </p:nvPr>
        </p:nvSpPr>
        <p:spPr/>
        <p:txBody>
          <a:bodyPr/>
          <a:lstStyle/>
          <a:p>
            <a:fld id="{C17FC81B-8303-B04E-AB27-1375CBF29DD0}" type="slidenum">
              <a:rPr lang="en-US" altLang="en-US" smtClean="0"/>
              <a:pPr/>
              <a:t>40</a:t>
            </a:fld>
            <a:endParaRPr lang="en-US" altLang="en-US"/>
          </a:p>
        </p:txBody>
      </p:sp>
    </p:spTree>
    <p:extLst>
      <p:ext uri="{BB962C8B-B14F-4D97-AF65-F5344CB8AC3E}">
        <p14:creationId xmlns:p14="http://schemas.microsoft.com/office/powerpoint/2010/main" val="32400384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BE912-97AB-01DA-5700-FA54DB7B20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4ED65-45B1-1389-07DB-4AA086DB3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E890A-7C19-612E-1797-3969EE8F82F8}"/>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Again, we choose each data point to belong to a cluster, according to the Categorical distribution.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a data point belongs to </a:t>
            </a:r>
          </a:p>
          <a:p>
            <a:r>
              <a:rPr lang="en-US" sz="1200" kern="1200" dirty="0">
                <a:solidFill>
                  <a:schemeClr val="tx1"/>
                </a:solidFill>
                <a:effectLst/>
                <a:latin typeface="+mn-lt"/>
                <a:ea typeface="+mn-ea"/>
                <a:cs typeface="+mn-cs"/>
              </a:rPr>
              <a:t>- cluster one with probability rho one,</a:t>
            </a:r>
          </a:p>
          <a:p>
            <a:r>
              <a:rPr lang="en-US" sz="1200" kern="1200" dirty="0">
                <a:solidFill>
                  <a:schemeClr val="tx1"/>
                </a:solidFill>
                <a:effectLst/>
                <a:latin typeface="+mn-lt"/>
                <a:ea typeface="+mn-ea"/>
                <a:cs typeface="+mn-cs"/>
              </a:rPr>
              <a:t>- cluster two with probability rho two,</a:t>
            </a:r>
          </a:p>
          <a:p>
            <a:r>
              <a:rPr lang="en-US" sz="1200" kern="1200" dirty="0">
                <a:solidFill>
                  <a:schemeClr val="tx1"/>
                </a:solidFill>
                <a:effectLst/>
                <a:latin typeface="+mn-lt"/>
                <a:ea typeface="+mn-ea"/>
                <a:cs typeface="+mn-cs"/>
              </a:rPr>
              <a:t>- cluster three with probability rho three.</a:t>
            </a:r>
          </a:p>
        </p:txBody>
      </p:sp>
      <p:sp>
        <p:nvSpPr>
          <p:cNvPr id="4" name="Slide Number Placeholder 3">
            <a:extLst>
              <a:ext uri="{FF2B5EF4-FFF2-40B4-BE49-F238E27FC236}">
                <a16:creationId xmlns:a16="http://schemas.microsoft.com/office/drawing/2014/main" id="{2C572203-C1E7-B4B8-7685-52F884C867AA}"/>
              </a:ext>
            </a:extLst>
          </p:cNvPr>
          <p:cNvSpPr>
            <a:spLocks noGrp="1"/>
          </p:cNvSpPr>
          <p:nvPr>
            <p:ph type="sldNum" sz="quarter" idx="5"/>
          </p:nvPr>
        </p:nvSpPr>
        <p:spPr/>
        <p:txBody>
          <a:bodyPr/>
          <a:lstStyle/>
          <a:p>
            <a:fld id="{C17FC81B-8303-B04E-AB27-1375CBF29DD0}" type="slidenum">
              <a:rPr lang="en-US" altLang="en-US" smtClean="0"/>
              <a:pPr/>
              <a:t>41</a:t>
            </a:fld>
            <a:endParaRPr lang="en-US" altLang="en-US"/>
          </a:p>
        </p:txBody>
      </p:sp>
    </p:spTree>
    <p:extLst>
      <p:ext uri="{BB962C8B-B14F-4D97-AF65-F5344CB8AC3E}">
        <p14:creationId xmlns:p14="http://schemas.microsoft.com/office/powerpoint/2010/main" val="38755849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01ECA-78DC-7454-13E9-78D02AD1C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7D2DB-53D9-0086-AECF-BE5E8EAFE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8A69C-8039-F5F7-5A1F-6B095F1BACC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And finally, we generate the actual data, normally distributed around whatever cluster center that data point was assigned to, and with some shape(the Sigma) that we have determined beforehand.</a:t>
            </a:r>
          </a:p>
        </p:txBody>
      </p:sp>
      <p:sp>
        <p:nvSpPr>
          <p:cNvPr id="4" name="Slide Number Placeholder 3">
            <a:extLst>
              <a:ext uri="{FF2B5EF4-FFF2-40B4-BE49-F238E27FC236}">
                <a16:creationId xmlns:a16="http://schemas.microsoft.com/office/drawing/2014/main" id="{A433E0FF-1B1C-AEFD-18C1-91FE4FE856EB}"/>
              </a:ext>
            </a:extLst>
          </p:cNvPr>
          <p:cNvSpPr>
            <a:spLocks noGrp="1"/>
          </p:cNvSpPr>
          <p:nvPr>
            <p:ph type="sldNum" sz="quarter" idx="5"/>
          </p:nvPr>
        </p:nvSpPr>
        <p:spPr/>
        <p:txBody>
          <a:bodyPr/>
          <a:lstStyle/>
          <a:p>
            <a:fld id="{C17FC81B-8303-B04E-AB27-1375CBF29DD0}" type="slidenum">
              <a:rPr lang="en-US" altLang="en-US" smtClean="0"/>
              <a:pPr/>
              <a:t>42</a:t>
            </a:fld>
            <a:endParaRPr lang="en-US" altLang="en-US"/>
          </a:p>
        </p:txBody>
      </p:sp>
    </p:spTree>
    <p:extLst>
      <p:ext uri="{BB962C8B-B14F-4D97-AF65-F5344CB8AC3E}">
        <p14:creationId xmlns:p14="http://schemas.microsoft.com/office/powerpoint/2010/main" val="23205484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The probabilities adds up to one.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So these probabilities are not a set of independent numbers.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[skip?] It is simplex. That is, the space of all valid probability distributions over the clusters. Or even more simply, the shape formed by all vectors of probabilities that sum to one.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43</a:t>
            </a:fld>
            <a:endParaRPr lang="en-US" altLang="en-US"/>
          </a:p>
        </p:txBody>
      </p:sp>
    </p:spTree>
    <p:extLst>
      <p:ext uri="{BB962C8B-B14F-4D97-AF65-F5344CB8AC3E}">
        <p14:creationId xmlns:p14="http://schemas.microsoft.com/office/powerpoint/2010/main" val="3882794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BF180-BE8D-827F-526D-06DA5CFD2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4FDE7-67C3-BC09-A367-7E616D42C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BA728-E44F-6FFF-CB6D-0C8DA24643D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a=(5,5,5) =&gt; hyperparameters &lt; 1</a:t>
            </a:r>
            <a:r>
              <a:rPr lang="en-US" sz="1200" kern="1200" dirty="0">
                <a:solidFill>
                  <a:schemeClr val="tx1"/>
                </a:solidFill>
                <a:effectLst/>
                <a:latin typeface="+mn-lt"/>
                <a:ea typeface="+mn-ea"/>
                <a:cs typeface="+mn-cs"/>
              </a:rPr>
              <a:t>, the shape will tend to middle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a=(0.5,0.5,0.5) =&gt; hyperparameters &lt;1</a:t>
            </a:r>
            <a:r>
              <a:rPr lang="en-US" sz="1200" kern="1200" dirty="0">
                <a:solidFill>
                  <a:schemeClr val="tx1"/>
                </a:solidFill>
                <a:effectLst/>
                <a:latin typeface="+mn-lt"/>
                <a:ea typeface="+mn-ea"/>
                <a:cs typeface="+mn-cs"/>
              </a:rPr>
              <a:t>, the shape will go towards the edge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a=(40,10,10) =&gt; hyperparameters are not symmetric =&gt; we won’t get a symmetric distribution.</a:t>
            </a: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6C37468-E9C4-CDD2-0C18-13AF390D1723}"/>
              </a:ext>
            </a:extLst>
          </p:cNvPr>
          <p:cNvSpPr>
            <a:spLocks noGrp="1"/>
          </p:cNvSpPr>
          <p:nvPr>
            <p:ph type="sldNum" sz="quarter" idx="5"/>
          </p:nvPr>
        </p:nvSpPr>
        <p:spPr/>
        <p:txBody>
          <a:bodyPr/>
          <a:lstStyle/>
          <a:p>
            <a:fld id="{C17FC81B-8303-B04E-AB27-1375CBF29DD0}" type="slidenum">
              <a:rPr lang="en-US" altLang="en-US" smtClean="0"/>
              <a:pPr/>
              <a:t>44</a:t>
            </a:fld>
            <a:endParaRPr lang="en-US" altLang="en-US"/>
          </a:p>
        </p:txBody>
      </p:sp>
    </p:spTree>
    <p:extLst>
      <p:ext uri="{BB962C8B-B14F-4D97-AF65-F5344CB8AC3E}">
        <p14:creationId xmlns:p14="http://schemas.microsoft.com/office/powerpoint/2010/main" val="33109908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27CFC-ADE5-BA30-E267-EB9E96E67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5CAD3-668C-4316-B699-A63BAE030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6AF54F-8F5E-3F0B-2FB7-9A48EF63086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Go through ex2 simulation</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2016416-A55D-6EBB-B299-F5D3A5736EE0}"/>
              </a:ext>
            </a:extLst>
          </p:cNvPr>
          <p:cNvSpPr>
            <a:spLocks noGrp="1"/>
          </p:cNvSpPr>
          <p:nvPr>
            <p:ph type="sldNum" sz="quarter" idx="5"/>
          </p:nvPr>
        </p:nvSpPr>
        <p:spPr/>
        <p:txBody>
          <a:bodyPr/>
          <a:lstStyle/>
          <a:p>
            <a:fld id="{C17FC81B-8303-B04E-AB27-1375CBF29DD0}" type="slidenum">
              <a:rPr lang="en-US" altLang="en-US" smtClean="0"/>
              <a:pPr/>
              <a:t>45</a:t>
            </a:fld>
            <a:endParaRPr lang="en-US" altLang="en-US"/>
          </a:p>
        </p:txBody>
      </p:sp>
    </p:spTree>
    <p:extLst>
      <p:ext uri="{BB962C8B-B14F-4D97-AF65-F5344CB8AC3E}">
        <p14:creationId xmlns:p14="http://schemas.microsoft.com/office/powerpoint/2010/main" val="2696789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In the illustrations that she's shown so far, we assumed that we saw all clusters. We saw like 2 or three clusters, within each we saw a whole bunch of points.</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important thing is that we "see" all clusters.</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46</a:t>
            </a:fld>
            <a:endParaRPr lang="en-US" altLang="en-US"/>
          </a:p>
        </p:txBody>
      </p:sp>
    </p:spTree>
    <p:extLst>
      <p:ext uri="{BB962C8B-B14F-4D97-AF65-F5344CB8AC3E}">
        <p14:creationId xmlns:p14="http://schemas.microsoft.com/office/powerpoint/2010/main" val="18100656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In general, if I had like 1000 clusters and only have 100 data points, there will be at least 900 empty clusters.</a:t>
            </a:r>
          </a:p>
          <a:p>
            <a:endParaRPr lang="en-US" dirty="0"/>
          </a:p>
          <a:p>
            <a:endParaRPr lang="en-US" dirty="0"/>
          </a:p>
          <a:p>
            <a:r>
              <a:rPr lang="en-US" sz="1200" kern="1200" dirty="0">
                <a:solidFill>
                  <a:schemeClr val="tx1"/>
                </a:solidFill>
                <a:effectLst/>
                <a:latin typeface="+mn-lt"/>
                <a:ea typeface="+mn-ea"/>
                <a:cs typeface="+mn-cs"/>
              </a:rPr>
              <a:t>In Bayesian inference is we're saying, </a:t>
            </a:r>
          </a:p>
          <a:p>
            <a:r>
              <a:rPr lang="en-US" sz="1200" kern="1200" dirty="0">
                <a:solidFill>
                  <a:schemeClr val="tx1"/>
                </a:solidFill>
                <a:effectLst/>
                <a:latin typeface="+mn-lt"/>
                <a:ea typeface="+mn-ea"/>
                <a:cs typeface="+mn-cs"/>
              </a:rPr>
              <a:t>"Let's make a story about how we would generate the data given the parameters and</a:t>
            </a:r>
          </a:p>
          <a:p>
            <a:r>
              <a:rPr lang="en-US" sz="1200" kern="1200" dirty="0">
                <a:solidFill>
                  <a:schemeClr val="tx1"/>
                </a:solidFill>
                <a:effectLst/>
                <a:latin typeface="+mn-lt"/>
                <a:ea typeface="+mn-ea"/>
                <a:cs typeface="+mn-cs"/>
              </a:rPr>
              <a:t>then the parameters as well."</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so this is a generative model.</a:t>
            </a:r>
          </a:p>
          <a:p>
            <a:r>
              <a:rPr lang="en-US" sz="1200" kern="1200" dirty="0">
                <a:solidFill>
                  <a:schemeClr val="tx1"/>
                </a:solidFill>
                <a:effectLst/>
                <a:latin typeface="+mn-lt"/>
                <a:ea typeface="+mn-ea"/>
                <a:cs typeface="+mn-cs"/>
              </a:rPr>
              <a:t>It says, "Here's a story of how I could simulate data."</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then Bayes' theorem is what's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turn that around and say, </a:t>
            </a:r>
          </a:p>
          <a:p>
            <a:r>
              <a:rPr lang="en-US" sz="1200" kern="1200" dirty="0">
                <a:solidFill>
                  <a:schemeClr val="tx1"/>
                </a:solidFill>
                <a:effectLst/>
                <a:latin typeface="+mn-lt"/>
                <a:ea typeface="+mn-ea"/>
                <a:cs typeface="+mn-cs"/>
              </a:rPr>
              <a:t>"Okay. Here's the probability of the parameters given the data." </a:t>
            </a:r>
          </a:p>
          <a:p>
            <a:r>
              <a:rPr lang="en-US" sz="1200" kern="1200" dirty="0">
                <a:solidFill>
                  <a:schemeClr val="tx1"/>
                </a:solidFill>
                <a:effectLst/>
                <a:latin typeface="+mn-lt"/>
                <a:ea typeface="+mn-ea"/>
                <a:cs typeface="+mn-cs"/>
              </a:rPr>
              <a:t>And so what we're doing right now is we're just exploring that story. </a:t>
            </a:r>
          </a:p>
          <a:p>
            <a:r>
              <a:rPr lang="en-US" sz="1200" kern="1200" dirty="0">
                <a:solidFill>
                  <a:schemeClr val="tx1"/>
                </a:solidFill>
                <a:effectLst/>
                <a:latin typeface="+mn-lt"/>
                <a:ea typeface="+mn-ea"/>
                <a:cs typeface="+mn-cs"/>
              </a:rPr>
              <a:t>We're exploring its assumptions because if it has the wrong assumptions or whatever its behaviors are, </a:t>
            </a:r>
          </a:p>
          <a:p>
            <a:r>
              <a:rPr lang="en-US" sz="1200" kern="1200" dirty="0">
                <a:solidFill>
                  <a:schemeClr val="tx1"/>
                </a:solidFill>
                <a:effectLst/>
                <a:latin typeface="+mn-lt"/>
                <a:ea typeface="+mn-ea"/>
                <a:cs typeface="+mn-cs"/>
              </a:rPr>
              <a:t>we're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capture those behaviors again when we turn things around.</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47</a:t>
            </a:fld>
            <a:endParaRPr lang="en-US" altLang="en-US"/>
          </a:p>
        </p:txBody>
      </p:sp>
    </p:spTree>
    <p:extLst>
      <p:ext uri="{BB962C8B-B14F-4D97-AF65-F5344CB8AC3E}">
        <p14:creationId xmlns:p14="http://schemas.microsoft.com/office/powerpoint/2010/main" val="34944772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26BDC-802D-A2D2-E0E8-50B32C204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56919-FAA3-9766-A85F-A3A37B4DB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D44EA4-7AB3-C299-DE40-64D05E7629BB}"/>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What if there are a ton of groups/clusters/species that is just not filled with the data?</a:t>
            </a:r>
          </a:p>
        </p:txBody>
      </p:sp>
      <p:sp>
        <p:nvSpPr>
          <p:cNvPr id="4" name="Slide Number Placeholder 3">
            <a:extLst>
              <a:ext uri="{FF2B5EF4-FFF2-40B4-BE49-F238E27FC236}">
                <a16:creationId xmlns:a16="http://schemas.microsoft.com/office/drawing/2014/main" id="{67CABB66-A7B6-131C-88ED-9DF468697173}"/>
              </a:ext>
            </a:extLst>
          </p:cNvPr>
          <p:cNvSpPr>
            <a:spLocks noGrp="1"/>
          </p:cNvSpPr>
          <p:nvPr>
            <p:ph type="sldNum" sz="quarter" idx="5"/>
          </p:nvPr>
        </p:nvSpPr>
        <p:spPr/>
        <p:txBody>
          <a:bodyPr/>
          <a:lstStyle/>
          <a:p>
            <a:fld id="{C17FC81B-8303-B04E-AB27-1375CBF29DD0}" type="slidenum">
              <a:rPr lang="en-US" altLang="en-US" smtClean="0"/>
              <a:pPr/>
              <a:t>48</a:t>
            </a:fld>
            <a:endParaRPr lang="en-US" altLang="en-US"/>
          </a:p>
        </p:txBody>
      </p:sp>
    </p:spTree>
    <p:extLst>
      <p:ext uri="{BB962C8B-B14F-4D97-AF65-F5344CB8AC3E}">
        <p14:creationId xmlns:p14="http://schemas.microsoft.com/office/powerpoint/2010/main" val="32797408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A56E2-BA61-BE84-C6EB-EE199204D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E6320-A6F8-73C6-FF9D-5A0AAB90E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564B7-E9BC-0AF6-C931-AF8A5CF26C95}"/>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B6BACF3-62B4-8AF3-3BCE-989B321C9EAE}"/>
              </a:ext>
            </a:extLst>
          </p:cNvPr>
          <p:cNvSpPr>
            <a:spLocks noGrp="1"/>
          </p:cNvSpPr>
          <p:nvPr>
            <p:ph type="sldNum" sz="quarter" idx="5"/>
          </p:nvPr>
        </p:nvSpPr>
        <p:spPr/>
        <p:txBody>
          <a:bodyPr/>
          <a:lstStyle/>
          <a:p>
            <a:fld id="{C17FC81B-8303-B04E-AB27-1375CBF29DD0}" type="slidenum">
              <a:rPr lang="en-US" altLang="en-US" smtClean="0"/>
              <a:pPr/>
              <a:t>49</a:t>
            </a:fld>
            <a:endParaRPr lang="en-US" altLang="en-US"/>
          </a:p>
        </p:txBody>
      </p:sp>
    </p:spTree>
    <p:extLst>
      <p:ext uri="{BB962C8B-B14F-4D97-AF65-F5344CB8AC3E}">
        <p14:creationId xmlns:p14="http://schemas.microsoft.com/office/powerpoint/2010/main" val="1561768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D3A8-DE19-97F2-2169-B70E06018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D22A1-40A7-F8B7-FE20-7C7A6496B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03B00-90B1-4DED-3626-E45976EF589E}"/>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4D697BA-0DE5-4D00-6CF4-656056E0F653}"/>
              </a:ext>
            </a:extLst>
          </p:cNvPr>
          <p:cNvSpPr>
            <a:spLocks noGrp="1"/>
          </p:cNvSpPr>
          <p:nvPr>
            <p:ph type="sldNum" sz="quarter" idx="5"/>
          </p:nvPr>
        </p:nvSpPr>
        <p:spPr/>
        <p:txBody>
          <a:bodyPr/>
          <a:lstStyle/>
          <a:p>
            <a:fld id="{C17FC81B-8303-B04E-AB27-1375CBF29DD0}" type="slidenum">
              <a:rPr lang="en-US" altLang="en-US" smtClean="0"/>
              <a:pPr/>
              <a:t>50</a:t>
            </a:fld>
            <a:endParaRPr lang="en-US" altLang="en-US"/>
          </a:p>
        </p:txBody>
      </p:sp>
    </p:spTree>
    <p:extLst>
      <p:ext uri="{BB962C8B-B14F-4D97-AF65-F5344CB8AC3E}">
        <p14:creationId xmlns:p14="http://schemas.microsoft.com/office/powerpoint/2010/main" val="9127567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430A2-A953-CD8C-2896-E2197FC8E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8A7A8-280A-9558-ABA3-22C0708AE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11BC8-5C99-4BFE-10F5-52DBEBC994B2}"/>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7A7E3E1-4C4B-8261-735B-5F0901118482}"/>
              </a:ext>
            </a:extLst>
          </p:cNvPr>
          <p:cNvSpPr>
            <a:spLocks noGrp="1"/>
          </p:cNvSpPr>
          <p:nvPr>
            <p:ph type="sldNum" sz="quarter" idx="5"/>
          </p:nvPr>
        </p:nvSpPr>
        <p:spPr/>
        <p:txBody>
          <a:bodyPr/>
          <a:lstStyle/>
          <a:p>
            <a:fld id="{C17FC81B-8303-B04E-AB27-1375CBF29DD0}" type="slidenum">
              <a:rPr lang="en-US" altLang="en-US" smtClean="0"/>
              <a:pPr/>
              <a:t>51</a:t>
            </a:fld>
            <a:endParaRPr lang="en-US" altLang="en-US"/>
          </a:p>
        </p:txBody>
      </p:sp>
    </p:spTree>
    <p:extLst>
      <p:ext uri="{BB962C8B-B14F-4D97-AF65-F5344CB8AC3E}">
        <p14:creationId xmlns:p14="http://schemas.microsoft.com/office/powerpoint/2010/main" val="26436305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9DB9C-16CE-378F-4253-E85F4CC01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DFFCE-3B70-6C48-CF50-42B5381A0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1B5E1-94F0-E542-B3F6-E620D5FEE59A}"/>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7A44693-0A10-B1FF-43E7-3A21CE775782}"/>
              </a:ext>
            </a:extLst>
          </p:cNvPr>
          <p:cNvSpPr>
            <a:spLocks noGrp="1"/>
          </p:cNvSpPr>
          <p:nvPr>
            <p:ph type="sldNum" sz="quarter" idx="5"/>
          </p:nvPr>
        </p:nvSpPr>
        <p:spPr/>
        <p:txBody>
          <a:bodyPr/>
          <a:lstStyle/>
          <a:p>
            <a:fld id="{C17FC81B-8303-B04E-AB27-1375CBF29DD0}" type="slidenum">
              <a:rPr lang="en-US" altLang="en-US" smtClean="0"/>
              <a:pPr/>
              <a:t>52</a:t>
            </a:fld>
            <a:endParaRPr lang="en-US" altLang="en-US"/>
          </a:p>
        </p:txBody>
      </p:sp>
    </p:spTree>
    <p:extLst>
      <p:ext uri="{BB962C8B-B14F-4D97-AF65-F5344CB8AC3E}">
        <p14:creationId xmlns:p14="http://schemas.microsoft.com/office/powerpoint/2010/main" val="5851909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5C570-481E-C831-713D-7C35B3793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EFC9F-E772-738F-81C0-BA71D3B87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DB673-3D26-11B0-2B96-337CC9EE5215}"/>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73F02D5-EAD1-F446-9D29-336A3423333C}"/>
              </a:ext>
            </a:extLst>
          </p:cNvPr>
          <p:cNvSpPr>
            <a:spLocks noGrp="1"/>
          </p:cNvSpPr>
          <p:nvPr>
            <p:ph type="sldNum" sz="quarter" idx="5"/>
          </p:nvPr>
        </p:nvSpPr>
        <p:spPr/>
        <p:txBody>
          <a:bodyPr/>
          <a:lstStyle/>
          <a:p>
            <a:fld id="{C17FC81B-8303-B04E-AB27-1375CBF29DD0}" type="slidenum">
              <a:rPr lang="en-US" altLang="en-US" smtClean="0"/>
              <a:pPr/>
              <a:t>53</a:t>
            </a:fld>
            <a:endParaRPr lang="en-US" altLang="en-US"/>
          </a:p>
        </p:txBody>
      </p:sp>
    </p:spTree>
    <p:extLst>
      <p:ext uri="{BB962C8B-B14F-4D97-AF65-F5344CB8AC3E}">
        <p14:creationId xmlns:p14="http://schemas.microsoft.com/office/powerpoint/2010/main" val="39051825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don't know the number of species.</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work on trying to estimate it, but it's not something that we definitely know.</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don't know the number of topics that are out there. We don't know the number of groups in a social network that are out there.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so, if we put some particular large K,</a:t>
            </a:r>
          </a:p>
          <a:p>
            <a:r>
              <a:rPr lang="en-US" sz="1200" kern="1200" dirty="0">
                <a:solidFill>
                  <a:schemeClr val="tx1"/>
                </a:solidFill>
                <a:effectLst/>
                <a:latin typeface="+mn-lt"/>
                <a:ea typeface="+mn-ea"/>
                <a:cs typeface="+mn-cs"/>
              </a:rPr>
              <a:t>so that we can have this randomness in the number of clusters and have it grow. </a:t>
            </a:r>
          </a:p>
          <a:p>
            <a:r>
              <a:rPr lang="en-US" sz="1200" kern="1200" dirty="0">
                <a:solidFill>
                  <a:schemeClr val="tx1"/>
                </a:solidFill>
                <a:effectLst/>
                <a:latin typeface="+mn-lt"/>
                <a:ea typeface="+mn-ea"/>
                <a:cs typeface="+mn-cs"/>
              </a:rPr>
              <a:t>What if we were wrong? IF the number of components were not big. </a:t>
            </a:r>
          </a:p>
          <a:p>
            <a:r>
              <a:rPr lang="en-US" sz="1200" kern="1200" dirty="0">
                <a:solidFill>
                  <a:schemeClr val="tx1"/>
                </a:solidFill>
                <a:effectLst/>
                <a:latin typeface="+mn-lt"/>
                <a:ea typeface="+mn-ea"/>
                <a:cs typeface="+mn-cs"/>
              </a:rPr>
              <a:t>Then we are using a bunch of parameters that we didn't need to. That is going to create computational burden, and slow things down.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the other hand, if K is too small, we might hit up against K. </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might be difficult to infer, so maybe we could know it, but maybe we don't.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the point is that choosing a </a:t>
            </a:r>
            <a:r>
              <a:rPr lang="en-US" sz="1200" kern="1200" dirty="0" err="1">
                <a:solidFill>
                  <a:schemeClr val="tx1"/>
                </a:solidFill>
                <a:effectLst/>
                <a:latin typeface="+mn-lt"/>
                <a:ea typeface="+mn-ea"/>
                <a:cs typeface="+mn-cs"/>
              </a:rPr>
              <a:t>particlar</a:t>
            </a:r>
            <a:r>
              <a:rPr lang="en-US" sz="1200" kern="1200" dirty="0">
                <a:solidFill>
                  <a:schemeClr val="tx1"/>
                </a:solidFill>
                <a:effectLst/>
                <a:latin typeface="+mn-lt"/>
                <a:ea typeface="+mn-ea"/>
                <a:cs typeface="+mn-cs"/>
              </a:rPr>
              <a:t> K can be problematic.</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54</a:t>
            </a:fld>
            <a:endParaRPr lang="en-US" altLang="en-US"/>
          </a:p>
        </p:txBody>
      </p:sp>
    </p:spTree>
    <p:extLst>
      <p:ext uri="{BB962C8B-B14F-4D97-AF65-F5344CB8AC3E}">
        <p14:creationId xmlns:p14="http://schemas.microsoft.com/office/powerpoint/2010/main" val="12773927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11979-4090-3996-7E98-8695E996C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9C9AA9-F3F6-6F53-28FB-4F9070084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6D136-12FC-63B9-9D26-2BF4A52FD0D4}"/>
              </a:ext>
            </a:extLst>
          </p:cNvPr>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we will have to choose K=infinity to make sure that K doesn't hit up against the end.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 How to actually calculate it?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But for the moment, let's go crazy.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Let's try K equals infinity and say,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"What are the properties of this model? Do they have the properties that we want?”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So how could we even do this, first of all?</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Note: For gaussian mixture model, there won't be consistency in K. For density, we will have consistency in density.</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Fundamentally, we are working with stationary model, where the model isn't changing over time. But the usual way that the people would start working with something that's non-stationary is to  the field has evolved to non-stationary in a lot of these domains is that this is a  building block of a larger non-stationary model.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instance, something that might be done is maybe you're looking at all of the articles of nature. And the topics that people study in science changes over time, you know. Every 10 years we're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have a totally different set of, new problems in science that people are addressing.</a:t>
            </a:r>
          </a:p>
          <a:p>
            <a:r>
              <a:rPr lang="en-US" sz="1200" kern="1200" dirty="0">
                <a:solidFill>
                  <a:schemeClr val="tx1"/>
                </a:solidFill>
                <a:effectLst/>
                <a:latin typeface="+mn-lt"/>
                <a:ea typeface="+mn-ea"/>
                <a:cs typeface="+mn-cs"/>
              </a:rPr>
              <a:t>And so what you can do is you can have something like a Dirichlet process that is slowly changing its components, but you could think of this as being a building block within that model.</a:t>
            </a:r>
          </a:p>
        </p:txBody>
      </p:sp>
      <p:sp>
        <p:nvSpPr>
          <p:cNvPr id="4" name="Slide Number Placeholder 3">
            <a:extLst>
              <a:ext uri="{FF2B5EF4-FFF2-40B4-BE49-F238E27FC236}">
                <a16:creationId xmlns:a16="http://schemas.microsoft.com/office/drawing/2014/main" id="{6B309650-03E6-57EA-4C1C-5BE9AD284F4C}"/>
              </a:ext>
            </a:extLst>
          </p:cNvPr>
          <p:cNvSpPr>
            <a:spLocks noGrp="1"/>
          </p:cNvSpPr>
          <p:nvPr>
            <p:ph type="sldNum" sz="quarter" idx="5"/>
          </p:nvPr>
        </p:nvSpPr>
        <p:spPr/>
        <p:txBody>
          <a:bodyPr/>
          <a:lstStyle/>
          <a:p>
            <a:fld id="{C17FC81B-8303-B04E-AB27-1375CBF29DD0}" type="slidenum">
              <a:rPr lang="en-US" altLang="en-US" smtClean="0"/>
              <a:pPr/>
              <a:t>55</a:t>
            </a:fld>
            <a:endParaRPr lang="en-US" altLang="en-US"/>
          </a:p>
        </p:txBody>
      </p:sp>
    </p:spTree>
    <p:extLst>
      <p:ext uri="{BB962C8B-B14F-4D97-AF65-F5344CB8AC3E}">
        <p14:creationId xmlns:p14="http://schemas.microsoft.com/office/powerpoint/2010/main" val="9564696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34B0F-06A6-D997-4F75-6AD0E78E7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D14DE-9879-76DB-02F2-623D3CA9C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798DBB-E127-5098-FD71-A69C7C349098}"/>
              </a:ext>
            </a:extLst>
          </p:cNvPr>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we will have to choose K=infinity to make sure that K doesn't hit up against the end.</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How? How to actually calculate it?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But for the moment, let's go crazy.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Let's try K equals infinity and say,</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"What are the properties of this model? Do they have the properties that we want?”</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So how could we even do this, first of all?</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Note: For gaussian mixture model, there won't be consistency in K. For density, we will have consistency in density.</a:t>
            </a:r>
          </a:p>
          <a:p>
            <a:endParaRPr lang="en-U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Note: Fundamentally, we are working with stationary model, where the model isn't changing over time. But the usual way that the people would start working with something that's non-stationary is to  the field has evolved to non-stationary in a lot of these domains is that this is a  building block of a larger non-stationary model.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instance, something that might be done is maybe you're looking at all of the articles of nature. And the topics that people study in science changes over time, you know. Every 10 years we're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have a totally different set of, new problems in science that people are addressing.</a:t>
            </a:r>
          </a:p>
          <a:p>
            <a:r>
              <a:rPr lang="en-US" sz="1200" kern="1200" dirty="0">
                <a:solidFill>
                  <a:schemeClr val="tx1"/>
                </a:solidFill>
                <a:effectLst/>
                <a:latin typeface="+mn-lt"/>
                <a:ea typeface="+mn-ea"/>
                <a:cs typeface="+mn-cs"/>
              </a:rPr>
              <a:t>And so what you can do is you can have something like a Dirichlet process that is slowly changing its components, but you could think of this as being a building block within that model.</a:t>
            </a:r>
          </a:p>
        </p:txBody>
      </p:sp>
      <p:sp>
        <p:nvSpPr>
          <p:cNvPr id="4" name="Slide Number Placeholder 3">
            <a:extLst>
              <a:ext uri="{FF2B5EF4-FFF2-40B4-BE49-F238E27FC236}">
                <a16:creationId xmlns:a16="http://schemas.microsoft.com/office/drawing/2014/main" id="{16AA1B85-3D9F-FAE7-05D9-344ECBD0321C}"/>
              </a:ext>
            </a:extLst>
          </p:cNvPr>
          <p:cNvSpPr>
            <a:spLocks noGrp="1"/>
          </p:cNvSpPr>
          <p:nvPr>
            <p:ph type="sldNum" sz="quarter" idx="5"/>
          </p:nvPr>
        </p:nvSpPr>
        <p:spPr/>
        <p:txBody>
          <a:bodyPr/>
          <a:lstStyle/>
          <a:p>
            <a:fld id="{C17FC81B-8303-B04E-AB27-1375CBF29DD0}" type="slidenum">
              <a:rPr lang="en-US" altLang="en-US" smtClean="0"/>
              <a:pPr/>
              <a:t>56</a:t>
            </a:fld>
            <a:endParaRPr lang="en-US" altLang="en-US"/>
          </a:p>
        </p:txBody>
      </p:sp>
    </p:spTree>
    <p:extLst>
      <p:ext uri="{BB962C8B-B14F-4D97-AF65-F5344CB8AC3E}">
        <p14:creationId xmlns:p14="http://schemas.microsoft.com/office/powerpoint/2010/main" val="28806661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2B00B-C684-75C4-26B3-CA1A3AE04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77AE2-42A6-5E6B-7E73-99ED439C4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BB3EA-3AF3-B15B-5A16-6B7DB87A10AB}"/>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So let's  first make an observation about the Dirichlet distribution that might prime us on how to do this.</a:t>
            </a:r>
          </a:p>
        </p:txBody>
      </p:sp>
      <p:sp>
        <p:nvSpPr>
          <p:cNvPr id="4" name="Slide Number Placeholder 3">
            <a:extLst>
              <a:ext uri="{FF2B5EF4-FFF2-40B4-BE49-F238E27FC236}">
                <a16:creationId xmlns:a16="http://schemas.microsoft.com/office/drawing/2014/main" id="{93805574-3B7B-EC2E-EE35-977150672A67}"/>
              </a:ext>
            </a:extLst>
          </p:cNvPr>
          <p:cNvSpPr>
            <a:spLocks noGrp="1"/>
          </p:cNvSpPr>
          <p:nvPr>
            <p:ph type="sldNum" sz="quarter" idx="5"/>
          </p:nvPr>
        </p:nvSpPr>
        <p:spPr/>
        <p:txBody>
          <a:bodyPr/>
          <a:lstStyle/>
          <a:p>
            <a:fld id="{C17FC81B-8303-B04E-AB27-1375CBF29DD0}" type="slidenum">
              <a:rPr lang="en-US" altLang="en-US" smtClean="0"/>
              <a:pPr/>
              <a:t>57</a:t>
            </a:fld>
            <a:endParaRPr lang="en-US" altLang="en-US"/>
          </a:p>
        </p:txBody>
      </p:sp>
    </p:spTree>
    <p:extLst>
      <p:ext uri="{BB962C8B-B14F-4D97-AF65-F5344CB8AC3E}">
        <p14:creationId xmlns:p14="http://schemas.microsoft.com/office/powerpoint/2010/main" val="14490164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30158-C19E-C79B-C261-EDD7EACEF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5E8344-2695-734A-CE60-469520E09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B5543-9A97-09FD-7A4A-1FC84DD0A29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one way of generating Dirichlet distribution is to use a canned Rpackage and generate the random variable.</a:t>
            </a:r>
          </a:p>
        </p:txBody>
      </p:sp>
      <p:sp>
        <p:nvSpPr>
          <p:cNvPr id="4" name="Slide Number Placeholder 3">
            <a:extLst>
              <a:ext uri="{FF2B5EF4-FFF2-40B4-BE49-F238E27FC236}">
                <a16:creationId xmlns:a16="http://schemas.microsoft.com/office/drawing/2014/main" id="{B149C7E7-2B39-0B44-B3FC-D99DC4B7AD71}"/>
              </a:ext>
            </a:extLst>
          </p:cNvPr>
          <p:cNvSpPr>
            <a:spLocks noGrp="1"/>
          </p:cNvSpPr>
          <p:nvPr>
            <p:ph type="sldNum" sz="quarter" idx="5"/>
          </p:nvPr>
        </p:nvSpPr>
        <p:spPr/>
        <p:txBody>
          <a:bodyPr/>
          <a:lstStyle/>
          <a:p>
            <a:fld id="{C17FC81B-8303-B04E-AB27-1375CBF29DD0}" type="slidenum">
              <a:rPr lang="en-US" altLang="en-US" smtClean="0"/>
              <a:pPr/>
              <a:t>58</a:t>
            </a:fld>
            <a:endParaRPr lang="en-US" altLang="en-US"/>
          </a:p>
        </p:txBody>
      </p:sp>
    </p:spTree>
    <p:extLst>
      <p:ext uri="{BB962C8B-B14F-4D97-AF65-F5344CB8AC3E}">
        <p14:creationId xmlns:p14="http://schemas.microsoft.com/office/powerpoint/2010/main" val="3973439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20D8C-BB83-6408-77DE-74B7D1D6A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49A90-898B-0CA6-7AD2-53FB7AB50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EB202-DB51-8195-EE4D-55059A79FBC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Another way is to use a sequence of beta distributions.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so here's an observation.</a:t>
            </a:r>
          </a:p>
          <a:p>
            <a:r>
              <a:rPr lang="en-US" sz="1200" kern="1200" dirty="0">
                <a:solidFill>
                  <a:schemeClr val="tx1"/>
                </a:solidFill>
                <a:effectLst/>
                <a:latin typeface="+mn-lt"/>
                <a:ea typeface="+mn-ea"/>
                <a:cs typeface="+mn-cs"/>
              </a:rPr>
              <a:t>If I want a Dirichlet distributed random variable,</a:t>
            </a:r>
          </a:p>
          <a:p>
            <a:r>
              <a:rPr lang="en-US" sz="1200" kern="1200" dirty="0">
                <a:solidFill>
                  <a:schemeClr val="tx1"/>
                </a:solidFill>
                <a:effectLst/>
                <a:latin typeface="+mn-lt"/>
                <a:ea typeface="+mn-ea"/>
                <a:cs typeface="+mn-cs"/>
              </a:rPr>
              <a:t>it would be equivalent to first, </a:t>
            </a:r>
          </a:p>
        </p:txBody>
      </p:sp>
      <p:sp>
        <p:nvSpPr>
          <p:cNvPr id="4" name="Slide Number Placeholder 3">
            <a:extLst>
              <a:ext uri="{FF2B5EF4-FFF2-40B4-BE49-F238E27FC236}">
                <a16:creationId xmlns:a16="http://schemas.microsoft.com/office/drawing/2014/main" id="{83326C78-7243-52D8-16C9-4A5F8FF447EF}"/>
              </a:ext>
            </a:extLst>
          </p:cNvPr>
          <p:cNvSpPr>
            <a:spLocks noGrp="1"/>
          </p:cNvSpPr>
          <p:nvPr>
            <p:ph type="sldNum" sz="quarter" idx="5"/>
          </p:nvPr>
        </p:nvSpPr>
        <p:spPr/>
        <p:txBody>
          <a:bodyPr/>
          <a:lstStyle/>
          <a:p>
            <a:fld id="{C17FC81B-8303-B04E-AB27-1375CBF29DD0}" type="slidenum">
              <a:rPr lang="en-US" altLang="en-US" smtClean="0"/>
              <a:pPr/>
              <a:t>59</a:t>
            </a:fld>
            <a:endParaRPr lang="en-US" altLang="en-US"/>
          </a:p>
        </p:txBody>
      </p:sp>
    </p:spTree>
    <p:extLst>
      <p:ext uri="{BB962C8B-B14F-4D97-AF65-F5344CB8AC3E}">
        <p14:creationId xmlns:p14="http://schemas.microsoft.com/office/powerpoint/2010/main" val="38617228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21572-578A-12DE-D54B-7290EA45D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C9103-EC43-1ED5-604E-01CBE26FB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C7E50-D547-9B6B-F235-9265F339055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generate a beta random variable,</a:t>
            </a:r>
          </a:p>
        </p:txBody>
      </p:sp>
      <p:sp>
        <p:nvSpPr>
          <p:cNvPr id="4" name="Slide Number Placeholder 3">
            <a:extLst>
              <a:ext uri="{FF2B5EF4-FFF2-40B4-BE49-F238E27FC236}">
                <a16:creationId xmlns:a16="http://schemas.microsoft.com/office/drawing/2014/main" id="{1878AC41-E850-0E52-81B8-32095FD56182}"/>
              </a:ext>
            </a:extLst>
          </p:cNvPr>
          <p:cNvSpPr>
            <a:spLocks noGrp="1"/>
          </p:cNvSpPr>
          <p:nvPr>
            <p:ph type="sldNum" sz="quarter" idx="5"/>
          </p:nvPr>
        </p:nvSpPr>
        <p:spPr/>
        <p:txBody>
          <a:bodyPr/>
          <a:lstStyle/>
          <a:p>
            <a:fld id="{C17FC81B-8303-B04E-AB27-1375CBF29DD0}" type="slidenum">
              <a:rPr lang="en-US" altLang="en-US" smtClean="0"/>
              <a:pPr/>
              <a:t>60</a:t>
            </a:fld>
            <a:endParaRPr lang="en-US" altLang="en-US"/>
          </a:p>
        </p:txBody>
      </p:sp>
    </p:spTree>
    <p:extLst>
      <p:ext uri="{BB962C8B-B14F-4D97-AF65-F5344CB8AC3E}">
        <p14:creationId xmlns:p14="http://schemas.microsoft.com/office/powerpoint/2010/main" val="30733333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1831B-CBE9-BD97-C658-6E724BAA9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D5825-2F16-B281-8F1C-54BBB2E6A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98AF9-C3B8-5CB9-219E-5CE42C28B1D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and then generate the remaining mass proportions according</a:t>
            </a:r>
          </a:p>
          <a:p>
            <a:r>
              <a:rPr lang="en-US" sz="1200" kern="1200" dirty="0">
                <a:solidFill>
                  <a:schemeClr val="tx1"/>
                </a:solidFill>
                <a:effectLst/>
                <a:latin typeface="+mn-lt"/>
                <a:ea typeface="+mn-ea"/>
                <a:cs typeface="+mn-cs"/>
              </a:rPr>
              <a:t>to a Dirichlet.</a:t>
            </a:r>
          </a:p>
        </p:txBody>
      </p:sp>
      <p:sp>
        <p:nvSpPr>
          <p:cNvPr id="4" name="Slide Number Placeholder 3">
            <a:extLst>
              <a:ext uri="{FF2B5EF4-FFF2-40B4-BE49-F238E27FC236}">
                <a16:creationId xmlns:a16="http://schemas.microsoft.com/office/drawing/2014/main" id="{3B58D5EC-85A4-B261-3081-A77C9BA88086}"/>
              </a:ext>
            </a:extLst>
          </p:cNvPr>
          <p:cNvSpPr>
            <a:spLocks noGrp="1"/>
          </p:cNvSpPr>
          <p:nvPr>
            <p:ph type="sldNum" sz="quarter" idx="5"/>
          </p:nvPr>
        </p:nvSpPr>
        <p:spPr/>
        <p:txBody>
          <a:bodyPr/>
          <a:lstStyle/>
          <a:p>
            <a:fld id="{C17FC81B-8303-B04E-AB27-1375CBF29DD0}" type="slidenum">
              <a:rPr lang="en-US" altLang="en-US" smtClean="0"/>
              <a:pPr/>
              <a:t>61</a:t>
            </a:fld>
            <a:endParaRPr lang="en-US" altLang="en-US"/>
          </a:p>
        </p:txBody>
      </p:sp>
    </p:spTree>
    <p:extLst>
      <p:ext uri="{BB962C8B-B14F-4D97-AF65-F5344CB8AC3E}">
        <p14:creationId xmlns:p14="http://schemas.microsoft.com/office/powerpoint/2010/main" val="39579062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AFF9-FD74-8B3E-5D51-80F8FEBDB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A5270-22F0-F09A-0450-31EF72D2EF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5556D-57D0-51B7-CE36-41C8294DDA5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This is basically an observation that was made earlier. So what does this tell us?</a:t>
            </a:r>
          </a:p>
        </p:txBody>
      </p:sp>
      <p:sp>
        <p:nvSpPr>
          <p:cNvPr id="4" name="Slide Number Placeholder 3">
            <a:extLst>
              <a:ext uri="{FF2B5EF4-FFF2-40B4-BE49-F238E27FC236}">
                <a16:creationId xmlns:a16="http://schemas.microsoft.com/office/drawing/2014/main" id="{80CB0772-26D3-2585-54D1-BEC0447E2B5C}"/>
              </a:ext>
            </a:extLst>
          </p:cNvPr>
          <p:cNvSpPr>
            <a:spLocks noGrp="1"/>
          </p:cNvSpPr>
          <p:nvPr>
            <p:ph type="sldNum" sz="quarter" idx="5"/>
          </p:nvPr>
        </p:nvSpPr>
        <p:spPr/>
        <p:txBody>
          <a:bodyPr/>
          <a:lstStyle/>
          <a:p>
            <a:fld id="{C17FC81B-8303-B04E-AB27-1375CBF29DD0}" type="slidenum">
              <a:rPr lang="en-US" altLang="en-US" smtClean="0"/>
              <a:pPr/>
              <a:t>62</a:t>
            </a:fld>
            <a:endParaRPr lang="en-US" altLang="en-US"/>
          </a:p>
        </p:txBody>
      </p:sp>
    </p:spTree>
    <p:extLst>
      <p:ext uri="{BB962C8B-B14F-4D97-AF65-F5344CB8AC3E}">
        <p14:creationId xmlns:p14="http://schemas.microsoft.com/office/powerpoint/2010/main" val="15285333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95AC0-2CB6-79CD-920B-D38496F20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56A8A-932F-DB17-EC8C-DB5665032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4F6A1-D655-EF24-52E9-F34EE4B39A98}"/>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here's a way that I could generate a Dirichlet distribution.</a:t>
            </a:r>
          </a:p>
        </p:txBody>
      </p:sp>
      <p:sp>
        <p:nvSpPr>
          <p:cNvPr id="4" name="Slide Number Placeholder 3">
            <a:extLst>
              <a:ext uri="{FF2B5EF4-FFF2-40B4-BE49-F238E27FC236}">
                <a16:creationId xmlns:a16="http://schemas.microsoft.com/office/drawing/2014/main" id="{A58B01FD-4D06-9C4F-D064-443A7EAACE9D}"/>
              </a:ext>
            </a:extLst>
          </p:cNvPr>
          <p:cNvSpPr>
            <a:spLocks noGrp="1"/>
          </p:cNvSpPr>
          <p:nvPr>
            <p:ph type="sldNum" sz="quarter" idx="5"/>
          </p:nvPr>
        </p:nvSpPr>
        <p:spPr/>
        <p:txBody>
          <a:bodyPr/>
          <a:lstStyle/>
          <a:p>
            <a:fld id="{C17FC81B-8303-B04E-AB27-1375CBF29DD0}" type="slidenum">
              <a:rPr lang="en-US" altLang="en-US" smtClean="0"/>
              <a:pPr/>
              <a:t>63</a:t>
            </a:fld>
            <a:endParaRPr lang="en-US" altLang="en-US"/>
          </a:p>
        </p:txBody>
      </p:sp>
    </p:spTree>
    <p:extLst>
      <p:ext uri="{BB962C8B-B14F-4D97-AF65-F5344CB8AC3E}">
        <p14:creationId xmlns:p14="http://schemas.microsoft.com/office/powerpoint/2010/main" val="8009781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6F90-1E7E-DA81-04F7-CA0D438BB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AD22C-484C-25DB-3A11-A5CBE617A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72F80-AF04-5AEC-B795-D6F65B1C07B5}"/>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here's a way that I could generate a Dirichlet distribution.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could take my whole probability mass, 0 to 1, and let's call that a stick.</a:t>
            </a:r>
          </a:p>
          <a:p>
            <a:r>
              <a:rPr lang="en-US" sz="1200" kern="1200" dirty="0">
                <a:solidFill>
                  <a:schemeClr val="tx1"/>
                </a:solidFill>
                <a:effectLst/>
                <a:latin typeface="+mn-lt"/>
                <a:ea typeface="+mn-ea"/>
                <a:cs typeface="+mn-cs"/>
              </a:rPr>
              <a:t>and I could break mass off of it.</a:t>
            </a:r>
          </a:p>
        </p:txBody>
      </p:sp>
      <p:sp>
        <p:nvSpPr>
          <p:cNvPr id="4" name="Slide Number Placeholder 3">
            <a:extLst>
              <a:ext uri="{FF2B5EF4-FFF2-40B4-BE49-F238E27FC236}">
                <a16:creationId xmlns:a16="http://schemas.microsoft.com/office/drawing/2014/main" id="{98062051-7B3C-4489-6DB7-E72B33E04A34}"/>
              </a:ext>
            </a:extLst>
          </p:cNvPr>
          <p:cNvSpPr>
            <a:spLocks noGrp="1"/>
          </p:cNvSpPr>
          <p:nvPr>
            <p:ph type="sldNum" sz="quarter" idx="5"/>
          </p:nvPr>
        </p:nvSpPr>
        <p:spPr/>
        <p:txBody>
          <a:bodyPr/>
          <a:lstStyle/>
          <a:p>
            <a:fld id="{C17FC81B-8303-B04E-AB27-1375CBF29DD0}" type="slidenum">
              <a:rPr lang="en-US" altLang="en-US" smtClean="0"/>
              <a:pPr/>
              <a:t>64</a:t>
            </a:fld>
            <a:endParaRPr lang="en-US" altLang="en-US"/>
          </a:p>
        </p:txBody>
      </p:sp>
    </p:spTree>
    <p:extLst>
      <p:ext uri="{BB962C8B-B14F-4D97-AF65-F5344CB8AC3E}">
        <p14:creationId xmlns:p14="http://schemas.microsoft.com/office/powerpoint/2010/main" val="38549639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8548-8F2D-8E0B-955B-142863A0D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8F3C6-5635-4F4F-45BC-EC1558C275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41D3-D0D3-E4CC-8762-FDC8001FD9FC}"/>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First, breakoff a proportion, which is beta a_1 and then the sum of all the parameters minus a_1.</a:t>
            </a:r>
          </a:p>
        </p:txBody>
      </p:sp>
      <p:sp>
        <p:nvSpPr>
          <p:cNvPr id="4" name="Slide Number Placeholder 3">
            <a:extLst>
              <a:ext uri="{FF2B5EF4-FFF2-40B4-BE49-F238E27FC236}">
                <a16:creationId xmlns:a16="http://schemas.microsoft.com/office/drawing/2014/main" id="{41ADEAC5-1C94-A009-2168-F6F3DF1CDAED}"/>
              </a:ext>
            </a:extLst>
          </p:cNvPr>
          <p:cNvSpPr>
            <a:spLocks noGrp="1"/>
          </p:cNvSpPr>
          <p:nvPr>
            <p:ph type="sldNum" sz="quarter" idx="5"/>
          </p:nvPr>
        </p:nvSpPr>
        <p:spPr/>
        <p:txBody>
          <a:bodyPr/>
          <a:lstStyle/>
          <a:p>
            <a:fld id="{C17FC81B-8303-B04E-AB27-1375CBF29DD0}" type="slidenum">
              <a:rPr lang="en-US" altLang="en-US" smtClean="0"/>
              <a:pPr/>
              <a:t>65</a:t>
            </a:fld>
            <a:endParaRPr lang="en-US" altLang="en-US"/>
          </a:p>
        </p:txBody>
      </p:sp>
    </p:spTree>
    <p:extLst>
      <p:ext uri="{BB962C8B-B14F-4D97-AF65-F5344CB8AC3E}">
        <p14:creationId xmlns:p14="http://schemas.microsoft.com/office/powerpoint/2010/main" val="40125033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C00F-34CB-9113-7262-DA3D6B368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2F284-ED1F-672E-3401-9D28E0613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0035E-23BD-8E2B-AAB3-519C1FFD831D}"/>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So, I break off that proportion.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My first probability will be exactly that proportion.</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007D117-F3E3-F20A-47E6-6A0AC6C1B16E}"/>
              </a:ext>
            </a:extLst>
          </p:cNvPr>
          <p:cNvSpPr>
            <a:spLocks noGrp="1"/>
          </p:cNvSpPr>
          <p:nvPr>
            <p:ph type="sldNum" sz="quarter" idx="5"/>
          </p:nvPr>
        </p:nvSpPr>
        <p:spPr/>
        <p:txBody>
          <a:bodyPr/>
          <a:lstStyle/>
          <a:p>
            <a:fld id="{C17FC81B-8303-B04E-AB27-1375CBF29DD0}" type="slidenum">
              <a:rPr lang="en-US" altLang="en-US" smtClean="0"/>
              <a:pPr/>
              <a:t>66</a:t>
            </a:fld>
            <a:endParaRPr lang="en-US" altLang="en-US"/>
          </a:p>
        </p:txBody>
      </p:sp>
    </p:spTree>
    <p:extLst>
      <p:ext uri="{BB962C8B-B14F-4D97-AF65-F5344CB8AC3E}">
        <p14:creationId xmlns:p14="http://schemas.microsoft.com/office/powerpoint/2010/main" val="32665102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3FE7-4E06-6118-E4F3-C61EC29C4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18479-A69E-DDBD-BA3C-1F6B162E5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591AAD-C07E-73F5-1D08-173D5396C7B1}"/>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Now at this point, I have 1 minus V_1 left in my stick.</a:t>
            </a:r>
          </a:p>
        </p:txBody>
      </p:sp>
      <p:sp>
        <p:nvSpPr>
          <p:cNvPr id="4" name="Slide Number Placeholder 3">
            <a:extLst>
              <a:ext uri="{FF2B5EF4-FFF2-40B4-BE49-F238E27FC236}">
                <a16:creationId xmlns:a16="http://schemas.microsoft.com/office/drawing/2014/main" id="{DBCA9AAC-9305-69FD-F3F1-640250186B65}"/>
              </a:ext>
            </a:extLst>
          </p:cNvPr>
          <p:cNvSpPr>
            <a:spLocks noGrp="1"/>
          </p:cNvSpPr>
          <p:nvPr>
            <p:ph type="sldNum" sz="quarter" idx="5"/>
          </p:nvPr>
        </p:nvSpPr>
        <p:spPr/>
        <p:txBody>
          <a:bodyPr/>
          <a:lstStyle/>
          <a:p>
            <a:fld id="{C17FC81B-8303-B04E-AB27-1375CBF29DD0}" type="slidenum">
              <a:rPr lang="en-US" altLang="en-US" smtClean="0"/>
              <a:pPr/>
              <a:t>67</a:t>
            </a:fld>
            <a:endParaRPr lang="en-US" altLang="en-US"/>
          </a:p>
        </p:txBody>
      </p:sp>
    </p:spTree>
    <p:extLst>
      <p:ext uri="{BB962C8B-B14F-4D97-AF65-F5344CB8AC3E}">
        <p14:creationId xmlns:p14="http://schemas.microsoft.com/office/powerpoint/2010/main" val="608738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56CF0-D024-3395-3721-172433C9E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0A721-DD27-52EA-F590-50F94B462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4AB05-F03B-4C6F-3CE7-6F6775C33278}"/>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and I can do the same thing recursively.</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 can say, ”That's just Dirichlet distributed, so I'llbreak off proportion A_2 and the remaining hyperparameters.”</a:t>
            </a:r>
          </a:p>
          <a:p>
            <a:r>
              <a:rPr lang="en-US" sz="1200" kern="1200" dirty="0">
                <a:solidFill>
                  <a:schemeClr val="tx1"/>
                </a:solidFill>
                <a:effectLst/>
                <a:latin typeface="+mn-lt"/>
                <a:ea typeface="+mn-ea"/>
                <a:cs typeface="+mn-cs"/>
              </a:rPr>
              <a:t>And so that probability will be1 minus V1 because that was the</a:t>
            </a:r>
          </a:p>
          <a:p>
            <a:r>
              <a:rPr lang="en-US" sz="1200" kern="1200" dirty="0">
                <a:solidFill>
                  <a:schemeClr val="tx1"/>
                </a:solidFill>
                <a:effectLst/>
                <a:latin typeface="+mn-lt"/>
                <a:ea typeface="+mn-ea"/>
                <a:cs typeface="+mn-cs"/>
              </a:rPr>
              <a:t>remaining part of the stick </a:t>
            </a:r>
            <a:r>
              <a:rPr lang="en-US" sz="1200" kern="1200" dirty="0" err="1">
                <a:solidFill>
                  <a:schemeClr val="tx1"/>
                </a:solidFill>
                <a:effectLst/>
                <a:latin typeface="+mn-lt"/>
                <a:ea typeface="+mn-ea"/>
                <a:cs typeface="+mn-cs"/>
              </a:rPr>
              <a:t>fromthe</a:t>
            </a:r>
            <a:r>
              <a:rPr lang="en-US" sz="1200" kern="1200" dirty="0">
                <a:solidFill>
                  <a:schemeClr val="tx1"/>
                </a:solidFill>
                <a:effectLst/>
                <a:latin typeface="+mn-lt"/>
                <a:ea typeface="+mn-ea"/>
                <a:cs typeface="+mn-cs"/>
              </a:rPr>
              <a:t> step from the first part,</a:t>
            </a:r>
          </a:p>
          <a:p>
            <a:r>
              <a:rPr lang="en-US" sz="1200" kern="1200" dirty="0">
                <a:solidFill>
                  <a:schemeClr val="tx1"/>
                </a:solidFill>
                <a:effectLst/>
                <a:latin typeface="+mn-lt"/>
                <a:ea typeface="+mn-ea"/>
                <a:cs typeface="+mn-cs"/>
              </a:rPr>
              <a:t>and then V2 </a:t>
            </a:r>
            <a:r>
              <a:rPr lang="en-US" sz="1200" kern="1200" dirty="0" err="1">
                <a:solidFill>
                  <a:schemeClr val="tx1"/>
                </a:solidFill>
                <a:effectLst/>
                <a:latin typeface="+mn-lt"/>
                <a:ea typeface="+mn-ea"/>
                <a:cs typeface="+mn-cs"/>
              </a:rPr>
              <a:t>proportionwe</a:t>
            </a:r>
            <a:r>
              <a:rPr lang="en-US" sz="1200" kern="1200" dirty="0">
                <a:solidFill>
                  <a:schemeClr val="tx1"/>
                </a:solidFill>
                <a:effectLst/>
                <a:latin typeface="+mn-lt"/>
                <a:ea typeface="+mn-ea"/>
                <a:cs typeface="+mn-cs"/>
              </a:rPr>
              <a:t> took off here.</a:t>
            </a:r>
          </a:p>
          <a:p>
            <a:r>
              <a:rPr lang="en-US" sz="1200" kern="1200" dirty="0">
                <a:solidFill>
                  <a:schemeClr val="tx1"/>
                </a:solidFill>
                <a:effectLst/>
                <a:latin typeface="+mn-lt"/>
                <a:ea typeface="+mn-ea"/>
                <a:cs typeface="+mn-cs"/>
              </a:rPr>
              <a:t>Now I can do the same thing.</a:t>
            </a:r>
          </a:p>
        </p:txBody>
      </p:sp>
      <p:sp>
        <p:nvSpPr>
          <p:cNvPr id="4" name="Slide Number Placeholder 3">
            <a:extLst>
              <a:ext uri="{FF2B5EF4-FFF2-40B4-BE49-F238E27FC236}">
                <a16:creationId xmlns:a16="http://schemas.microsoft.com/office/drawing/2014/main" id="{5B4392A9-E22E-8022-EE16-ED9EB07E6998}"/>
              </a:ext>
            </a:extLst>
          </p:cNvPr>
          <p:cNvSpPr>
            <a:spLocks noGrp="1"/>
          </p:cNvSpPr>
          <p:nvPr>
            <p:ph type="sldNum" sz="quarter" idx="5"/>
          </p:nvPr>
        </p:nvSpPr>
        <p:spPr/>
        <p:txBody>
          <a:bodyPr/>
          <a:lstStyle/>
          <a:p>
            <a:fld id="{C17FC81B-8303-B04E-AB27-1375CBF29DD0}" type="slidenum">
              <a:rPr lang="en-US" altLang="en-US" smtClean="0"/>
              <a:pPr/>
              <a:t>68</a:t>
            </a:fld>
            <a:endParaRPr lang="en-US" altLang="en-US"/>
          </a:p>
        </p:txBody>
      </p:sp>
    </p:spTree>
    <p:extLst>
      <p:ext uri="{BB962C8B-B14F-4D97-AF65-F5344CB8AC3E}">
        <p14:creationId xmlns:p14="http://schemas.microsoft.com/office/powerpoint/2010/main" val="31013321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0D82-01C4-756F-5889-DF94BDDB8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1FBDD-A896-A25C-B98E-5ED2F4CC8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9679A-DC15-FFBA-0C7C-524F3022A81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And so that probability will be1 minus V1 because that was the</a:t>
            </a:r>
          </a:p>
          <a:p>
            <a:r>
              <a:rPr lang="en-US" sz="1200" kern="1200" dirty="0">
                <a:solidFill>
                  <a:schemeClr val="tx1"/>
                </a:solidFill>
                <a:effectLst/>
                <a:latin typeface="+mn-lt"/>
                <a:ea typeface="+mn-ea"/>
                <a:cs typeface="+mn-cs"/>
              </a:rPr>
              <a:t>remaining part of the stick from the step from the first part,</a:t>
            </a:r>
          </a:p>
          <a:p>
            <a:r>
              <a:rPr lang="en-US" sz="1200" kern="1200" dirty="0">
                <a:solidFill>
                  <a:schemeClr val="tx1"/>
                </a:solidFill>
                <a:effectLst/>
                <a:latin typeface="+mn-lt"/>
                <a:ea typeface="+mn-ea"/>
                <a:cs typeface="+mn-cs"/>
              </a:rPr>
              <a:t>and then V2 proportion we took.</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I can do the same thing.</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513DB44-48FA-431A-705D-A7EF5398B364}"/>
              </a:ext>
            </a:extLst>
          </p:cNvPr>
          <p:cNvSpPr>
            <a:spLocks noGrp="1"/>
          </p:cNvSpPr>
          <p:nvPr>
            <p:ph type="sldNum" sz="quarter" idx="5"/>
          </p:nvPr>
        </p:nvSpPr>
        <p:spPr/>
        <p:txBody>
          <a:bodyPr/>
          <a:lstStyle/>
          <a:p>
            <a:fld id="{C17FC81B-8303-B04E-AB27-1375CBF29DD0}" type="slidenum">
              <a:rPr lang="en-US" altLang="en-US" smtClean="0"/>
              <a:pPr/>
              <a:t>69</a:t>
            </a:fld>
            <a:endParaRPr lang="en-US" altLang="en-US"/>
          </a:p>
        </p:txBody>
      </p:sp>
    </p:spTree>
    <p:extLst>
      <p:ext uri="{BB962C8B-B14F-4D97-AF65-F5344CB8AC3E}">
        <p14:creationId xmlns:p14="http://schemas.microsoft.com/office/powerpoint/2010/main" val="10340698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32B9C-E251-F67E-4079-197CAB681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1E901-7C86-C270-B325-F98F7585B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5EDA3D-582B-9B53-8A69-6D2CCB6DBAA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At this point I have a Dirichlet(a_3, a_4), which is just a beta(a_3,a_4). </a:t>
            </a:r>
          </a:p>
        </p:txBody>
      </p:sp>
      <p:sp>
        <p:nvSpPr>
          <p:cNvPr id="4" name="Slide Number Placeholder 3">
            <a:extLst>
              <a:ext uri="{FF2B5EF4-FFF2-40B4-BE49-F238E27FC236}">
                <a16:creationId xmlns:a16="http://schemas.microsoft.com/office/drawing/2014/main" id="{7CB6C158-C68A-CD89-6734-096743C34276}"/>
              </a:ext>
            </a:extLst>
          </p:cNvPr>
          <p:cNvSpPr>
            <a:spLocks noGrp="1"/>
          </p:cNvSpPr>
          <p:nvPr>
            <p:ph type="sldNum" sz="quarter" idx="5"/>
          </p:nvPr>
        </p:nvSpPr>
        <p:spPr/>
        <p:txBody>
          <a:bodyPr/>
          <a:lstStyle/>
          <a:p>
            <a:fld id="{C17FC81B-8303-B04E-AB27-1375CBF29DD0}" type="slidenum">
              <a:rPr lang="en-US" altLang="en-US" smtClean="0"/>
              <a:pPr/>
              <a:t>70</a:t>
            </a:fld>
            <a:endParaRPr lang="en-US" altLang="en-US"/>
          </a:p>
        </p:txBody>
      </p:sp>
    </p:spTree>
    <p:extLst>
      <p:ext uri="{BB962C8B-B14F-4D97-AF65-F5344CB8AC3E}">
        <p14:creationId xmlns:p14="http://schemas.microsoft.com/office/powerpoint/2010/main" val="17603666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686B6-B6C5-D598-B039-B03DE90E0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F21A5-5E3F-14F6-BACA-8062EC3BCB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A36DB-6144-E791-FE00-5DB8E14988A5}"/>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 can break off that proportion.</a:t>
            </a:r>
          </a:p>
          <a:p>
            <a:r>
              <a:rPr lang="en-US" sz="1200" kern="1200" dirty="0">
                <a:solidFill>
                  <a:schemeClr val="tx1"/>
                </a:solidFill>
                <a:effectLst/>
                <a:latin typeface="+mn-lt"/>
                <a:ea typeface="+mn-ea"/>
                <a:cs typeface="+mn-cs"/>
              </a:rPr>
              <a:t>What was left of the stick before I broke</a:t>
            </a:r>
          </a:p>
          <a:p>
            <a:r>
              <a:rPr lang="en-US" sz="1200" kern="1200" dirty="0">
                <a:solidFill>
                  <a:schemeClr val="tx1"/>
                </a:solidFill>
                <a:effectLst/>
                <a:latin typeface="+mn-lt"/>
                <a:ea typeface="+mn-ea"/>
                <a:cs typeface="+mn-cs"/>
              </a:rPr>
              <a:t>off this proportion was (1- V1 )times (1 - V2,)</a:t>
            </a:r>
          </a:p>
          <a:p>
            <a:r>
              <a:rPr lang="en-US" sz="1200" kern="1200" dirty="0">
                <a:solidFill>
                  <a:schemeClr val="tx1"/>
                </a:solidFill>
                <a:effectLst/>
                <a:latin typeface="+mn-lt"/>
                <a:ea typeface="+mn-ea"/>
                <a:cs typeface="+mn-cs"/>
              </a:rPr>
              <a:t>and now I'm breaking off proportion V3.</a:t>
            </a:r>
          </a:p>
        </p:txBody>
      </p:sp>
      <p:sp>
        <p:nvSpPr>
          <p:cNvPr id="4" name="Slide Number Placeholder 3">
            <a:extLst>
              <a:ext uri="{FF2B5EF4-FFF2-40B4-BE49-F238E27FC236}">
                <a16:creationId xmlns:a16="http://schemas.microsoft.com/office/drawing/2014/main" id="{EB05D472-FDE5-2A17-0914-7E1557065665}"/>
              </a:ext>
            </a:extLst>
          </p:cNvPr>
          <p:cNvSpPr>
            <a:spLocks noGrp="1"/>
          </p:cNvSpPr>
          <p:nvPr>
            <p:ph type="sldNum" sz="quarter" idx="5"/>
          </p:nvPr>
        </p:nvSpPr>
        <p:spPr/>
        <p:txBody>
          <a:bodyPr/>
          <a:lstStyle/>
          <a:p>
            <a:fld id="{C17FC81B-8303-B04E-AB27-1375CBF29DD0}" type="slidenum">
              <a:rPr lang="en-US" altLang="en-US" smtClean="0"/>
              <a:pPr/>
              <a:t>71</a:t>
            </a:fld>
            <a:endParaRPr lang="en-US" altLang="en-US"/>
          </a:p>
        </p:txBody>
      </p:sp>
    </p:spTree>
    <p:extLst>
      <p:ext uri="{BB962C8B-B14F-4D97-AF65-F5344CB8AC3E}">
        <p14:creationId xmlns:p14="http://schemas.microsoft.com/office/powerpoint/2010/main" val="14978450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12944-315B-D044-FEA2-84C19E3BB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CCE821-B6B0-5742-2E2D-696104337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F92A07-97FC-CE47-B7BC-DAA45550889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And then finally, I just have whatever's left over.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 here's a way that I could have an infinity of random</a:t>
            </a:r>
          </a:p>
          <a:p>
            <a:r>
              <a:rPr lang="en-US" sz="1200" kern="1200" dirty="0">
                <a:solidFill>
                  <a:schemeClr val="tx1"/>
                </a:solidFill>
                <a:effectLst/>
                <a:latin typeface="+mn-lt"/>
                <a:ea typeface="+mn-ea"/>
                <a:cs typeface="+mn-cs"/>
              </a:rPr>
              <a:t>frequencies that sum up to 1.</a:t>
            </a:r>
          </a:p>
        </p:txBody>
      </p:sp>
      <p:sp>
        <p:nvSpPr>
          <p:cNvPr id="4" name="Slide Number Placeholder 3">
            <a:extLst>
              <a:ext uri="{FF2B5EF4-FFF2-40B4-BE49-F238E27FC236}">
                <a16:creationId xmlns:a16="http://schemas.microsoft.com/office/drawing/2014/main" id="{440D9D2B-7C0A-05D4-1D9F-905C519DD2CF}"/>
              </a:ext>
            </a:extLst>
          </p:cNvPr>
          <p:cNvSpPr>
            <a:spLocks noGrp="1"/>
          </p:cNvSpPr>
          <p:nvPr>
            <p:ph type="sldNum" sz="quarter" idx="5"/>
          </p:nvPr>
        </p:nvSpPr>
        <p:spPr/>
        <p:txBody>
          <a:bodyPr/>
          <a:lstStyle/>
          <a:p>
            <a:fld id="{C17FC81B-8303-B04E-AB27-1375CBF29DD0}" type="slidenum">
              <a:rPr lang="en-US" altLang="en-US" smtClean="0"/>
              <a:pPr/>
              <a:t>72</a:t>
            </a:fld>
            <a:endParaRPr lang="en-US" altLang="en-US"/>
          </a:p>
        </p:txBody>
      </p:sp>
    </p:spTree>
    <p:extLst>
      <p:ext uri="{BB962C8B-B14F-4D97-AF65-F5344CB8AC3E}">
        <p14:creationId xmlns:p14="http://schemas.microsoft.com/office/powerpoint/2010/main" val="12967182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4300C-8555-5660-6B1A-A14C88D5F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CA10D-E551-2F77-99D5-EF88D4C6D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B5634-1025-86D6-0B7F-245F2791622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So, here's a way that I could have an infinity of random</a:t>
            </a:r>
          </a:p>
          <a:p>
            <a:r>
              <a:rPr lang="en-US" sz="1200" kern="1200" dirty="0">
                <a:solidFill>
                  <a:schemeClr val="tx1"/>
                </a:solidFill>
                <a:effectLst/>
                <a:latin typeface="+mn-lt"/>
                <a:ea typeface="+mn-ea"/>
                <a:cs typeface="+mn-cs"/>
              </a:rPr>
              <a:t>frequencies that sum up to 1.</a:t>
            </a:r>
          </a:p>
        </p:txBody>
      </p:sp>
      <p:sp>
        <p:nvSpPr>
          <p:cNvPr id="4" name="Slide Number Placeholder 3">
            <a:extLst>
              <a:ext uri="{FF2B5EF4-FFF2-40B4-BE49-F238E27FC236}">
                <a16:creationId xmlns:a16="http://schemas.microsoft.com/office/drawing/2014/main" id="{61A16A24-2B0C-71B8-948D-81A147A57DE1}"/>
              </a:ext>
            </a:extLst>
          </p:cNvPr>
          <p:cNvSpPr>
            <a:spLocks noGrp="1"/>
          </p:cNvSpPr>
          <p:nvPr>
            <p:ph type="sldNum" sz="quarter" idx="5"/>
          </p:nvPr>
        </p:nvSpPr>
        <p:spPr/>
        <p:txBody>
          <a:bodyPr/>
          <a:lstStyle/>
          <a:p>
            <a:fld id="{C17FC81B-8303-B04E-AB27-1375CBF29DD0}" type="slidenum">
              <a:rPr lang="en-US" altLang="en-US" smtClean="0"/>
              <a:pPr/>
              <a:t>73</a:t>
            </a:fld>
            <a:endParaRPr lang="en-US" altLang="en-US"/>
          </a:p>
        </p:txBody>
      </p:sp>
    </p:spTree>
    <p:extLst>
      <p:ext uri="{BB962C8B-B14F-4D97-AF65-F5344CB8AC3E}">
        <p14:creationId xmlns:p14="http://schemas.microsoft.com/office/powerpoint/2010/main" val="40379521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BF42-0E74-F287-DA08-23AAF2BF5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577432-8AD3-6393-5E02-7EAD84AC8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8EAA12-4116-1CC2-A9F4-2437059C5AAF}"/>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 could just have not stopped.</a:t>
            </a:r>
          </a:p>
        </p:txBody>
      </p:sp>
      <p:sp>
        <p:nvSpPr>
          <p:cNvPr id="4" name="Slide Number Placeholder 3">
            <a:extLst>
              <a:ext uri="{FF2B5EF4-FFF2-40B4-BE49-F238E27FC236}">
                <a16:creationId xmlns:a16="http://schemas.microsoft.com/office/drawing/2014/main" id="{BB993D6F-B543-377A-D9F5-8AE3A4D4A350}"/>
              </a:ext>
            </a:extLst>
          </p:cNvPr>
          <p:cNvSpPr>
            <a:spLocks noGrp="1"/>
          </p:cNvSpPr>
          <p:nvPr>
            <p:ph type="sldNum" sz="quarter" idx="5"/>
          </p:nvPr>
        </p:nvSpPr>
        <p:spPr/>
        <p:txBody>
          <a:bodyPr/>
          <a:lstStyle/>
          <a:p>
            <a:fld id="{C17FC81B-8303-B04E-AB27-1375CBF29DD0}" type="slidenum">
              <a:rPr lang="en-US" altLang="en-US" smtClean="0"/>
              <a:pPr/>
              <a:t>74</a:t>
            </a:fld>
            <a:endParaRPr lang="en-US" altLang="en-US"/>
          </a:p>
        </p:txBody>
      </p:sp>
    </p:spTree>
    <p:extLst>
      <p:ext uri="{BB962C8B-B14F-4D97-AF65-F5344CB8AC3E}">
        <p14:creationId xmlns:p14="http://schemas.microsoft.com/office/powerpoint/2010/main" val="34118419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I’m going to do the same thing</a:t>
            </a:r>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75</a:t>
            </a:fld>
            <a:endParaRPr lang="en-US" altLang="en-US"/>
          </a:p>
        </p:txBody>
      </p:sp>
    </p:spTree>
    <p:extLst>
      <p:ext uri="{BB962C8B-B14F-4D97-AF65-F5344CB8AC3E}">
        <p14:creationId xmlns:p14="http://schemas.microsoft.com/office/powerpoint/2010/main" val="193312192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a:t>
            </a:r>
            <a:r>
              <a:rPr lang="en-US" dirty="0" err="1"/>
              <a:t>gonna</a:t>
            </a:r>
            <a:r>
              <a:rPr lang="en-US" dirty="0"/>
              <a:t> say,</a:t>
            </a:r>
          </a:p>
          <a:p>
            <a:r>
              <a:rPr lang="en-US" dirty="0"/>
              <a:t>“ Okay, a way to get a random</a:t>
            </a:r>
          </a:p>
          <a:p>
            <a:r>
              <a:rPr lang="en-US" dirty="0"/>
              <a:t>number between 0 and 1 is a beta distribution.”</a:t>
            </a:r>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76</a:t>
            </a:fld>
            <a:endParaRPr lang="en-US" altLang="en-US"/>
          </a:p>
        </p:txBody>
      </p:sp>
    </p:spTree>
    <p:extLst>
      <p:ext uri="{BB962C8B-B14F-4D97-AF65-F5344CB8AC3E}">
        <p14:creationId xmlns:p14="http://schemas.microsoft.com/office/powerpoint/2010/main" val="9029353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1BC75-4456-8FEE-00D7-78364A723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212D0-9E85-19F7-A0A8-465BC6279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F3444C-B19A-2636-7739-7E76ED1E17A1}"/>
              </a:ext>
            </a:extLst>
          </p:cNvPr>
          <p:cNvSpPr>
            <a:spLocks noGrp="1"/>
          </p:cNvSpPr>
          <p:nvPr>
            <p:ph type="body" idx="1"/>
          </p:nvPr>
        </p:nvSpPr>
        <p:spPr/>
        <p:txBody>
          <a:bodyPr/>
          <a:lstStyle/>
          <a:p>
            <a:r>
              <a:rPr lang="en-US" dirty="0"/>
              <a:t>So, I'm </a:t>
            </a:r>
            <a:r>
              <a:rPr lang="en-US" dirty="0" err="1"/>
              <a:t>gonna</a:t>
            </a:r>
            <a:r>
              <a:rPr lang="en-US" dirty="0"/>
              <a:t> break off a beta distributive random</a:t>
            </a:r>
          </a:p>
          <a:p>
            <a:r>
              <a:rPr lang="en-US" dirty="0"/>
              <a:t>variable from my stick, from my 0, 1 stick.</a:t>
            </a:r>
          </a:p>
        </p:txBody>
      </p:sp>
      <p:sp>
        <p:nvSpPr>
          <p:cNvPr id="4" name="Slide Number Placeholder 3">
            <a:extLst>
              <a:ext uri="{FF2B5EF4-FFF2-40B4-BE49-F238E27FC236}">
                <a16:creationId xmlns:a16="http://schemas.microsoft.com/office/drawing/2014/main" id="{63C37CEE-6F00-7B67-0578-301FE278FC62}"/>
              </a:ext>
            </a:extLst>
          </p:cNvPr>
          <p:cNvSpPr>
            <a:spLocks noGrp="1"/>
          </p:cNvSpPr>
          <p:nvPr>
            <p:ph type="sldNum" sz="quarter" idx="5"/>
          </p:nvPr>
        </p:nvSpPr>
        <p:spPr/>
        <p:txBody>
          <a:bodyPr/>
          <a:lstStyle/>
          <a:p>
            <a:fld id="{C17FC81B-8303-B04E-AB27-1375CBF29DD0}" type="slidenum">
              <a:rPr lang="en-US" altLang="en-US" smtClean="0"/>
              <a:pPr/>
              <a:t>77</a:t>
            </a:fld>
            <a:endParaRPr lang="en-US" altLang="en-US"/>
          </a:p>
        </p:txBody>
      </p:sp>
    </p:spTree>
    <p:extLst>
      <p:ext uri="{BB962C8B-B14F-4D97-AF65-F5344CB8AC3E}">
        <p14:creationId xmlns:p14="http://schemas.microsoft.com/office/powerpoint/2010/main" val="42921590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CE46F-9DF2-6080-DCD1-A42462FE3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D12B03-73FD-22F1-2F8A-22986E8CE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31BD5-39C8-2105-8A88-BF0199498B5B}"/>
              </a:ext>
            </a:extLst>
          </p:cNvPr>
          <p:cNvSpPr>
            <a:spLocks noGrp="1"/>
          </p:cNvSpPr>
          <p:nvPr>
            <p:ph type="body" idx="1"/>
          </p:nvPr>
        </p:nvSpPr>
        <p:spPr/>
        <p:txBody>
          <a:bodyPr/>
          <a:lstStyle/>
          <a:p>
            <a:r>
              <a:rPr lang="en-US" dirty="0"/>
              <a:t>Now, I have some mass left, and I'll break off another</a:t>
            </a:r>
          </a:p>
          <a:p>
            <a:r>
              <a:rPr lang="en-US" dirty="0"/>
              <a:t>random proportion between 0 and 1 from that,</a:t>
            </a:r>
          </a:p>
          <a:p>
            <a:endParaRPr lang="en-US" dirty="0"/>
          </a:p>
        </p:txBody>
      </p:sp>
      <p:sp>
        <p:nvSpPr>
          <p:cNvPr id="4" name="Slide Number Placeholder 3">
            <a:extLst>
              <a:ext uri="{FF2B5EF4-FFF2-40B4-BE49-F238E27FC236}">
                <a16:creationId xmlns:a16="http://schemas.microsoft.com/office/drawing/2014/main" id="{39E268BF-DCAE-C830-2453-14E959D56232}"/>
              </a:ext>
            </a:extLst>
          </p:cNvPr>
          <p:cNvSpPr>
            <a:spLocks noGrp="1"/>
          </p:cNvSpPr>
          <p:nvPr>
            <p:ph type="sldNum" sz="quarter" idx="5"/>
          </p:nvPr>
        </p:nvSpPr>
        <p:spPr/>
        <p:txBody>
          <a:bodyPr/>
          <a:lstStyle/>
          <a:p>
            <a:fld id="{C17FC81B-8303-B04E-AB27-1375CBF29DD0}" type="slidenum">
              <a:rPr lang="en-US" altLang="en-US" smtClean="0"/>
              <a:pPr/>
              <a:t>78</a:t>
            </a:fld>
            <a:endParaRPr lang="en-US" altLang="en-US"/>
          </a:p>
        </p:txBody>
      </p:sp>
    </p:spTree>
    <p:extLst>
      <p:ext uri="{BB962C8B-B14F-4D97-AF65-F5344CB8AC3E}">
        <p14:creationId xmlns:p14="http://schemas.microsoft.com/office/powerpoint/2010/main" val="39275392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9BE6-1186-CDE4-4731-156ED7E38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4D44E-8552-7E59-95D0-183F28CFB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A092F-635E-0279-032F-564E07EE0C34}"/>
              </a:ext>
            </a:extLst>
          </p:cNvPr>
          <p:cNvSpPr>
            <a:spLocks noGrp="1"/>
          </p:cNvSpPr>
          <p:nvPr>
            <p:ph type="body" idx="1"/>
          </p:nvPr>
        </p:nvSpPr>
        <p:spPr/>
        <p:txBody>
          <a:bodyPr/>
          <a:lstStyle/>
          <a:p>
            <a:r>
              <a:rPr lang="en-US" dirty="0"/>
              <a:t>and I'll call it V2.</a:t>
            </a:r>
          </a:p>
          <a:p>
            <a:endParaRPr lang="en-US" dirty="0"/>
          </a:p>
          <a:p>
            <a:r>
              <a:rPr lang="en-US" dirty="0"/>
              <a:t>And so I take my remaining mass,1 minus V1 from the first round,</a:t>
            </a:r>
          </a:p>
          <a:p>
            <a:r>
              <a:rPr lang="en-US" dirty="0"/>
              <a:t>break off this V2 proportion, and I have my second row.</a:t>
            </a:r>
          </a:p>
          <a:p>
            <a:endParaRPr lang="en-US" dirty="0"/>
          </a:p>
          <a:p>
            <a:endParaRPr lang="en-US" dirty="0"/>
          </a:p>
          <a:p>
            <a:r>
              <a:rPr lang="en-US" dirty="0"/>
              <a:t>Now I'll do this again.</a:t>
            </a:r>
          </a:p>
          <a:p>
            <a:r>
              <a:rPr lang="en-US" dirty="0"/>
              <a:t>I'll say, &amp;</a:t>
            </a:r>
            <a:r>
              <a:rPr lang="en-US" dirty="0" err="1"/>
              <a:t>quot;Oh,I've</a:t>
            </a:r>
            <a:r>
              <a:rPr lang="en-US" dirty="0"/>
              <a:t> got some</a:t>
            </a:r>
          </a:p>
          <a:p>
            <a:r>
              <a:rPr lang="en-US" dirty="0"/>
              <a:t>remaining </a:t>
            </a:r>
            <a:r>
              <a:rPr lang="en-US" dirty="0" err="1"/>
              <a:t>mass,I'll</a:t>
            </a:r>
            <a:r>
              <a:rPr lang="en-US" dirty="0"/>
              <a:t> break off V3,&amp;quot;</a:t>
            </a:r>
          </a:p>
          <a:p>
            <a:r>
              <a:rPr lang="en-US" dirty="0"/>
              <a:t>and I'll just keep </a:t>
            </a:r>
            <a:r>
              <a:rPr lang="en-US" dirty="0" err="1"/>
              <a:t>doingthis</a:t>
            </a:r>
            <a:r>
              <a:rPr lang="en-US" dirty="0"/>
              <a:t> on and on forever.</a:t>
            </a:r>
          </a:p>
          <a:p>
            <a:r>
              <a:rPr lang="en-US" dirty="0"/>
              <a:t>And on the Kth </a:t>
            </a:r>
            <a:r>
              <a:rPr lang="en-US" dirty="0" err="1"/>
              <a:t>step,I'll</a:t>
            </a:r>
            <a:r>
              <a:rPr lang="en-US" dirty="0"/>
              <a:t> break off VK.</a:t>
            </a:r>
          </a:p>
          <a:p>
            <a:r>
              <a:rPr lang="en-US" dirty="0"/>
              <a:t>What I had before </a:t>
            </a:r>
            <a:r>
              <a:rPr lang="en-US" dirty="0" err="1"/>
              <a:t>theKth</a:t>
            </a:r>
            <a:r>
              <a:rPr lang="en-US" dirty="0"/>
              <a:t> step was this,</a:t>
            </a:r>
          </a:p>
          <a:p>
            <a:r>
              <a:rPr lang="en-US" dirty="0"/>
              <a:t>and then I multiply by VK.</a:t>
            </a:r>
          </a:p>
        </p:txBody>
      </p:sp>
      <p:sp>
        <p:nvSpPr>
          <p:cNvPr id="4" name="Slide Number Placeholder 3">
            <a:extLst>
              <a:ext uri="{FF2B5EF4-FFF2-40B4-BE49-F238E27FC236}">
                <a16:creationId xmlns:a16="http://schemas.microsoft.com/office/drawing/2014/main" id="{45DA1F3A-AA25-72F5-19A1-97055364AE38}"/>
              </a:ext>
            </a:extLst>
          </p:cNvPr>
          <p:cNvSpPr>
            <a:spLocks noGrp="1"/>
          </p:cNvSpPr>
          <p:nvPr>
            <p:ph type="sldNum" sz="quarter" idx="5"/>
          </p:nvPr>
        </p:nvSpPr>
        <p:spPr/>
        <p:txBody>
          <a:bodyPr/>
          <a:lstStyle/>
          <a:p>
            <a:fld id="{C17FC81B-8303-B04E-AB27-1375CBF29DD0}" type="slidenum">
              <a:rPr lang="en-US" altLang="en-US" smtClean="0"/>
              <a:pPr/>
              <a:t>79</a:t>
            </a:fld>
            <a:endParaRPr lang="en-US" altLang="en-US"/>
          </a:p>
        </p:txBody>
      </p:sp>
    </p:spTree>
    <p:extLst>
      <p:ext uri="{BB962C8B-B14F-4D97-AF65-F5344CB8AC3E}">
        <p14:creationId xmlns:p14="http://schemas.microsoft.com/office/powerpoint/2010/main" val="12439337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1C88-A3B4-A00A-583C-C6C8859E6A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2B7B4-A417-5DA6-E08C-1ECB44525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3C7F4B-8A99-DD28-F9DB-8CA05F5B2DDF}"/>
              </a:ext>
            </a:extLst>
          </p:cNvPr>
          <p:cNvSpPr>
            <a:spLocks noGrp="1"/>
          </p:cNvSpPr>
          <p:nvPr>
            <p:ph type="body" idx="1"/>
          </p:nvPr>
        </p:nvSpPr>
        <p:spPr/>
        <p:txBody>
          <a:bodyPr/>
          <a:lstStyle/>
          <a:p>
            <a:r>
              <a:rPr lang="en-US" dirty="0"/>
              <a:t>Now I'll do this again.</a:t>
            </a:r>
          </a:p>
        </p:txBody>
      </p:sp>
      <p:sp>
        <p:nvSpPr>
          <p:cNvPr id="4" name="Slide Number Placeholder 3">
            <a:extLst>
              <a:ext uri="{FF2B5EF4-FFF2-40B4-BE49-F238E27FC236}">
                <a16:creationId xmlns:a16="http://schemas.microsoft.com/office/drawing/2014/main" id="{F10F7717-02DB-2467-8D2F-7F566727A54F}"/>
              </a:ext>
            </a:extLst>
          </p:cNvPr>
          <p:cNvSpPr>
            <a:spLocks noGrp="1"/>
          </p:cNvSpPr>
          <p:nvPr>
            <p:ph type="sldNum" sz="quarter" idx="5"/>
          </p:nvPr>
        </p:nvSpPr>
        <p:spPr/>
        <p:txBody>
          <a:bodyPr/>
          <a:lstStyle/>
          <a:p>
            <a:fld id="{C17FC81B-8303-B04E-AB27-1375CBF29DD0}" type="slidenum">
              <a:rPr lang="en-US" altLang="en-US" smtClean="0"/>
              <a:pPr/>
              <a:t>80</a:t>
            </a:fld>
            <a:endParaRPr lang="en-US" altLang="en-US"/>
          </a:p>
        </p:txBody>
      </p:sp>
    </p:spTree>
    <p:extLst>
      <p:ext uri="{BB962C8B-B14F-4D97-AF65-F5344CB8AC3E}">
        <p14:creationId xmlns:p14="http://schemas.microsoft.com/office/powerpoint/2010/main" val="138006701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3C954-960B-644D-1977-99F82CC98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A449A-ED64-5F1E-27D6-54FB7F463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291D3-DE06-2DD6-8402-27FDC580D63D}"/>
              </a:ext>
            </a:extLst>
          </p:cNvPr>
          <p:cNvSpPr>
            <a:spLocks noGrp="1"/>
          </p:cNvSpPr>
          <p:nvPr>
            <p:ph type="body" idx="1"/>
          </p:nvPr>
        </p:nvSpPr>
        <p:spPr/>
        <p:txBody>
          <a:bodyPr/>
          <a:lstStyle/>
          <a:p>
            <a:r>
              <a:rPr lang="en-US" dirty="0"/>
              <a:t>I'll say, “Oh, I've got some</a:t>
            </a:r>
          </a:p>
          <a:p>
            <a:r>
              <a:rPr lang="en-US" dirty="0"/>
              <a:t>remaining mass, I'll break off V3“</a:t>
            </a:r>
          </a:p>
          <a:p>
            <a:r>
              <a:rPr lang="en-US" dirty="0"/>
              <a:t>and I'll just keep doing this on and on forever.</a:t>
            </a:r>
          </a:p>
        </p:txBody>
      </p:sp>
      <p:sp>
        <p:nvSpPr>
          <p:cNvPr id="4" name="Slide Number Placeholder 3">
            <a:extLst>
              <a:ext uri="{FF2B5EF4-FFF2-40B4-BE49-F238E27FC236}">
                <a16:creationId xmlns:a16="http://schemas.microsoft.com/office/drawing/2014/main" id="{4A757C0B-6682-2CF5-9789-5DF795EBF99A}"/>
              </a:ext>
            </a:extLst>
          </p:cNvPr>
          <p:cNvSpPr>
            <a:spLocks noGrp="1"/>
          </p:cNvSpPr>
          <p:nvPr>
            <p:ph type="sldNum" sz="quarter" idx="5"/>
          </p:nvPr>
        </p:nvSpPr>
        <p:spPr/>
        <p:txBody>
          <a:bodyPr/>
          <a:lstStyle/>
          <a:p>
            <a:fld id="{C17FC81B-8303-B04E-AB27-1375CBF29DD0}" type="slidenum">
              <a:rPr lang="en-US" altLang="en-US" smtClean="0"/>
              <a:pPr/>
              <a:t>81</a:t>
            </a:fld>
            <a:endParaRPr lang="en-US" altLang="en-US"/>
          </a:p>
        </p:txBody>
      </p:sp>
    </p:spTree>
    <p:extLst>
      <p:ext uri="{BB962C8B-B14F-4D97-AF65-F5344CB8AC3E}">
        <p14:creationId xmlns:p14="http://schemas.microsoft.com/office/powerpoint/2010/main" val="36908606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7A3BF-0FB9-34D0-0533-11439B68F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6E418-D66D-426E-EA4D-EF3CD3FE97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1FE10-79A6-C02B-4901-06F0D22F8D28}"/>
              </a:ext>
            </a:extLst>
          </p:cNvPr>
          <p:cNvSpPr>
            <a:spLocks noGrp="1"/>
          </p:cNvSpPr>
          <p:nvPr>
            <p:ph type="body" idx="1"/>
          </p:nvPr>
        </p:nvSpPr>
        <p:spPr/>
        <p:txBody>
          <a:bodyPr/>
          <a:lstStyle/>
          <a:p>
            <a:r>
              <a:rPr lang="en-US" dirty="0"/>
              <a:t>And on the Kth step, I'll break off VK.</a:t>
            </a:r>
          </a:p>
        </p:txBody>
      </p:sp>
      <p:sp>
        <p:nvSpPr>
          <p:cNvPr id="4" name="Slide Number Placeholder 3">
            <a:extLst>
              <a:ext uri="{FF2B5EF4-FFF2-40B4-BE49-F238E27FC236}">
                <a16:creationId xmlns:a16="http://schemas.microsoft.com/office/drawing/2014/main" id="{6FC1FB62-8D87-2D1E-42FF-2EF276BFA1DE}"/>
              </a:ext>
            </a:extLst>
          </p:cNvPr>
          <p:cNvSpPr>
            <a:spLocks noGrp="1"/>
          </p:cNvSpPr>
          <p:nvPr>
            <p:ph type="sldNum" sz="quarter" idx="5"/>
          </p:nvPr>
        </p:nvSpPr>
        <p:spPr/>
        <p:txBody>
          <a:bodyPr/>
          <a:lstStyle/>
          <a:p>
            <a:fld id="{C17FC81B-8303-B04E-AB27-1375CBF29DD0}" type="slidenum">
              <a:rPr lang="en-US" altLang="en-US" smtClean="0"/>
              <a:pPr/>
              <a:t>82</a:t>
            </a:fld>
            <a:endParaRPr lang="en-US" altLang="en-US"/>
          </a:p>
        </p:txBody>
      </p:sp>
    </p:spTree>
    <p:extLst>
      <p:ext uri="{BB962C8B-B14F-4D97-AF65-F5344CB8AC3E}">
        <p14:creationId xmlns:p14="http://schemas.microsoft.com/office/powerpoint/2010/main" val="387479450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1168-DD57-269E-9EC6-87D62F309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415D8E-FAD3-4665-1074-B1385A44CA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1B94B-CB0B-31B2-EB84-0B049A9C7710}"/>
              </a:ext>
            </a:extLst>
          </p:cNvPr>
          <p:cNvSpPr>
            <a:spLocks noGrp="1"/>
          </p:cNvSpPr>
          <p:nvPr>
            <p:ph type="body" idx="1"/>
          </p:nvPr>
        </p:nvSpPr>
        <p:spPr/>
        <p:txBody>
          <a:bodyPr/>
          <a:lstStyle/>
          <a:p>
            <a:r>
              <a:rPr lang="en-US" dirty="0"/>
              <a:t>What I had before the Kth step was </a:t>
            </a:r>
          </a:p>
          <a:p>
            <a:r>
              <a:rPr lang="en-US" dirty="0"/>
              <a:t>This [the project term in </a:t>
            </a:r>
            <a:r>
              <a:rPr lang="en-US" dirty="0" err="1"/>
              <a:t>rho_k</a:t>
            </a:r>
            <a:r>
              <a:rPr lang="en-US" dirty="0"/>
              <a:t>],</a:t>
            </a:r>
          </a:p>
          <a:p>
            <a:r>
              <a:rPr lang="en-US" dirty="0"/>
              <a:t>and then I multiply by VK.</a:t>
            </a:r>
          </a:p>
          <a:p>
            <a:endParaRPr lang="en-US" dirty="0"/>
          </a:p>
          <a:p>
            <a:r>
              <a:rPr lang="en-US" dirty="0"/>
              <a:t>Now questions.</a:t>
            </a:r>
          </a:p>
          <a:p>
            <a:endParaRPr lang="en-US" dirty="0"/>
          </a:p>
          <a:p>
            <a:r>
              <a:rPr lang="en-US" dirty="0"/>
              <a:t>1. How are we going to do this? We have to assume something about a_1 and b_1 in order to make sure these sum to 1. </a:t>
            </a:r>
          </a:p>
        </p:txBody>
      </p:sp>
      <p:sp>
        <p:nvSpPr>
          <p:cNvPr id="4" name="Slide Number Placeholder 3">
            <a:extLst>
              <a:ext uri="{FF2B5EF4-FFF2-40B4-BE49-F238E27FC236}">
                <a16:creationId xmlns:a16="http://schemas.microsoft.com/office/drawing/2014/main" id="{DBFD0969-529C-EF7B-2E54-6C839C7E81F6}"/>
              </a:ext>
            </a:extLst>
          </p:cNvPr>
          <p:cNvSpPr>
            <a:spLocks noGrp="1"/>
          </p:cNvSpPr>
          <p:nvPr>
            <p:ph type="sldNum" sz="quarter" idx="5"/>
          </p:nvPr>
        </p:nvSpPr>
        <p:spPr/>
        <p:txBody>
          <a:bodyPr/>
          <a:lstStyle/>
          <a:p>
            <a:fld id="{C17FC81B-8303-B04E-AB27-1375CBF29DD0}" type="slidenum">
              <a:rPr lang="en-US" altLang="en-US" smtClean="0"/>
              <a:pPr/>
              <a:t>83</a:t>
            </a:fld>
            <a:endParaRPr lang="en-US" altLang="en-US"/>
          </a:p>
        </p:txBody>
      </p:sp>
    </p:spTree>
    <p:extLst>
      <p:ext uri="{BB962C8B-B14F-4D97-AF65-F5344CB8AC3E}">
        <p14:creationId xmlns:p14="http://schemas.microsoft.com/office/powerpoint/2010/main" val="5518463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11101-E528-29DD-F079-F39F7C45A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E427C-C27C-88BA-5DF6-313ABAEA8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64F55-03EC-130C-671A-51C5024D8C08}"/>
              </a:ext>
            </a:extLst>
          </p:cNvPr>
          <p:cNvSpPr>
            <a:spLocks noGrp="1"/>
          </p:cNvSpPr>
          <p:nvPr>
            <p:ph type="body" idx="1"/>
          </p:nvPr>
        </p:nvSpPr>
        <p:spPr/>
        <p:txBody>
          <a:bodyPr/>
          <a:lstStyle/>
          <a:p>
            <a:r>
              <a:rPr lang="en-US" dirty="0"/>
              <a:t>For that,  I will direct you to the reference.</a:t>
            </a:r>
          </a:p>
          <a:p>
            <a:endParaRPr lang="en-US" dirty="0"/>
          </a:p>
          <a:p>
            <a:r>
              <a:rPr lang="en-US" dirty="0"/>
              <a:t>We are going to take one step further. It will be pain in the butt if we have to choose an infinity of these </a:t>
            </a:r>
            <a:r>
              <a:rPr lang="en-US" dirty="0" err="1"/>
              <a:t>a_k</a:t>
            </a:r>
            <a:r>
              <a:rPr lang="en-US" dirty="0"/>
              <a:t> and </a:t>
            </a:r>
            <a:r>
              <a:rPr lang="en-US" dirty="0" err="1"/>
              <a:t>b_k</a:t>
            </a:r>
            <a:r>
              <a:rPr lang="en-US" dirty="0"/>
              <a:t> values. So it would be nicer if we just simplified this drastically, for instance,</a:t>
            </a:r>
          </a:p>
        </p:txBody>
      </p:sp>
      <p:sp>
        <p:nvSpPr>
          <p:cNvPr id="4" name="Slide Number Placeholder 3">
            <a:extLst>
              <a:ext uri="{FF2B5EF4-FFF2-40B4-BE49-F238E27FC236}">
                <a16:creationId xmlns:a16="http://schemas.microsoft.com/office/drawing/2014/main" id="{BB61CA12-4F59-3E58-AE88-F11A78FA12B9}"/>
              </a:ext>
            </a:extLst>
          </p:cNvPr>
          <p:cNvSpPr>
            <a:spLocks noGrp="1"/>
          </p:cNvSpPr>
          <p:nvPr>
            <p:ph type="sldNum" sz="quarter" idx="5"/>
          </p:nvPr>
        </p:nvSpPr>
        <p:spPr/>
        <p:txBody>
          <a:bodyPr/>
          <a:lstStyle/>
          <a:p>
            <a:fld id="{C17FC81B-8303-B04E-AB27-1375CBF29DD0}" type="slidenum">
              <a:rPr lang="en-US" altLang="en-US" smtClean="0"/>
              <a:pPr/>
              <a:t>84</a:t>
            </a:fld>
            <a:endParaRPr lang="en-US" altLang="en-US"/>
          </a:p>
        </p:txBody>
      </p:sp>
    </p:spTree>
    <p:extLst>
      <p:ext uri="{BB962C8B-B14F-4D97-AF65-F5344CB8AC3E}">
        <p14:creationId xmlns:p14="http://schemas.microsoft.com/office/powerpoint/2010/main" val="407482459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0FEE7-4D17-4B15-C3A3-42C389E7A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4D83C-DE85-69F0-FDAD-5DAF4E9CCE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80438-26C6-AABA-B67C-042EBBE659D2}"/>
              </a:ext>
            </a:extLst>
          </p:cNvPr>
          <p:cNvSpPr>
            <a:spLocks noGrp="1"/>
          </p:cNvSpPr>
          <p:nvPr>
            <p:ph type="body" idx="1"/>
          </p:nvPr>
        </p:nvSpPr>
        <p:spPr/>
        <p:txBody>
          <a:bodyPr/>
          <a:lstStyle/>
          <a:p>
            <a:r>
              <a:rPr lang="en-US" dirty="0"/>
              <a:t>by choosing all of the </a:t>
            </a:r>
            <a:r>
              <a:rPr lang="en-US" dirty="0" err="1"/>
              <a:t>a_k’s</a:t>
            </a:r>
            <a:r>
              <a:rPr lang="en-US" dirty="0"/>
              <a:t> to be 1 and all of the </a:t>
            </a:r>
            <a:r>
              <a:rPr lang="en-US" dirty="0" err="1"/>
              <a:t>b_k’s</a:t>
            </a:r>
            <a:r>
              <a:rPr lang="en-US" dirty="0"/>
              <a:t> to be alpha.</a:t>
            </a:r>
          </a:p>
          <a:p>
            <a:r>
              <a:rPr lang="en-US" dirty="0"/>
              <a:t>This vastly simplifies the choice.</a:t>
            </a:r>
          </a:p>
        </p:txBody>
      </p:sp>
      <p:sp>
        <p:nvSpPr>
          <p:cNvPr id="4" name="Slide Number Placeholder 3">
            <a:extLst>
              <a:ext uri="{FF2B5EF4-FFF2-40B4-BE49-F238E27FC236}">
                <a16:creationId xmlns:a16="http://schemas.microsoft.com/office/drawing/2014/main" id="{D903ACA9-ED5C-E4CA-CABD-DD6F541A8F6A}"/>
              </a:ext>
            </a:extLst>
          </p:cNvPr>
          <p:cNvSpPr>
            <a:spLocks noGrp="1"/>
          </p:cNvSpPr>
          <p:nvPr>
            <p:ph type="sldNum" sz="quarter" idx="5"/>
          </p:nvPr>
        </p:nvSpPr>
        <p:spPr/>
        <p:txBody>
          <a:bodyPr/>
          <a:lstStyle/>
          <a:p>
            <a:fld id="{C17FC81B-8303-B04E-AB27-1375CBF29DD0}" type="slidenum">
              <a:rPr lang="en-US" altLang="en-US" smtClean="0"/>
              <a:pPr/>
              <a:t>85</a:t>
            </a:fld>
            <a:endParaRPr lang="en-US" altLang="en-US"/>
          </a:p>
        </p:txBody>
      </p:sp>
    </p:spTree>
    <p:extLst>
      <p:ext uri="{BB962C8B-B14F-4D97-AF65-F5344CB8AC3E}">
        <p14:creationId xmlns:p14="http://schemas.microsoft.com/office/powerpoint/2010/main" val="52412167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42BD3-99BB-F56A-6E64-61D71FD52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A2F32A-BB3E-68C4-AB6A-73B1F0E2F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199C0-198F-CD3E-8658-9D531ADA70CD}"/>
              </a:ext>
            </a:extLst>
          </p:cNvPr>
          <p:cNvSpPr>
            <a:spLocks noGrp="1"/>
          </p:cNvSpPr>
          <p:nvPr>
            <p:ph type="body" idx="1"/>
          </p:nvPr>
        </p:nvSpPr>
        <p:spPr/>
        <p:txBody>
          <a:bodyPr/>
          <a:lstStyle/>
          <a:p>
            <a:r>
              <a:rPr lang="en-US" dirty="0"/>
              <a:t>To be more particular, </a:t>
            </a:r>
          </a:p>
          <a:p>
            <a:endParaRPr lang="en-US" dirty="0"/>
          </a:p>
          <a:p>
            <a:r>
              <a:rPr lang="en-US" dirty="0"/>
              <a:t>the distribution over the </a:t>
            </a:r>
            <a:r>
              <a:rPr lang="en-US" dirty="0" err="1"/>
              <a:t>rhos</a:t>
            </a:r>
            <a:r>
              <a:rPr lang="en-US" dirty="0"/>
              <a:t>, rho-1, rho-2, rho-3,</a:t>
            </a:r>
          </a:p>
          <a:p>
            <a:r>
              <a:rPr lang="en-US" dirty="0"/>
              <a:t>this infinity of </a:t>
            </a:r>
            <a:r>
              <a:rPr lang="en-US" dirty="0" err="1"/>
              <a:t>rhos</a:t>
            </a:r>
            <a:r>
              <a:rPr lang="en-US" dirty="0"/>
              <a:t> ,is known as the GEM (gee-ee-</a:t>
            </a:r>
            <a:r>
              <a:rPr lang="en-US" dirty="0" err="1"/>
              <a:t>em</a:t>
            </a:r>
            <a:r>
              <a:rPr lang="en-US" dirty="0"/>
              <a:t>)</a:t>
            </a:r>
          </a:p>
          <a:p>
            <a:r>
              <a:rPr lang="en-US" dirty="0"/>
              <a:t>distribution when we make this choice </a:t>
            </a:r>
          </a:p>
          <a:p>
            <a:r>
              <a:rPr lang="en-US" dirty="0"/>
              <a:t>after Griffiths, Engen, and McCloskey's very early work in this area.</a:t>
            </a:r>
          </a:p>
          <a:p>
            <a:endParaRPr lang="en-US" dirty="0"/>
          </a:p>
          <a:p>
            <a:endParaRPr lang="en-US" dirty="0"/>
          </a:p>
          <a:p>
            <a:r>
              <a:rPr lang="en-US" dirty="0"/>
              <a:t>Show example 5. </a:t>
            </a:r>
          </a:p>
        </p:txBody>
      </p:sp>
      <p:sp>
        <p:nvSpPr>
          <p:cNvPr id="4" name="Slide Number Placeholder 3">
            <a:extLst>
              <a:ext uri="{FF2B5EF4-FFF2-40B4-BE49-F238E27FC236}">
                <a16:creationId xmlns:a16="http://schemas.microsoft.com/office/drawing/2014/main" id="{D4F1855C-0978-A3F9-5AD5-F0386247EC98}"/>
              </a:ext>
            </a:extLst>
          </p:cNvPr>
          <p:cNvSpPr>
            <a:spLocks noGrp="1"/>
          </p:cNvSpPr>
          <p:nvPr>
            <p:ph type="sldNum" sz="quarter" idx="5"/>
          </p:nvPr>
        </p:nvSpPr>
        <p:spPr/>
        <p:txBody>
          <a:bodyPr/>
          <a:lstStyle/>
          <a:p>
            <a:fld id="{C17FC81B-8303-B04E-AB27-1375CBF29DD0}" type="slidenum">
              <a:rPr lang="en-US" altLang="en-US" smtClean="0"/>
              <a:pPr/>
              <a:t>86</a:t>
            </a:fld>
            <a:endParaRPr lang="en-US" altLang="en-US"/>
          </a:p>
        </p:txBody>
      </p:sp>
    </p:spTree>
    <p:extLst>
      <p:ext uri="{BB962C8B-B14F-4D97-AF65-F5344CB8AC3E}">
        <p14:creationId xmlns:p14="http://schemas.microsoft.com/office/powerpoint/2010/main" val="1518884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83027-4DBD-4514-2797-C34B77B336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75FB4-E4F5-360E-2272-2E3F97454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69A41-5A36-1318-8E21-7BB2A54123D4}"/>
              </a:ext>
            </a:extLst>
          </p:cNvPr>
          <p:cNvSpPr>
            <a:spLocks noGrp="1"/>
          </p:cNvSpPr>
          <p:nvPr>
            <p:ph type="body" idx="1"/>
          </p:nvPr>
        </p:nvSpPr>
        <p:spPr/>
        <p:txBody>
          <a:bodyPr/>
          <a:lstStyle/>
          <a:p>
            <a:r>
              <a:rPr lang="en-US" dirty="0"/>
              <a:t>Okay! Let’s look at GEM distribution.</a:t>
            </a:r>
          </a:p>
          <a:p>
            <a:endParaRPr lang="en-US" dirty="0"/>
          </a:p>
          <a:p>
            <a:r>
              <a:rPr lang="en-US" dirty="0"/>
              <a:t>Show example 5. </a:t>
            </a:r>
          </a:p>
        </p:txBody>
      </p:sp>
      <p:sp>
        <p:nvSpPr>
          <p:cNvPr id="4" name="Slide Number Placeholder 3">
            <a:extLst>
              <a:ext uri="{FF2B5EF4-FFF2-40B4-BE49-F238E27FC236}">
                <a16:creationId xmlns:a16="http://schemas.microsoft.com/office/drawing/2014/main" id="{FD663561-5E56-08DF-5BE8-D09A9E1B4E34}"/>
              </a:ext>
            </a:extLst>
          </p:cNvPr>
          <p:cNvSpPr>
            <a:spLocks noGrp="1"/>
          </p:cNvSpPr>
          <p:nvPr>
            <p:ph type="sldNum" sz="quarter" idx="5"/>
          </p:nvPr>
        </p:nvSpPr>
        <p:spPr/>
        <p:txBody>
          <a:bodyPr/>
          <a:lstStyle/>
          <a:p>
            <a:fld id="{C17FC81B-8303-B04E-AB27-1375CBF29DD0}" type="slidenum">
              <a:rPr lang="en-US" altLang="en-US" smtClean="0"/>
              <a:pPr/>
              <a:t>87</a:t>
            </a:fld>
            <a:endParaRPr lang="en-US" altLang="en-US"/>
          </a:p>
        </p:txBody>
      </p:sp>
    </p:spTree>
    <p:extLst>
      <p:ext uri="{BB962C8B-B14F-4D97-AF65-F5344CB8AC3E}">
        <p14:creationId xmlns:p14="http://schemas.microsoft.com/office/powerpoint/2010/main" val="22141307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So let's talk about how this fits into our mixture model or clustering frame work that we were building up from the beginning.</a:t>
            </a:r>
          </a:p>
          <a:p>
            <a:endParaRPr lang="en-US" dirty="0"/>
          </a:p>
        </p:txBody>
      </p:sp>
      <p:sp>
        <p:nvSpPr>
          <p:cNvPr id="4" name="Slide Number Placeholder 3"/>
          <p:cNvSpPr>
            <a:spLocks noGrp="1"/>
          </p:cNvSpPr>
          <p:nvPr>
            <p:ph type="sldNum" sz="quarter" idx="5"/>
          </p:nvPr>
        </p:nvSpPr>
        <p:spPr/>
        <p:txBody>
          <a:bodyPr/>
          <a:lstStyle/>
          <a:p>
            <a:fld id="{C17FC81B-8303-B04E-AB27-1375CBF29DD0}" type="slidenum">
              <a:rPr lang="en-US" altLang="en-US" smtClean="0"/>
              <a:pPr/>
              <a:t>88</a:t>
            </a:fld>
            <a:endParaRPr lang="en-US" altLang="en-US"/>
          </a:p>
        </p:txBody>
      </p:sp>
    </p:spTree>
    <p:extLst>
      <p:ext uri="{BB962C8B-B14F-4D97-AF65-F5344CB8AC3E}">
        <p14:creationId xmlns:p14="http://schemas.microsoft.com/office/powerpoint/2010/main" val="25496061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FCC0E-5F47-25E0-BD4C-D2B5FD65E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9F4DB-AC5E-39FF-7D56-919A4C9CA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EBB69-4C27-1BD1-F84E-ECC6DB4B5B75}"/>
              </a:ext>
            </a:extLst>
          </p:cNvPr>
          <p:cNvSpPr>
            <a:spLocks noGrp="1"/>
          </p:cNvSpPr>
          <p:nvPr>
            <p:ph type="body" idx="1"/>
          </p:nvPr>
        </p:nvSpPr>
        <p:spPr/>
        <p:txBody>
          <a:bodyPr/>
          <a:lstStyle/>
          <a:p>
            <a:r>
              <a:rPr lang="en-US" dirty="0"/>
              <a:t>Previously, if we have two  clusters, then we draw rho1 and rho2 from a beta distribution. </a:t>
            </a:r>
          </a:p>
        </p:txBody>
      </p:sp>
      <p:sp>
        <p:nvSpPr>
          <p:cNvPr id="4" name="Slide Number Placeholder 3">
            <a:extLst>
              <a:ext uri="{FF2B5EF4-FFF2-40B4-BE49-F238E27FC236}">
                <a16:creationId xmlns:a16="http://schemas.microsoft.com/office/drawing/2014/main" id="{EBB23CDB-6A04-15C0-B6FD-11AD12D4C1DE}"/>
              </a:ext>
            </a:extLst>
          </p:cNvPr>
          <p:cNvSpPr>
            <a:spLocks noGrp="1"/>
          </p:cNvSpPr>
          <p:nvPr>
            <p:ph type="sldNum" sz="quarter" idx="5"/>
          </p:nvPr>
        </p:nvSpPr>
        <p:spPr/>
        <p:txBody>
          <a:bodyPr/>
          <a:lstStyle/>
          <a:p>
            <a:fld id="{C17FC81B-8303-B04E-AB27-1375CBF29DD0}" type="slidenum">
              <a:rPr lang="en-US" altLang="en-US" smtClean="0"/>
              <a:pPr/>
              <a:t>89</a:t>
            </a:fld>
            <a:endParaRPr lang="en-US" altLang="en-US"/>
          </a:p>
        </p:txBody>
      </p:sp>
    </p:spTree>
    <p:extLst>
      <p:ext uri="{BB962C8B-B14F-4D97-AF65-F5344CB8AC3E}">
        <p14:creationId xmlns:p14="http://schemas.microsoft.com/office/powerpoint/2010/main" val="53393968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1F70E-34B7-CD1F-BC72-AA5F7F28F7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F2EAD-E784-E597-E583-DF2F97421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2CE77-4563-FA17-7B3B-5563B440D590}"/>
              </a:ext>
            </a:extLst>
          </p:cNvPr>
          <p:cNvSpPr>
            <a:spLocks noGrp="1"/>
          </p:cNvSpPr>
          <p:nvPr>
            <p:ph type="body" idx="1"/>
          </p:nvPr>
        </p:nvSpPr>
        <p:spPr/>
        <p:txBody>
          <a:bodyPr/>
          <a:lstStyle/>
          <a:p>
            <a:r>
              <a:rPr lang="en-US" dirty="0"/>
              <a:t>If we have K clusters, we will draw them from Dirichlet distribution.</a:t>
            </a:r>
          </a:p>
        </p:txBody>
      </p:sp>
      <p:sp>
        <p:nvSpPr>
          <p:cNvPr id="4" name="Slide Number Placeholder 3">
            <a:extLst>
              <a:ext uri="{FF2B5EF4-FFF2-40B4-BE49-F238E27FC236}">
                <a16:creationId xmlns:a16="http://schemas.microsoft.com/office/drawing/2014/main" id="{2F9D7B03-EF84-DB28-64B0-0864E6D33D1B}"/>
              </a:ext>
            </a:extLst>
          </p:cNvPr>
          <p:cNvSpPr>
            <a:spLocks noGrp="1"/>
          </p:cNvSpPr>
          <p:nvPr>
            <p:ph type="sldNum" sz="quarter" idx="5"/>
          </p:nvPr>
        </p:nvSpPr>
        <p:spPr/>
        <p:txBody>
          <a:bodyPr/>
          <a:lstStyle/>
          <a:p>
            <a:fld id="{C17FC81B-8303-B04E-AB27-1375CBF29DD0}" type="slidenum">
              <a:rPr lang="en-US" altLang="en-US" smtClean="0"/>
              <a:pPr/>
              <a:t>90</a:t>
            </a:fld>
            <a:endParaRPr lang="en-US" altLang="en-US"/>
          </a:p>
        </p:txBody>
      </p:sp>
    </p:spTree>
    <p:extLst>
      <p:ext uri="{BB962C8B-B14F-4D97-AF65-F5344CB8AC3E}">
        <p14:creationId xmlns:p14="http://schemas.microsoft.com/office/powerpoint/2010/main" val="27291011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9259A-CD5E-3FF0-4F60-7BA654322C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D5C99-9DBE-5C73-B05E-85DCE6B47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104F6-5F06-1269-3D32-75DC31FFED48}"/>
              </a:ext>
            </a:extLst>
          </p:cNvPr>
          <p:cNvSpPr>
            <a:spLocks noGrp="1"/>
          </p:cNvSpPr>
          <p:nvPr>
            <p:ph type="body" idx="1"/>
          </p:nvPr>
        </p:nvSpPr>
        <p:spPr/>
        <p:txBody>
          <a:bodyPr/>
          <a:lstStyle/>
          <a:p>
            <a:r>
              <a:rPr lang="en-US" dirty="0"/>
              <a:t>And now we've built up this GEM distribution, </a:t>
            </a:r>
          </a:p>
          <a:p>
            <a:r>
              <a:rPr lang="en-US" dirty="0"/>
              <a:t>which is the generalization of that.</a:t>
            </a:r>
          </a:p>
        </p:txBody>
      </p:sp>
      <p:sp>
        <p:nvSpPr>
          <p:cNvPr id="4" name="Slide Number Placeholder 3">
            <a:extLst>
              <a:ext uri="{FF2B5EF4-FFF2-40B4-BE49-F238E27FC236}">
                <a16:creationId xmlns:a16="http://schemas.microsoft.com/office/drawing/2014/main" id="{22F4DCCC-DE17-0E59-FC23-64DE6B9508AF}"/>
              </a:ext>
            </a:extLst>
          </p:cNvPr>
          <p:cNvSpPr>
            <a:spLocks noGrp="1"/>
          </p:cNvSpPr>
          <p:nvPr>
            <p:ph type="sldNum" sz="quarter" idx="5"/>
          </p:nvPr>
        </p:nvSpPr>
        <p:spPr/>
        <p:txBody>
          <a:bodyPr/>
          <a:lstStyle/>
          <a:p>
            <a:fld id="{C17FC81B-8303-B04E-AB27-1375CBF29DD0}" type="slidenum">
              <a:rPr lang="en-US" altLang="en-US" smtClean="0"/>
              <a:pPr/>
              <a:t>91</a:t>
            </a:fld>
            <a:endParaRPr lang="en-US" altLang="en-US"/>
          </a:p>
        </p:txBody>
      </p:sp>
    </p:spTree>
    <p:extLst>
      <p:ext uri="{BB962C8B-B14F-4D97-AF65-F5344CB8AC3E}">
        <p14:creationId xmlns:p14="http://schemas.microsoft.com/office/powerpoint/2010/main" val="57168398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AACE5-E652-A874-8F6B-ED2D97862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0CD4F-381C-FA4D-3A1C-BB9D6D507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F9E9D-0B64-6429-A890-137162187567}"/>
              </a:ext>
            </a:extLst>
          </p:cNvPr>
          <p:cNvSpPr>
            <a:spLocks noGrp="1"/>
          </p:cNvSpPr>
          <p:nvPr>
            <p:ph type="body" idx="1"/>
          </p:nvPr>
        </p:nvSpPr>
        <p:spPr/>
        <p:txBody>
          <a:bodyPr/>
          <a:lstStyle/>
          <a:p>
            <a:r>
              <a:rPr lang="en-US" dirty="0"/>
              <a:t>We will do the same thing.</a:t>
            </a:r>
          </a:p>
          <a:p>
            <a:r>
              <a:rPr lang="en-US" dirty="0"/>
              <a:t>We'll draw our new Ks, we'll draw an infinity of them.</a:t>
            </a:r>
          </a:p>
          <a:p>
            <a:endParaRPr lang="en-US" dirty="0"/>
          </a:p>
          <a:p>
            <a:endParaRPr lang="en-US" dirty="0"/>
          </a:p>
          <a:p>
            <a:r>
              <a:rPr lang="en-US" dirty="0"/>
              <a:t>Now let's think about what we would do next at this point.</a:t>
            </a:r>
          </a:p>
          <a:p>
            <a:endParaRPr lang="en-US" dirty="0"/>
          </a:p>
          <a:p>
            <a:r>
              <a:rPr lang="en-US" dirty="0"/>
              <a:t>So if we have this collection of means and probabilities, what we would do is we would say, </a:t>
            </a:r>
          </a:p>
          <a:p>
            <a:r>
              <a:rPr lang="en-US" dirty="0"/>
              <a:t>“ Okay, I have my data point</a:t>
            </a:r>
          </a:p>
          <a:p>
            <a:r>
              <a:rPr lang="en-US" dirty="0"/>
              <a:t>And I'm going to draw that data point from cluster two,</a:t>
            </a:r>
          </a:p>
          <a:p>
            <a:r>
              <a:rPr lang="en-US" dirty="0"/>
              <a:t>the probability rho 2, and then I'm going to assign</a:t>
            </a:r>
          </a:p>
          <a:p>
            <a:r>
              <a:rPr lang="en-US" dirty="0"/>
              <a:t>it to the the mu 2 mean.”</a:t>
            </a:r>
          </a:p>
          <a:p>
            <a:endParaRPr lang="en-US" dirty="0"/>
          </a:p>
        </p:txBody>
      </p:sp>
      <p:sp>
        <p:nvSpPr>
          <p:cNvPr id="4" name="Slide Number Placeholder 3">
            <a:extLst>
              <a:ext uri="{FF2B5EF4-FFF2-40B4-BE49-F238E27FC236}">
                <a16:creationId xmlns:a16="http://schemas.microsoft.com/office/drawing/2014/main" id="{28011C08-AB83-7EB0-712B-DD710F99551E}"/>
              </a:ext>
            </a:extLst>
          </p:cNvPr>
          <p:cNvSpPr>
            <a:spLocks noGrp="1"/>
          </p:cNvSpPr>
          <p:nvPr>
            <p:ph type="sldNum" sz="quarter" idx="5"/>
          </p:nvPr>
        </p:nvSpPr>
        <p:spPr/>
        <p:txBody>
          <a:bodyPr/>
          <a:lstStyle/>
          <a:p>
            <a:fld id="{C17FC81B-8303-B04E-AB27-1375CBF29DD0}" type="slidenum">
              <a:rPr lang="en-US" altLang="en-US" smtClean="0"/>
              <a:pPr/>
              <a:t>92</a:t>
            </a:fld>
            <a:endParaRPr lang="en-US" altLang="en-US"/>
          </a:p>
        </p:txBody>
      </p:sp>
    </p:spTree>
    <p:extLst>
      <p:ext uri="{BB962C8B-B14F-4D97-AF65-F5344CB8AC3E}">
        <p14:creationId xmlns:p14="http://schemas.microsoft.com/office/powerpoint/2010/main" val="290137052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180EA-3C70-47CE-8151-C9130C03E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E5543-628B-EEC5-59B9-5093A9615CDD}"/>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a:extLst>
                  <a:ext uri="{FF2B5EF4-FFF2-40B4-BE49-F238E27FC236}">
                    <a16:creationId xmlns:a16="http://schemas.microsoft.com/office/drawing/2014/main" id="{09183932-CED9-0CF2-A164-C9486432633D}"/>
                  </a:ext>
                </a:extLst>
              </p:cNvPr>
              <p:cNvSpPr>
                <a:spLocks noGrp="1"/>
              </p:cNvSpPr>
              <p:nvPr>
                <p:ph type="body" idx="1"/>
              </p:nvPr>
            </p:nvSpPr>
            <p:spPr/>
            <p:txBody>
              <a:bodyPr/>
              <a:lstStyle/>
              <a:p>
                <a:r>
                  <a:rPr lang="en-US" dirty="0"/>
                  <a:t>A completely equivalent way that I could have done</a:t>
                </a:r>
              </a:p>
              <a:p>
                <a:r>
                  <a:rPr lang="en-US" dirty="0"/>
                  <a:t>that would be to say, </a:t>
                </a:r>
              </a:p>
              <a:p>
                <a:endParaRPr lang="en-US" dirty="0"/>
              </a:p>
              <a:p>
                <a:r>
                  <a:rPr lang="en-US" dirty="0"/>
                  <a:t>”Okay, well actually what I'm </a:t>
                </a:r>
                <a:r>
                  <a:rPr lang="en-US" dirty="0" err="1"/>
                  <a:t>gonna</a:t>
                </a:r>
                <a:r>
                  <a:rPr lang="en-US" dirty="0"/>
                  <a:t> do is I'm going to draw it</a:t>
                </a:r>
              </a:p>
              <a:p>
                <a:r>
                  <a:rPr lang="en-US" dirty="0"/>
                  <a:t>from the cluster with mean mu2, with probability rho two”</a:t>
                </a:r>
              </a:p>
              <a:p>
                <a:endParaRPr lang="en-US" dirty="0"/>
              </a:p>
              <a:p>
                <a:r>
                  <a:rPr lang="en-US" dirty="0"/>
                  <a:t>So I could have made a probability distribution that</a:t>
                </a:r>
              </a:p>
              <a:p>
                <a:r>
                  <a:rPr lang="en-US" dirty="0"/>
                  <a:t>puts rho 2 on mu2 rather than separating out choosing two</a:t>
                </a:r>
              </a:p>
              <a:p>
                <a:r>
                  <a:rPr lang="en-US" dirty="0"/>
                  <a:t>with probability rho 2 and then choosing mu2.</a:t>
                </a:r>
              </a:p>
              <a:p>
                <a:endParaRPr lang="en-US" dirty="0"/>
              </a:p>
              <a:p>
                <a:r>
                  <a:rPr lang="en-US" dirty="0"/>
                  <a:t>So if we describe this distribution where we</a:t>
                </a:r>
                <a:r>
                  <a:rPr lang="en-US" baseline="0" dirty="0"/>
                  <a:t> </a:t>
                </a:r>
                <a:r>
                  <a:rPr lang="en-US" dirty="0"/>
                  <a:t>put </a:t>
                </a:r>
              </a:p>
              <a:p>
                <a:r>
                  <a:rPr lang="en-US" dirty="0"/>
                  <a:t>probability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𝜌</m:t>
                        </m:r>
                      </m:e>
                      <m:sub>
                        <m:r>
                          <a:rPr lang="en-US" sz="1200" b="0" i="1" smtClean="0">
                            <a:latin typeface="Cambria Math" panose="02040503050406030204" pitchFamily="18" charset="0"/>
                          </a:rPr>
                          <m:t>1</m:t>
                        </m:r>
                      </m:sub>
                    </m:sSub>
                  </m:oMath>
                </a14:m>
                <a:r>
                  <a:rPr lang="en-US" dirty="0"/>
                  <a:t> on mu1, </a:t>
                </a:r>
              </a:p>
              <a:p>
                <a:r>
                  <a:rPr lang="en-US" dirty="0"/>
                  <a:t>probably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𝜌</m:t>
                        </m:r>
                      </m:e>
                      <m:sub>
                        <m:r>
                          <a:rPr lang="en-US" sz="1200" b="0" i="1" smtClean="0">
                            <a:latin typeface="Cambria Math" panose="02040503050406030204" pitchFamily="18" charset="0"/>
                          </a:rPr>
                          <m:t>2</m:t>
                        </m:r>
                      </m:sub>
                    </m:sSub>
                  </m:oMath>
                </a14:m>
                <a:r>
                  <a:rPr lang="en-US" dirty="0"/>
                  <a:t> on mu2,</a:t>
                </a:r>
              </a:p>
              <a:p>
                <a:r>
                  <a:rPr lang="en-US" dirty="0"/>
                  <a:t>et cetera, </a:t>
                </a:r>
              </a:p>
              <a:p>
                <a:r>
                  <a:rPr lang="en-US" dirty="0"/>
                  <a:t>Which is what I'm saying here,</a:t>
                </a:r>
              </a:p>
              <a:p>
                <a:r>
                  <a:rPr lang="en-US" dirty="0"/>
                  <a:t>we'll take each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𝜌</m:t>
                        </m:r>
                      </m:e>
                      <m:sub>
                        <m:r>
                          <m:rPr>
                            <m:sty m:val="p"/>
                          </m:rPr>
                          <a:rPr lang="en-US" sz="1200" b="0" i="1" smtClean="0">
                            <a:latin typeface="Cambria Math" panose="02040503050406030204" pitchFamily="18" charset="0"/>
                          </a:rPr>
                          <m:t>k</m:t>
                        </m:r>
                      </m:sub>
                    </m:sSub>
                  </m:oMath>
                </a14:m>
                <a:r>
                  <a:rPr lang="en-US" dirty="0"/>
                  <a:t> and put it at the location mu K, this cluster center</a:t>
                </a:r>
              </a:p>
              <a:p>
                <a:endParaRPr lang="en-US" dirty="0"/>
              </a:p>
            </p:txBody>
          </p:sp>
        </mc:Choice>
        <mc:Fallback>
          <p:sp>
            <p:nvSpPr>
              <p:cNvPr id="3" name="Notes Placeholder 2">
                <a:extLst>
                  <a:ext uri="{FF2B5EF4-FFF2-40B4-BE49-F238E27FC236}">
                    <a16:creationId xmlns:a16="http://schemas.microsoft.com/office/drawing/2014/main" id="{09183932-CED9-0CF2-A164-C9486432633D}"/>
                  </a:ext>
                </a:extLst>
              </p:cNvPr>
              <p:cNvSpPr>
                <a:spLocks noGrp="1"/>
              </p:cNvSpPr>
              <p:nvPr>
                <p:ph type="body" idx="1"/>
              </p:nvPr>
            </p:nvSpPr>
            <p:spPr/>
            <p:txBody>
              <a:bodyPr/>
              <a:lstStyle/>
              <a:p>
                <a:r>
                  <a:rPr lang="en-US" dirty="0"/>
                  <a:t>A completely equivalent way that I could have done</a:t>
                </a:r>
              </a:p>
              <a:p>
                <a:r>
                  <a:rPr lang="en-US" dirty="0"/>
                  <a:t>that would be to say, </a:t>
                </a:r>
              </a:p>
              <a:p>
                <a:endParaRPr lang="en-US" dirty="0"/>
              </a:p>
              <a:p>
                <a:r>
                  <a:rPr lang="en-US" dirty="0"/>
                  <a:t>”Okay, well actually what I'm </a:t>
                </a:r>
                <a:r>
                  <a:rPr lang="en-US" dirty="0" err="1"/>
                  <a:t>gonna</a:t>
                </a:r>
                <a:r>
                  <a:rPr lang="en-US" dirty="0"/>
                  <a:t> do is I'm going to draw it</a:t>
                </a:r>
              </a:p>
              <a:p>
                <a:r>
                  <a:rPr lang="en-US" dirty="0"/>
                  <a:t>from the cluster with mean mu2, with probability rho two”</a:t>
                </a:r>
              </a:p>
              <a:p>
                <a:endParaRPr lang="en-US" dirty="0"/>
              </a:p>
              <a:p>
                <a:r>
                  <a:rPr lang="en-US" dirty="0"/>
                  <a:t>So I could have made a probability distribution that</a:t>
                </a:r>
              </a:p>
              <a:p>
                <a:r>
                  <a:rPr lang="en-US" dirty="0"/>
                  <a:t>puts rho 2 on mu2 rather than separating out choosing two</a:t>
                </a:r>
              </a:p>
              <a:p>
                <a:r>
                  <a:rPr lang="en-US" dirty="0"/>
                  <a:t>with probability rho 2 and then choosing mu2.</a:t>
                </a:r>
              </a:p>
              <a:p>
                <a:endParaRPr lang="en-US" dirty="0"/>
              </a:p>
              <a:p>
                <a:r>
                  <a:rPr lang="en-US" dirty="0"/>
                  <a:t>So if we describe this distribution where we</a:t>
                </a:r>
                <a:r>
                  <a:rPr lang="en-US" baseline="0" dirty="0"/>
                  <a:t> </a:t>
                </a:r>
                <a:r>
                  <a:rPr lang="en-US" dirty="0"/>
                  <a:t>put </a:t>
                </a:r>
              </a:p>
              <a:p>
                <a:r>
                  <a:rPr lang="en-US" dirty="0"/>
                  <a:t>probability </a:t>
                </a:r>
                <a:r>
                  <a:rPr lang="en-US" sz="1200" b="0" i="0">
                    <a:latin typeface="Cambria Math" panose="02040503050406030204" pitchFamily="18" charset="0"/>
                  </a:rPr>
                  <a:t>𝜌_1</a:t>
                </a:r>
                <a:r>
                  <a:rPr lang="en-US" dirty="0"/>
                  <a:t> on mu1, </a:t>
                </a:r>
              </a:p>
              <a:p>
                <a:r>
                  <a:rPr lang="en-US" dirty="0"/>
                  <a:t>probably </a:t>
                </a:r>
                <a:r>
                  <a:rPr lang="en-US" sz="1200" b="0" i="0">
                    <a:latin typeface="Cambria Math" panose="02040503050406030204" pitchFamily="18" charset="0"/>
                  </a:rPr>
                  <a:t>𝜌_2</a:t>
                </a:r>
                <a:r>
                  <a:rPr lang="en-US" dirty="0"/>
                  <a:t> on mu2,</a:t>
                </a:r>
              </a:p>
              <a:p>
                <a:r>
                  <a:rPr lang="en-US" dirty="0"/>
                  <a:t>et cetera, </a:t>
                </a:r>
              </a:p>
              <a:p>
                <a:r>
                  <a:rPr lang="en-US" dirty="0"/>
                  <a:t>Which is what I'm saying here,</a:t>
                </a:r>
              </a:p>
              <a:p>
                <a:r>
                  <a:rPr lang="en-US" dirty="0"/>
                  <a:t>we'll take each </a:t>
                </a:r>
                <a:r>
                  <a:rPr lang="en-US" sz="1200" b="0" i="0">
                    <a:latin typeface="Cambria Math" panose="02040503050406030204" pitchFamily="18" charset="0"/>
                  </a:rPr>
                  <a:t>𝜌_k</a:t>
                </a:r>
                <a:r>
                  <a:rPr lang="en-US" dirty="0"/>
                  <a:t> and put it at the location mu K, this cluster center</a:t>
                </a:r>
              </a:p>
              <a:p>
                <a:endParaRPr lang="en-US" dirty="0"/>
              </a:p>
            </p:txBody>
          </p:sp>
        </mc:Fallback>
      </mc:AlternateContent>
      <p:sp>
        <p:nvSpPr>
          <p:cNvPr id="4" name="Slide Number Placeholder 3">
            <a:extLst>
              <a:ext uri="{FF2B5EF4-FFF2-40B4-BE49-F238E27FC236}">
                <a16:creationId xmlns:a16="http://schemas.microsoft.com/office/drawing/2014/main" id="{81F45210-7E06-1F0C-75CD-B53512C29073}"/>
              </a:ext>
            </a:extLst>
          </p:cNvPr>
          <p:cNvSpPr>
            <a:spLocks noGrp="1"/>
          </p:cNvSpPr>
          <p:nvPr>
            <p:ph type="sldNum" sz="quarter" idx="5"/>
          </p:nvPr>
        </p:nvSpPr>
        <p:spPr/>
        <p:txBody>
          <a:bodyPr/>
          <a:lstStyle/>
          <a:p>
            <a:fld id="{C17FC81B-8303-B04E-AB27-1375CBF29DD0}" type="slidenum">
              <a:rPr lang="en-US" altLang="en-US" smtClean="0"/>
              <a:pPr/>
              <a:t>93</a:t>
            </a:fld>
            <a:endParaRPr lang="en-US" altLang="en-US"/>
          </a:p>
        </p:txBody>
      </p:sp>
    </p:spTree>
    <p:extLst>
      <p:ext uri="{BB962C8B-B14F-4D97-AF65-F5344CB8AC3E}">
        <p14:creationId xmlns:p14="http://schemas.microsoft.com/office/powerpoint/2010/main" val="423040879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2674D-FD64-A3F8-9A3D-1CA84EE40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F6A98-B6AD-6591-B31F-927B5CE40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56DFA-A0CB-274A-DCB9-EB9E30C355C4}"/>
              </a:ext>
            </a:extLst>
          </p:cNvPr>
          <p:cNvSpPr>
            <a:spLocks noGrp="1"/>
          </p:cNvSpPr>
          <p:nvPr>
            <p:ph type="body" idx="1"/>
          </p:nvPr>
        </p:nvSpPr>
        <p:spPr/>
        <p:txBody>
          <a:bodyPr/>
          <a:lstStyle/>
          <a:p>
            <a:r>
              <a:rPr lang="en-US" dirty="0"/>
              <a:t>This is actually what’s known as the Dirichlet process.</a:t>
            </a:r>
          </a:p>
          <a:p>
            <a:endParaRPr lang="en-US" dirty="0"/>
          </a:p>
          <a:p>
            <a:r>
              <a:rPr lang="en-US" dirty="0"/>
              <a:t>We technically haven’t described a Dirichlet process up until this point.</a:t>
            </a:r>
          </a:p>
          <a:p>
            <a:r>
              <a:rPr lang="en-US" dirty="0"/>
              <a:t>This is an example of one, the two parameters that it takes are </a:t>
            </a:r>
          </a:p>
          <a:p>
            <a:pPr marL="228600" indent="-228600">
              <a:buAutoNum type="arabicPeriod"/>
            </a:pPr>
            <a:r>
              <a:rPr lang="en-US" dirty="0"/>
              <a:t>the alpha parameter of the GEM, and </a:t>
            </a:r>
          </a:p>
          <a:p>
            <a:pPr marL="228600" indent="-228600">
              <a:buAutoNum type="arabicPeriod"/>
            </a:pPr>
            <a:r>
              <a:rPr lang="en-US" dirty="0"/>
              <a:t>the base measure from which we draw the locations in the probability distribution.</a:t>
            </a:r>
          </a:p>
          <a:p>
            <a:endParaRPr lang="en-US" dirty="0"/>
          </a:p>
          <a:p>
            <a:r>
              <a:rPr lang="en-US" dirty="0"/>
              <a:t>what's going on here is </a:t>
            </a:r>
          </a:p>
          <a:p>
            <a:endParaRPr lang="en-US" dirty="0"/>
          </a:p>
          <a:p>
            <a:r>
              <a:rPr lang="en-US" dirty="0"/>
              <a:t>these two lines,</a:t>
            </a:r>
          </a:p>
          <a:p>
            <a:r>
              <a:rPr lang="en-US" dirty="0"/>
              <a:t>1. the drawing the GEM and </a:t>
            </a:r>
          </a:p>
          <a:p>
            <a:r>
              <a:rPr lang="en-US" dirty="0"/>
              <a:t>2. the drawing these cluster locations </a:t>
            </a:r>
          </a:p>
          <a:p>
            <a:endParaRPr lang="en-US" dirty="0"/>
          </a:p>
          <a:p>
            <a:r>
              <a:rPr lang="en-US" dirty="0"/>
              <a:t>are equivalent to this line where we just draw from a Dirichlet process.</a:t>
            </a:r>
          </a:p>
        </p:txBody>
      </p:sp>
      <p:sp>
        <p:nvSpPr>
          <p:cNvPr id="4" name="Slide Number Placeholder 3">
            <a:extLst>
              <a:ext uri="{FF2B5EF4-FFF2-40B4-BE49-F238E27FC236}">
                <a16:creationId xmlns:a16="http://schemas.microsoft.com/office/drawing/2014/main" id="{269EB507-7255-508D-204B-5F6E427646D1}"/>
              </a:ext>
            </a:extLst>
          </p:cNvPr>
          <p:cNvSpPr>
            <a:spLocks noGrp="1"/>
          </p:cNvSpPr>
          <p:nvPr>
            <p:ph type="sldNum" sz="quarter" idx="5"/>
          </p:nvPr>
        </p:nvSpPr>
        <p:spPr/>
        <p:txBody>
          <a:bodyPr/>
          <a:lstStyle/>
          <a:p>
            <a:fld id="{C17FC81B-8303-B04E-AB27-1375CBF29DD0}" type="slidenum">
              <a:rPr lang="en-US" altLang="en-US" smtClean="0"/>
              <a:pPr/>
              <a:t>94</a:t>
            </a:fld>
            <a:endParaRPr lang="en-US" altLang="en-US"/>
          </a:p>
        </p:txBody>
      </p:sp>
    </p:spTree>
    <p:extLst>
      <p:ext uri="{BB962C8B-B14F-4D97-AF65-F5344CB8AC3E}">
        <p14:creationId xmlns:p14="http://schemas.microsoft.com/office/powerpoint/2010/main" val="404437017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5AC12-ECFA-E81A-B170-A837F2C1E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A691A-1576-2E28-9D13-CDCA53906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25DB1-E335-6117-9C9F-7247A334C691}"/>
              </a:ext>
            </a:extLst>
          </p:cNvPr>
          <p:cNvSpPr>
            <a:spLocks noGrp="1"/>
          </p:cNvSpPr>
          <p:nvPr>
            <p:ph type="body" idx="1"/>
          </p:nvPr>
        </p:nvSpPr>
        <p:spPr/>
        <p:txBody>
          <a:bodyPr/>
          <a:lstStyle/>
          <a:p>
            <a:r>
              <a:rPr lang="en-US" dirty="0"/>
              <a:t>Next up:</a:t>
            </a:r>
          </a:p>
          <a:p>
            <a:endParaRPr lang="en-US" dirty="0"/>
          </a:p>
          <a:p>
            <a:r>
              <a:rPr lang="en-US" dirty="0"/>
              <a:t>Draw categorical from my </a:t>
            </a:r>
            <a:r>
              <a:rPr lang="en-US" dirty="0" err="1"/>
              <a:t>rhos</a:t>
            </a:r>
            <a:r>
              <a:rPr lang="en-US" dirty="0"/>
              <a:t>.</a:t>
            </a:r>
          </a:p>
          <a:p>
            <a:r>
              <a:rPr lang="en-US" dirty="0"/>
              <a:t>To say “this data point belongs to this cluster”</a:t>
            </a:r>
          </a:p>
        </p:txBody>
      </p:sp>
      <p:sp>
        <p:nvSpPr>
          <p:cNvPr id="4" name="Slide Number Placeholder 3">
            <a:extLst>
              <a:ext uri="{FF2B5EF4-FFF2-40B4-BE49-F238E27FC236}">
                <a16:creationId xmlns:a16="http://schemas.microsoft.com/office/drawing/2014/main" id="{B684BC2A-CF4F-7F93-3540-5E9D0F4C383E}"/>
              </a:ext>
            </a:extLst>
          </p:cNvPr>
          <p:cNvSpPr>
            <a:spLocks noGrp="1"/>
          </p:cNvSpPr>
          <p:nvPr>
            <p:ph type="sldNum" sz="quarter" idx="5"/>
          </p:nvPr>
        </p:nvSpPr>
        <p:spPr/>
        <p:txBody>
          <a:bodyPr/>
          <a:lstStyle/>
          <a:p>
            <a:fld id="{C17FC81B-8303-B04E-AB27-1375CBF29DD0}" type="slidenum">
              <a:rPr lang="en-US" altLang="en-US" smtClean="0"/>
              <a:pPr/>
              <a:t>95</a:t>
            </a:fld>
            <a:endParaRPr lang="en-US" altLang="en-US"/>
          </a:p>
        </p:txBody>
      </p:sp>
    </p:spTree>
    <p:extLst>
      <p:ext uri="{BB962C8B-B14F-4D97-AF65-F5344CB8AC3E}">
        <p14:creationId xmlns:p14="http://schemas.microsoft.com/office/powerpoint/2010/main" val="263496964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8FFD3-0D0D-0F0A-CEF5-DEF47F3F8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09F40B-2927-EB80-B475-D8FF4E127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1AB65-A048-A7E3-0F7E-B38AEE1DAF0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I would say,: "Okay, this data point, the Nth data point is going to be somewhere around the mean indexed by </a:t>
            </a:r>
            <a:r>
              <a:rPr lang="en-US" sz="1200" kern="1200" dirty="0" err="1">
                <a:solidFill>
                  <a:schemeClr val="tx1"/>
                </a:solidFill>
                <a:effectLst/>
                <a:latin typeface="+mn-lt"/>
                <a:ea typeface="+mn-ea"/>
                <a:cs typeface="+mn-cs"/>
              </a:rPr>
              <a:t>z_n</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again, just as I said, the top two steps are equivalent to this third step, …</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96150D2-F54B-029C-3341-ECAEAB522EFB}"/>
              </a:ext>
            </a:extLst>
          </p:cNvPr>
          <p:cNvSpPr>
            <a:spLocks noGrp="1"/>
          </p:cNvSpPr>
          <p:nvPr>
            <p:ph type="sldNum" sz="quarter" idx="5"/>
          </p:nvPr>
        </p:nvSpPr>
        <p:spPr/>
        <p:txBody>
          <a:bodyPr/>
          <a:lstStyle/>
          <a:p>
            <a:fld id="{C17FC81B-8303-B04E-AB27-1375CBF29DD0}" type="slidenum">
              <a:rPr lang="en-US" altLang="en-US" smtClean="0"/>
              <a:pPr/>
              <a:t>96</a:t>
            </a:fld>
            <a:endParaRPr lang="en-US" altLang="en-US"/>
          </a:p>
        </p:txBody>
      </p:sp>
    </p:spTree>
    <p:extLst>
      <p:ext uri="{BB962C8B-B14F-4D97-AF65-F5344CB8AC3E}">
        <p14:creationId xmlns:p14="http://schemas.microsoft.com/office/powerpoint/2010/main" val="91217123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4190F-2FA2-BC75-3A4A-959C74B6B6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F1C95-036D-0AAD-0D0D-5BE2AD3A0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6CA8D-A40C-4ADB-C1C5-ECE06790E05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These two steps are equivalent to just making a draw from this distribution saying:  </a:t>
            </a:r>
          </a:p>
          <a:p>
            <a:r>
              <a:rPr lang="en-US" sz="1200" kern="1200" dirty="0">
                <a:solidFill>
                  <a:schemeClr val="tx1"/>
                </a:solidFill>
                <a:effectLst/>
                <a:latin typeface="+mn-lt"/>
                <a:ea typeface="+mn-ea"/>
                <a:cs typeface="+mn-cs"/>
              </a:rPr>
              <a:t>"This data point is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around the mean that I've drawn from this distribution."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And because it's a discrete distribution, I will get those means repeated </a:t>
            </a:r>
            <a:r>
              <a:rPr lang="en-US" sz="1200" kern="1200" dirty="0" err="1">
                <a:solidFill>
                  <a:schemeClr val="tx1"/>
                </a:solidFill>
                <a:effectLst/>
                <a:latin typeface="+mn-lt"/>
                <a:ea typeface="+mn-ea"/>
                <a:cs typeface="+mn-cs"/>
              </a:rPr>
              <a:t>alot</a:t>
            </a:r>
            <a:r>
              <a:rPr lang="en-US" sz="1200" kern="1200" dirty="0">
                <a:solidFill>
                  <a:schemeClr val="tx1"/>
                </a:solidFill>
                <a:effectLst/>
                <a:latin typeface="+mn-lt"/>
                <a:ea typeface="+mn-ea"/>
                <a:cs typeface="+mn-cs"/>
              </a:rPr>
              <a:t>,  and I will get data points in the same cluster.</a:t>
            </a:r>
          </a:p>
        </p:txBody>
      </p:sp>
      <p:sp>
        <p:nvSpPr>
          <p:cNvPr id="4" name="Slide Number Placeholder 3">
            <a:extLst>
              <a:ext uri="{FF2B5EF4-FFF2-40B4-BE49-F238E27FC236}">
                <a16:creationId xmlns:a16="http://schemas.microsoft.com/office/drawing/2014/main" id="{933AD34A-8C9E-2F08-2133-F4CA191758B6}"/>
              </a:ext>
            </a:extLst>
          </p:cNvPr>
          <p:cNvSpPr>
            <a:spLocks noGrp="1"/>
          </p:cNvSpPr>
          <p:nvPr>
            <p:ph type="sldNum" sz="quarter" idx="5"/>
          </p:nvPr>
        </p:nvSpPr>
        <p:spPr/>
        <p:txBody>
          <a:bodyPr/>
          <a:lstStyle/>
          <a:p>
            <a:fld id="{C17FC81B-8303-B04E-AB27-1375CBF29DD0}" type="slidenum">
              <a:rPr lang="en-US" altLang="en-US" smtClean="0"/>
              <a:pPr/>
              <a:t>97</a:t>
            </a:fld>
            <a:endParaRPr lang="en-US" altLang="en-US"/>
          </a:p>
        </p:txBody>
      </p:sp>
    </p:spTree>
    <p:extLst>
      <p:ext uri="{BB962C8B-B14F-4D97-AF65-F5344CB8AC3E}">
        <p14:creationId xmlns:p14="http://schemas.microsoft.com/office/powerpoint/2010/main" val="225999110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02F7D-A1FF-A093-99DE-FEEFFC4F4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C54E7-9D60-05CE-C13C-A8AFC545E3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288DF-4FA0-B4E9-61A8-405378A257E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And then finally I'll draw my data points actually normal around the cluster center to which they were assigned. (Move to next page and show the right bottom plot).</a:t>
            </a:r>
          </a:p>
        </p:txBody>
      </p:sp>
      <p:sp>
        <p:nvSpPr>
          <p:cNvPr id="4" name="Slide Number Placeholder 3">
            <a:extLst>
              <a:ext uri="{FF2B5EF4-FFF2-40B4-BE49-F238E27FC236}">
                <a16:creationId xmlns:a16="http://schemas.microsoft.com/office/drawing/2014/main" id="{C831D7DD-211F-EAE1-713D-374EE02348EC}"/>
              </a:ext>
            </a:extLst>
          </p:cNvPr>
          <p:cNvSpPr>
            <a:spLocks noGrp="1"/>
          </p:cNvSpPr>
          <p:nvPr>
            <p:ph type="sldNum" sz="quarter" idx="5"/>
          </p:nvPr>
        </p:nvSpPr>
        <p:spPr/>
        <p:txBody>
          <a:bodyPr/>
          <a:lstStyle/>
          <a:p>
            <a:fld id="{C17FC81B-8303-B04E-AB27-1375CBF29DD0}" type="slidenum">
              <a:rPr lang="en-US" altLang="en-US" smtClean="0"/>
              <a:pPr/>
              <a:t>98</a:t>
            </a:fld>
            <a:endParaRPr lang="en-US" altLang="en-US"/>
          </a:p>
        </p:txBody>
      </p:sp>
    </p:spTree>
    <p:extLst>
      <p:ext uri="{BB962C8B-B14F-4D97-AF65-F5344CB8AC3E}">
        <p14:creationId xmlns:p14="http://schemas.microsoft.com/office/powerpoint/2010/main" val="43914630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48445-06FD-552D-8233-957C23470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28427-341A-BE31-DA92-585AA038E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0C45A-11AC-BD4F-DF99-233292B0ABD9}"/>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show demo 6. Last one.</a:t>
            </a:r>
          </a:p>
        </p:txBody>
      </p:sp>
      <p:sp>
        <p:nvSpPr>
          <p:cNvPr id="4" name="Slide Number Placeholder 3">
            <a:extLst>
              <a:ext uri="{FF2B5EF4-FFF2-40B4-BE49-F238E27FC236}">
                <a16:creationId xmlns:a16="http://schemas.microsoft.com/office/drawing/2014/main" id="{134F52FE-4913-D4A1-5D20-6BDF35732BE8}"/>
              </a:ext>
            </a:extLst>
          </p:cNvPr>
          <p:cNvSpPr>
            <a:spLocks noGrp="1"/>
          </p:cNvSpPr>
          <p:nvPr>
            <p:ph type="sldNum" sz="quarter" idx="5"/>
          </p:nvPr>
        </p:nvSpPr>
        <p:spPr/>
        <p:txBody>
          <a:bodyPr/>
          <a:lstStyle/>
          <a:p>
            <a:fld id="{C17FC81B-8303-B04E-AB27-1375CBF29DD0}" type="slidenum">
              <a:rPr lang="en-US" altLang="en-US" smtClean="0"/>
              <a:pPr/>
              <a:t>99</a:t>
            </a:fld>
            <a:endParaRPr lang="en-US" altLang="en-US"/>
          </a:p>
        </p:txBody>
      </p:sp>
    </p:spTree>
    <p:extLst>
      <p:ext uri="{BB962C8B-B14F-4D97-AF65-F5344CB8AC3E}">
        <p14:creationId xmlns:p14="http://schemas.microsoft.com/office/powerpoint/2010/main" val="1288926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75360" y="3023616"/>
            <a:ext cx="11054080" cy="2048255"/>
          </a:xfrm>
          <a:prstGeom prst="rect">
            <a:avLst/>
          </a:prstGeom>
        </p:spPr>
        <p:txBody>
          <a:bodyPr/>
          <a:lstStyle>
            <a:lvl1pPr>
              <a:defRPr sz="6500" b="0"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a:lstStyle>
            <a:lvl1pPr>
              <a:defRPr sz="3550" b="0" i="0">
                <a:solidFill>
                  <a:schemeClr val="tx1"/>
                </a:solidFill>
                <a:latin typeface="Cambria"/>
                <a:cs typeface="Cambria"/>
              </a:defRPr>
            </a:lvl1pPr>
          </a:lstStyle>
          <a:p>
            <a:endParaRPr/>
          </a:p>
        </p:txBody>
      </p:sp>
      <p:sp>
        <p:nvSpPr>
          <p:cNvPr id="4" name="Holder 6">
            <a:extLst>
              <a:ext uri="{FF2B5EF4-FFF2-40B4-BE49-F238E27FC236}">
                <a16:creationId xmlns:a16="http://schemas.microsoft.com/office/drawing/2014/main" id="{54024F24-8EC7-E096-BFED-D8AA9D3F5E37}"/>
              </a:ext>
            </a:extLst>
          </p:cNvPr>
          <p:cNvSpPr>
            <a:spLocks noGrp="1"/>
          </p:cNvSpPr>
          <p:nvPr>
            <p:ph type="sldNum" sz="quarter" idx="10"/>
          </p:nvPr>
        </p:nvSpPr>
        <p:spPr/>
        <p:txBody>
          <a:bodyPr/>
          <a:lstStyle>
            <a:lvl1pPr>
              <a:defRPr/>
            </a:lvl1pPr>
          </a:lstStyle>
          <a:p>
            <a:fld id="{6DF6B088-1E1D-B74A-9A3F-D0A3854158FF}" type="slidenum">
              <a:rPr lang="ru-RU" altLang="en-US"/>
              <a:pPr/>
              <a:t>‹#›</a:t>
            </a:fld>
            <a:endParaRPr lang="ru-RU" altLang="en-US"/>
          </a:p>
        </p:txBody>
      </p:sp>
      <p:sp>
        <p:nvSpPr>
          <p:cNvPr id="5" name="Holder 4">
            <a:extLst>
              <a:ext uri="{FF2B5EF4-FFF2-40B4-BE49-F238E27FC236}">
                <a16:creationId xmlns:a16="http://schemas.microsoft.com/office/drawing/2014/main" id="{D401E694-1B98-8FD5-F825-E7646BCAADB6}"/>
              </a:ext>
            </a:extLst>
          </p:cNvPr>
          <p:cNvSpPr>
            <a:spLocks noGrp="1" noChangeArrowheads="1"/>
          </p:cNvSpPr>
          <p:nvPr>
            <p:ph type="ftr" sz="quarter" idx="11"/>
          </p:nvPr>
        </p:nvSpPr>
        <p:spPr/>
        <p:txBody>
          <a:bodyPr/>
          <a:lstStyle>
            <a:lvl1pPr>
              <a:defRPr/>
            </a:lvl1pPr>
          </a:lstStyle>
          <a:p>
            <a:endParaRPr lang="en-US" altLang="en-US"/>
          </a:p>
        </p:txBody>
      </p:sp>
      <p:sp>
        <p:nvSpPr>
          <p:cNvPr id="6" name="Holder 5">
            <a:extLst>
              <a:ext uri="{FF2B5EF4-FFF2-40B4-BE49-F238E27FC236}">
                <a16:creationId xmlns:a16="http://schemas.microsoft.com/office/drawing/2014/main" id="{D8EFC62C-20DF-A9A9-C466-77B92E64D794}"/>
              </a:ext>
            </a:extLst>
          </p:cNvPr>
          <p:cNvSpPr>
            <a:spLocks noGrp="1" noChangeArrowheads="1"/>
          </p:cNvSpPr>
          <p:nvPr>
            <p:ph type="dt" sz="half" idx="12"/>
          </p:nvPr>
        </p:nvSpPr>
        <p:spPr/>
        <p:txBody>
          <a:bodyPr/>
          <a:lstStyle>
            <a:lvl1pPr>
              <a:defRPr/>
            </a:lvl1pPr>
          </a:lstStyle>
          <a:p>
            <a:fld id="{68618849-ED83-0645-99AF-619A664F3DD1}" type="datetime1">
              <a:rPr lang="en-US" altLang="en-US"/>
              <a:pPr/>
              <a:t>1/13/26</a:t>
            </a:fld>
            <a:endParaRPr lang="en-US" altLang="en-US"/>
          </a:p>
        </p:txBody>
      </p:sp>
    </p:spTree>
    <p:extLst>
      <p:ext uri="{BB962C8B-B14F-4D97-AF65-F5344CB8AC3E}">
        <p14:creationId xmlns:p14="http://schemas.microsoft.com/office/powerpoint/2010/main" val="377433296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684058" y="261756"/>
            <a:ext cx="9878695" cy="1016000"/>
          </a:xfrm>
        </p:spPr>
        <p:txBody>
          <a:bodyPr/>
          <a:lstStyle>
            <a:lvl1pPr>
              <a:defRPr sz="6500" b="0" i="0">
                <a:solidFill>
                  <a:schemeClr val="tx1"/>
                </a:solidFill>
                <a:latin typeface="Arial"/>
                <a:cs typeface="Arial"/>
              </a:defRPr>
            </a:lvl1pPr>
          </a:lstStyle>
          <a:p>
            <a:endParaRPr/>
          </a:p>
        </p:txBody>
      </p:sp>
      <p:sp>
        <p:nvSpPr>
          <p:cNvPr id="3" name="Holder 3"/>
          <p:cNvSpPr>
            <a:spLocks noGrp="1"/>
          </p:cNvSpPr>
          <p:nvPr>
            <p:ph type="body" idx="1"/>
          </p:nvPr>
        </p:nvSpPr>
        <p:spPr>
          <a:xfrm>
            <a:off x="884742" y="1617685"/>
            <a:ext cx="11235314" cy="5001895"/>
          </a:xfrm>
        </p:spPr>
        <p:txBody>
          <a:bodyPr/>
          <a:lstStyle>
            <a:lvl1pPr>
              <a:defRPr sz="3550" b="0" i="0">
                <a:solidFill>
                  <a:schemeClr val="tx1"/>
                </a:solidFill>
                <a:latin typeface="Cambria"/>
                <a:cs typeface="Cambria"/>
              </a:defRPr>
            </a:lvl1pPr>
          </a:lstStyle>
          <a:p>
            <a:endParaRPr/>
          </a:p>
        </p:txBody>
      </p:sp>
      <p:sp>
        <p:nvSpPr>
          <p:cNvPr id="4" name="Holder 4">
            <a:extLst>
              <a:ext uri="{FF2B5EF4-FFF2-40B4-BE49-F238E27FC236}">
                <a16:creationId xmlns:a16="http://schemas.microsoft.com/office/drawing/2014/main" id="{DA77D1A9-FC33-B04A-F86E-850367CB5EBA}"/>
              </a:ext>
            </a:extLst>
          </p:cNvPr>
          <p:cNvSpPr>
            <a:spLocks noGrp="1" noChangeArrowheads="1"/>
          </p:cNvSpPr>
          <p:nvPr>
            <p:ph type="ftr" sz="quarter" idx="10"/>
          </p:nvPr>
        </p:nvSpPr>
        <p:spPr/>
        <p:txBody>
          <a:bodyPr/>
          <a:lstStyle>
            <a:lvl1pPr>
              <a:defRPr/>
            </a:lvl1pPr>
          </a:lstStyle>
          <a:p>
            <a:endParaRPr lang="en-US" altLang="en-US"/>
          </a:p>
        </p:txBody>
      </p:sp>
      <p:sp>
        <p:nvSpPr>
          <p:cNvPr id="5" name="Holder 5">
            <a:extLst>
              <a:ext uri="{FF2B5EF4-FFF2-40B4-BE49-F238E27FC236}">
                <a16:creationId xmlns:a16="http://schemas.microsoft.com/office/drawing/2014/main" id="{605953A1-07D8-8929-D826-1D1DADBCEEB9}"/>
              </a:ext>
            </a:extLst>
          </p:cNvPr>
          <p:cNvSpPr>
            <a:spLocks noGrp="1" noChangeArrowheads="1"/>
          </p:cNvSpPr>
          <p:nvPr>
            <p:ph type="dt" sz="half" idx="11"/>
          </p:nvPr>
        </p:nvSpPr>
        <p:spPr/>
        <p:txBody>
          <a:bodyPr/>
          <a:lstStyle>
            <a:lvl1pPr>
              <a:defRPr/>
            </a:lvl1pPr>
          </a:lstStyle>
          <a:p>
            <a:fld id="{88A73375-9DDC-4C48-BF75-DF1482523E0F}" type="datetime1">
              <a:rPr lang="en-US" altLang="en-US"/>
              <a:pPr/>
              <a:t>1/13/26</a:t>
            </a:fld>
            <a:endParaRPr lang="en-US" altLang="en-US"/>
          </a:p>
        </p:txBody>
      </p:sp>
      <p:sp>
        <p:nvSpPr>
          <p:cNvPr id="6" name="Holder 6">
            <a:extLst>
              <a:ext uri="{FF2B5EF4-FFF2-40B4-BE49-F238E27FC236}">
                <a16:creationId xmlns:a16="http://schemas.microsoft.com/office/drawing/2014/main" id="{5DAF0FE0-926B-1CE7-3271-3A2BEAF2F4DD}"/>
              </a:ext>
            </a:extLst>
          </p:cNvPr>
          <p:cNvSpPr>
            <a:spLocks noGrp="1"/>
          </p:cNvSpPr>
          <p:nvPr>
            <p:ph type="sldNum" sz="quarter" idx="12"/>
          </p:nvPr>
        </p:nvSpPr>
        <p:spPr/>
        <p:txBody>
          <a:bodyPr/>
          <a:lstStyle>
            <a:lvl1pPr>
              <a:defRPr/>
            </a:lvl1pPr>
          </a:lstStyle>
          <a:p>
            <a:fld id="{72C9654C-C780-2446-ACB1-31D8EE93897A}" type="slidenum">
              <a:rPr lang="ru-RU" altLang="en-US"/>
              <a:pPr/>
              <a:t>‹#›</a:t>
            </a:fld>
            <a:endParaRPr lang="ru-RU" altLang="en-US"/>
          </a:p>
        </p:txBody>
      </p:sp>
    </p:spTree>
    <p:extLst>
      <p:ext uri="{BB962C8B-B14F-4D97-AF65-F5344CB8AC3E}">
        <p14:creationId xmlns:p14="http://schemas.microsoft.com/office/powerpoint/2010/main" val="138492276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84058" y="261756"/>
            <a:ext cx="9878695" cy="1016000"/>
          </a:xfrm>
        </p:spPr>
        <p:txBody>
          <a:bodyPr/>
          <a:lstStyle>
            <a:lvl1pPr>
              <a:defRPr sz="65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a:lstStyle>
            <a:lvl1pPr>
              <a:defRPr/>
            </a:lvl1pPr>
          </a:lstStyle>
          <a:p>
            <a:endParaRPr/>
          </a:p>
        </p:txBody>
      </p:sp>
      <p:sp>
        <p:nvSpPr>
          <p:cNvPr id="5" name="Holder 7">
            <a:extLst>
              <a:ext uri="{FF2B5EF4-FFF2-40B4-BE49-F238E27FC236}">
                <a16:creationId xmlns:a16="http://schemas.microsoft.com/office/drawing/2014/main" id="{DC0AB680-6841-39BF-75B4-30B0BC30E60F}"/>
              </a:ext>
            </a:extLst>
          </p:cNvPr>
          <p:cNvSpPr>
            <a:spLocks noGrp="1"/>
          </p:cNvSpPr>
          <p:nvPr>
            <p:ph type="sldNum" sz="quarter" idx="10"/>
          </p:nvPr>
        </p:nvSpPr>
        <p:spPr/>
        <p:txBody>
          <a:bodyPr/>
          <a:lstStyle>
            <a:lvl1pPr>
              <a:defRPr/>
            </a:lvl1pPr>
          </a:lstStyle>
          <a:p>
            <a:fld id="{D3490229-1838-5B48-B186-F34869945F54}" type="slidenum">
              <a:rPr lang="ru-RU" altLang="en-US"/>
              <a:pPr/>
              <a:t>‹#›</a:t>
            </a:fld>
            <a:endParaRPr lang="ru-RU" altLang="en-US"/>
          </a:p>
        </p:txBody>
      </p:sp>
      <p:sp>
        <p:nvSpPr>
          <p:cNvPr id="6" name="Holder 5">
            <a:extLst>
              <a:ext uri="{FF2B5EF4-FFF2-40B4-BE49-F238E27FC236}">
                <a16:creationId xmlns:a16="http://schemas.microsoft.com/office/drawing/2014/main" id="{27A71E28-0F4D-8443-1810-05130648B141}"/>
              </a:ext>
            </a:extLst>
          </p:cNvPr>
          <p:cNvSpPr>
            <a:spLocks noGrp="1" noChangeArrowheads="1"/>
          </p:cNvSpPr>
          <p:nvPr>
            <p:ph type="ftr" sz="quarter" idx="11"/>
          </p:nvPr>
        </p:nvSpPr>
        <p:spPr/>
        <p:txBody>
          <a:bodyPr/>
          <a:lstStyle>
            <a:lvl1pPr>
              <a:defRPr/>
            </a:lvl1pPr>
          </a:lstStyle>
          <a:p>
            <a:endParaRPr lang="en-US" altLang="en-US"/>
          </a:p>
        </p:txBody>
      </p:sp>
      <p:sp>
        <p:nvSpPr>
          <p:cNvPr id="7" name="Holder 6">
            <a:extLst>
              <a:ext uri="{FF2B5EF4-FFF2-40B4-BE49-F238E27FC236}">
                <a16:creationId xmlns:a16="http://schemas.microsoft.com/office/drawing/2014/main" id="{12876F47-E92C-D5D5-E110-41CC451B63E4}"/>
              </a:ext>
            </a:extLst>
          </p:cNvPr>
          <p:cNvSpPr>
            <a:spLocks noGrp="1" noChangeArrowheads="1"/>
          </p:cNvSpPr>
          <p:nvPr>
            <p:ph type="dt" sz="half" idx="12"/>
          </p:nvPr>
        </p:nvSpPr>
        <p:spPr/>
        <p:txBody>
          <a:bodyPr/>
          <a:lstStyle>
            <a:lvl1pPr>
              <a:defRPr/>
            </a:lvl1pPr>
          </a:lstStyle>
          <a:p>
            <a:fld id="{1712CFB7-C456-3142-BDF1-9BD1B0303BF4}" type="datetime1">
              <a:rPr lang="en-US" altLang="en-US"/>
              <a:pPr/>
              <a:t>1/13/26</a:t>
            </a:fld>
            <a:endParaRPr lang="en-US" altLang="en-US"/>
          </a:p>
        </p:txBody>
      </p:sp>
    </p:spTree>
    <p:extLst>
      <p:ext uri="{BB962C8B-B14F-4D97-AF65-F5344CB8AC3E}">
        <p14:creationId xmlns:p14="http://schemas.microsoft.com/office/powerpoint/2010/main" val="90360218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684058" y="261756"/>
            <a:ext cx="9878695" cy="1016000"/>
          </a:xfrm>
        </p:spPr>
        <p:txBody>
          <a:bodyPr/>
          <a:lstStyle>
            <a:lvl1pPr>
              <a:defRPr sz="6500" b="0" i="0">
                <a:solidFill>
                  <a:schemeClr val="tx1"/>
                </a:solidFill>
                <a:latin typeface="Arial"/>
                <a:cs typeface="Arial"/>
              </a:defRPr>
            </a:lvl1pPr>
          </a:lstStyle>
          <a:p>
            <a:endParaRPr/>
          </a:p>
        </p:txBody>
      </p:sp>
      <p:sp>
        <p:nvSpPr>
          <p:cNvPr id="3" name="Holder 4">
            <a:extLst>
              <a:ext uri="{FF2B5EF4-FFF2-40B4-BE49-F238E27FC236}">
                <a16:creationId xmlns:a16="http://schemas.microsoft.com/office/drawing/2014/main" id="{9EA620D7-2D4C-9D5C-3CED-7ECEF1D7ED63}"/>
              </a:ext>
            </a:extLst>
          </p:cNvPr>
          <p:cNvSpPr>
            <a:spLocks noGrp="1" noChangeArrowheads="1"/>
          </p:cNvSpPr>
          <p:nvPr>
            <p:ph type="ftr" sz="quarter" idx="10"/>
          </p:nvPr>
        </p:nvSpPr>
        <p:spPr/>
        <p:txBody>
          <a:bodyPr/>
          <a:lstStyle>
            <a:lvl1pPr>
              <a:defRPr/>
            </a:lvl1pPr>
          </a:lstStyle>
          <a:p>
            <a:endParaRPr lang="en-US" altLang="en-US"/>
          </a:p>
        </p:txBody>
      </p:sp>
      <p:sp>
        <p:nvSpPr>
          <p:cNvPr id="4" name="Holder 5">
            <a:extLst>
              <a:ext uri="{FF2B5EF4-FFF2-40B4-BE49-F238E27FC236}">
                <a16:creationId xmlns:a16="http://schemas.microsoft.com/office/drawing/2014/main" id="{2B489501-B333-20CE-40D6-9FABE4050ED8}"/>
              </a:ext>
            </a:extLst>
          </p:cNvPr>
          <p:cNvSpPr>
            <a:spLocks noGrp="1" noChangeArrowheads="1"/>
          </p:cNvSpPr>
          <p:nvPr>
            <p:ph type="dt" sz="half" idx="11"/>
          </p:nvPr>
        </p:nvSpPr>
        <p:spPr/>
        <p:txBody>
          <a:bodyPr/>
          <a:lstStyle>
            <a:lvl1pPr>
              <a:defRPr/>
            </a:lvl1pPr>
          </a:lstStyle>
          <a:p>
            <a:fld id="{CA8A312E-8158-0A4C-864F-1E90C26E0D74}" type="datetime1">
              <a:rPr lang="en-US" altLang="en-US"/>
              <a:pPr/>
              <a:t>1/13/26</a:t>
            </a:fld>
            <a:endParaRPr lang="en-US" altLang="en-US"/>
          </a:p>
        </p:txBody>
      </p:sp>
      <p:sp>
        <p:nvSpPr>
          <p:cNvPr id="5" name="Holder 6">
            <a:extLst>
              <a:ext uri="{FF2B5EF4-FFF2-40B4-BE49-F238E27FC236}">
                <a16:creationId xmlns:a16="http://schemas.microsoft.com/office/drawing/2014/main" id="{9861FC46-0903-FFF4-7772-CC991B1C8FAE}"/>
              </a:ext>
            </a:extLst>
          </p:cNvPr>
          <p:cNvSpPr>
            <a:spLocks noGrp="1"/>
          </p:cNvSpPr>
          <p:nvPr>
            <p:ph type="sldNum" sz="quarter" idx="12"/>
          </p:nvPr>
        </p:nvSpPr>
        <p:spPr/>
        <p:txBody>
          <a:bodyPr/>
          <a:lstStyle>
            <a:lvl1pPr>
              <a:defRPr/>
            </a:lvl1pPr>
          </a:lstStyle>
          <a:p>
            <a:fld id="{D5D353AB-D510-9A41-8BC4-390B34A3BC0E}" type="slidenum">
              <a:rPr lang="ru-RU" altLang="en-US"/>
              <a:pPr/>
              <a:t>‹#›</a:t>
            </a:fld>
            <a:endParaRPr lang="ru-RU" altLang="en-US"/>
          </a:p>
        </p:txBody>
      </p:sp>
    </p:spTree>
    <p:extLst>
      <p:ext uri="{BB962C8B-B14F-4D97-AF65-F5344CB8AC3E}">
        <p14:creationId xmlns:p14="http://schemas.microsoft.com/office/powerpoint/2010/main" val="234703041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4">
            <a:extLst>
              <a:ext uri="{FF2B5EF4-FFF2-40B4-BE49-F238E27FC236}">
                <a16:creationId xmlns:a16="http://schemas.microsoft.com/office/drawing/2014/main" id="{4F7B62E3-883A-B8AB-B29E-5AB4B63BA7BC}"/>
              </a:ext>
            </a:extLst>
          </p:cNvPr>
          <p:cNvSpPr>
            <a:spLocks noGrp="1" noChangeArrowheads="1"/>
          </p:cNvSpPr>
          <p:nvPr>
            <p:ph type="ftr" sz="quarter" idx="10"/>
          </p:nvPr>
        </p:nvSpPr>
        <p:spPr/>
        <p:txBody>
          <a:bodyPr/>
          <a:lstStyle>
            <a:lvl1pPr>
              <a:defRPr/>
            </a:lvl1pPr>
          </a:lstStyle>
          <a:p>
            <a:endParaRPr lang="en-US" altLang="en-US"/>
          </a:p>
        </p:txBody>
      </p:sp>
      <p:sp>
        <p:nvSpPr>
          <p:cNvPr id="3" name="Holder 5">
            <a:extLst>
              <a:ext uri="{FF2B5EF4-FFF2-40B4-BE49-F238E27FC236}">
                <a16:creationId xmlns:a16="http://schemas.microsoft.com/office/drawing/2014/main" id="{519C9954-97FE-CCBC-5766-BF59B431FA71}"/>
              </a:ext>
            </a:extLst>
          </p:cNvPr>
          <p:cNvSpPr>
            <a:spLocks noGrp="1" noChangeArrowheads="1"/>
          </p:cNvSpPr>
          <p:nvPr>
            <p:ph type="dt" sz="half" idx="11"/>
          </p:nvPr>
        </p:nvSpPr>
        <p:spPr/>
        <p:txBody>
          <a:bodyPr/>
          <a:lstStyle>
            <a:lvl1pPr>
              <a:defRPr/>
            </a:lvl1pPr>
          </a:lstStyle>
          <a:p>
            <a:fld id="{C64FC7B5-667D-CC42-95A0-414A0703BA57}" type="datetime1">
              <a:rPr lang="en-US" altLang="en-US"/>
              <a:pPr/>
              <a:t>1/13/26</a:t>
            </a:fld>
            <a:endParaRPr lang="en-US" altLang="en-US"/>
          </a:p>
        </p:txBody>
      </p:sp>
      <p:sp>
        <p:nvSpPr>
          <p:cNvPr id="4" name="Holder 6">
            <a:extLst>
              <a:ext uri="{FF2B5EF4-FFF2-40B4-BE49-F238E27FC236}">
                <a16:creationId xmlns:a16="http://schemas.microsoft.com/office/drawing/2014/main" id="{2A387CE1-E191-36FB-F52E-3304CA33F3B1}"/>
              </a:ext>
            </a:extLst>
          </p:cNvPr>
          <p:cNvSpPr>
            <a:spLocks noGrp="1"/>
          </p:cNvSpPr>
          <p:nvPr>
            <p:ph type="sldNum" sz="quarter" idx="12"/>
          </p:nvPr>
        </p:nvSpPr>
        <p:spPr/>
        <p:txBody>
          <a:bodyPr/>
          <a:lstStyle>
            <a:lvl1pPr>
              <a:defRPr/>
            </a:lvl1pPr>
          </a:lstStyle>
          <a:p>
            <a:fld id="{0BC0D5E4-8944-5048-91C5-4A5336C0CCC7}" type="slidenum">
              <a:rPr lang="ru-RU" altLang="en-US"/>
              <a:pPr/>
              <a:t>‹#›</a:t>
            </a:fld>
            <a:endParaRPr lang="ru-RU" altLang="en-US"/>
          </a:p>
        </p:txBody>
      </p:sp>
    </p:spTree>
    <p:extLst>
      <p:ext uri="{BB962C8B-B14F-4D97-AF65-F5344CB8AC3E}">
        <p14:creationId xmlns:p14="http://schemas.microsoft.com/office/powerpoint/2010/main" val="1589718444"/>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a:extLst>
              <a:ext uri="{FF2B5EF4-FFF2-40B4-BE49-F238E27FC236}">
                <a16:creationId xmlns:a16="http://schemas.microsoft.com/office/drawing/2014/main" id="{0DB53BA8-9DD6-9F7B-13B9-D12AE56AE4E9}"/>
              </a:ext>
            </a:extLst>
          </p:cNvPr>
          <p:cNvSpPr>
            <a:spLocks noGrp="1" noChangeArrowheads="1"/>
          </p:cNvSpPr>
          <p:nvPr>
            <p:ph type="title"/>
          </p:nvPr>
        </p:nvSpPr>
        <p:spPr bwMode="auto">
          <a:xfrm>
            <a:off x="684213" y="261938"/>
            <a:ext cx="98790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7" name="Holder 3">
            <a:extLst>
              <a:ext uri="{FF2B5EF4-FFF2-40B4-BE49-F238E27FC236}">
                <a16:creationId xmlns:a16="http://schemas.microsoft.com/office/drawing/2014/main" id="{2458DC1B-594F-3467-CE2E-D2FD2B4E7A8D}"/>
              </a:ext>
            </a:extLst>
          </p:cNvPr>
          <p:cNvSpPr>
            <a:spLocks noGrp="1" noChangeArrowheads="1"/>
          </p:cNvSpPr>
          <p:nvPr>
            <p:ph type="body" idx="1"/>
          </p:nvPr>
        </p:nvSpPr>
        <p:spPr bwMode="auto">
          <a:xfrm>
            <a:off x="884238" y="1617663"/>
            <a:ext cx="11234737" cy="500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8" name="Holder 4">
            <a:extLst>
              <a:ext uri="{FF2B5EF4-FFF2-40B4-BE49-F238E27FC236}">
                <a16:creationId xmlns:a16="http://schemas.microsoft.com/office/drawing/2014/main" id="{85309452-CFDB-3774-0FCF-CBD8C2672561}"/>
              </a:ext>
            </a:extLst>
          </p:cNvPr>
          <p:cNvSpPr>
            <a:spLocks noGrp="1" noChangeArrowheads="1"/>
          </p:cNvSpPr>
          <p:nvPr>
            <p:ph type="ftr" sz="quarter" idx="3"/>
          </p:nvPr>
        </p:nvSpPr>
        <p:spPr bwMode="auto">
          <a:xfrm>
            <a:off x="4421188" y="9070975"/>
            <a:ext cx="4160837" cy="487363"/>
          </a:xfrm>
          <a:prstGeom prst="rect">
            <a:avLst/>
          </a:prstGeom>
          <a:noFill/>
          <a:ln>
            <a:noFill/>
          </a:ln>
        </p:spPr>
        <p:txBody>
          <a:bodyPr vert="horz" wrap="square" lIns="0" tIns="0" rIns="0" bIns="0" numCol="1" anchor="t" anchorCtr="0" compatLnSpc="1">
            <a:prstTxWarp prst="textNoShape">
              <a:avLst/>
            </a:prstTxWarp>
            <a:spAutoFit/>
          </a:bodyPr>
          <a:lstStyle>
            <a:lvl1pPr algn="ctr" eaLnBrk="1" hangingPunct="1">
              <a:buSzPct val="100000"/>
              <a:buFont typeface="Calibri" panose="020F0502020204030204" pitchFamily="34" charset="0"/>
              <a:buNone/>
              <a:defRPr>
                <a:solidFill>
                  <a:srgbClr val="898989"/>
                </a:solidFill>
              </a:defRPr>
            </a:lvl1pPr>
          </a:lstStyle>
          <a:p>
            <a:endParaRPr lang="en-US" altLang="en-US"/>
          </a:p>
        </p:txBody>
      </p:sp>
      <p:sp>
        <p:nvSpPr>
          <p:cNvPr id="1029" name="Holder 5">
            <a:extLst>
              <a:ext uri="{FF2B5EF4-FFF2-40B4-BE49-F238E27FC236}">
                <a16:creationId xmlns:a16="http://schemas.microsoft.com/office/drawing/2014/main" id="{86345583-5331-FEEF-21A1-E08F59B87391}"/>
              </a:ext>
            </a:extLst>
          </p:cNvPr>
          <p:cNvSpPr>
            <a:spLocks noGrp="1" noChangeArrowheads="1"/>
          </p:cNvSpPr>
          <p:nvPr>
            <p:ph type="dt" sz="half" idx="2"/>
          </p:nvPr>
        </p:nvSpPr>
        <p:spPr bwMode="auto">
          <a:xfrm>
            <a:off x="650875" y="9070975"/>
            <a:ext cx="2990850" cy="487363"/>
          </a:xfrm>
          <a:prstGeom prst="rect">
            <a:avLst/>
          </a:prstGeom>
          <a:noFill/>
          <a:ln>
            <a:noFill/>
          </a:ln>
        </p:spPr>
        <p:txBody>
          <a:bodyPr vert="horz" wrap="square" lIns="0" tIns="0" rIns="0" bIns="0" numCol="1" anchor="t" anchorCtr="0" compatLnSpc="1">
            <a:prstTxWarp prst="textNoShape">
              <a:avLst/>
            </a:prstTxWarp>
            <a:spAutoFit/>
          </a:bodyPr>
          <a:lstStyle>
            <a:lvl1pPr eaLnBrk="1" hangingPunct="1">
              <a:buSzPct val="100000"/>
              <a:buFont typeface="Calibri" panose="020F0502020204030204" pitchFamily="34" charset="0"/>
              <a:buNone/>
              <a:defRPr>
                <a:solidFill>
                  <a:srgbClr val="898989"/>
                </a:solidFill>
              </a:defRPr>
            </a:lvl1pPr>
          </a:lstStyle>
          <a:p>
            <a:fld id="{C73B0D2E-4B8A-844C-99F8-A42A40988E84}" type="datetime1">
              <a:rPr lang="en-US" altLang="en-US"/>
              <a:pPr/>
              <a:t>1/13/26</a:t>
            </a:fld>
            <a:endParaRPr lang="en-US" altLang="en-US"/>
          </a:p>
        </p:txBody>
      </p:sp>
      <p:sp>
        <p:nvSpPr>
          <p:cNvPr id="6" name="Holder 6">
            <a:extLst>
              <a:ext uri="{FF2B5EF4-FFF2-40B4-BE49-F238E27FC236}">
                <a16:creationId xmlns:a16="http://schemas.microsoft.com/office/drawing/2014/main" id="{30B24DC5-17EA-6E9B-BD4A-938E047ED89F}"/>
              </a:ext>
            </a:extLst>
          </p:cNvPr>
          <p:cNvSpPr>
            <a:spLocks noGrp="1"/>
          </p:cNvSpPr>
          <p:nvPr>
            <p:ph type="sldNum" sz="quarter" idx="7"/>
          </p:nvPr>
        </p:nvSpPr>
        <p:spPr>
          <a:xfrm>
            <a:off x="133350" y="9501188"/>
            <a:ext cx="230188" cy="279400"/>
          </a:xfrm>
          <a:prstGeom prst="rect">
            <a:avLst/>
          </a:prstGeom>
          <a:noFill/>
          <a:ln w="9525" cap="flat" cmpd="sng" algn="ctr">
            <a:noFill/>
            <a:prstDash val="solid"/>
            <a:round/>
            <a:headEnd type="none" w="med" len="med"/>
            <a:tailEnd type="none" w="med" len="med"/>
          </a:ln>
        </p:spPr>
        <p:txBody>
          <a:bodyPr vert="horz" wrap="square" lIns="0" tIns="0" rIns="0" bIns="0" numCol="1" anchor="t" anchorCtr="0" compatLnSpc="1">
            <a:prstTxWarp prst="textNoShape">
              <a:avLst/>
            </a:prstTxWarp>
            <a:spAutoFit/>
          </a:bodyPr>
          <a:lstStyle>
            <a:lvl1pPr marL="38100" eaLnBrk="1" hangingPunct="1">
              <a:lnSpc>
                <a:spcPts val="2038"/>
              </a:lnSpc>
              <a:buSzPct val="100000"/>
              <a:buFont typeface="Calibri" panose="020F0502020204030204" pitchFamily="34" charset="0"/>
              <a:buNone/>
              <a:defRPr sz="2000">
                <a:solidFill>
                  <a:srgbClr val="000000"/>
                </a:solidFill>
                <a:latin typeface="Arial" panose="020B0604020202020204" pitchFamily="34" charset="0"/>
              </a:defRPr>
            </a:lvl1pPr>
          </a:lstStyle>
          <a:p>
            <a:fld id="{89729988-94B4-254D-B3F6-86207B13595E}" type="slidenum">
              <a:rPr lang="ru-RU" altLang="en-US"/>
              <a:pPr/>
              <a:t>‹#›</a:t>
            </a:fld>
            <a:endParaRPr lang="ru-RU" altLang="en-US"/>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p:txStyles>
    <p:titleStyle>
      <a:lvl1pPr algn="ctr" rtl="0" eaLnBrk="0" fontAlgn="base" hangingPunct="0">
        <a:spcBef>
          <a:spcPct val="0"/>
        </a:spcBef>
        <a:spcAft>
          <a:spcPct val="0"/>
        </a:spcAft>
        <a:defRPr sz="4400">
          <a:solidFill>
            <a:schemeClr val="tx2"/>
          </a:solidFill>
          <a:latin typeface="+mj-lt"/>
          <a:ea typeface="+mj-ea"/>
          <a:cs typeface="Calibri" panose="020F0502020204030204" pitchFamily="34" charset="0"/>
        </a:defRPr>
      </a:lvl1pPr>
      <a:lvl2pPr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2pPr>
      <a:lvl3pPr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3pPr>
      <a:lvl4pPr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4pPr>
      <a:lvl5pPr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5pPr>
      <a:lvl6pPr marL="457200"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6pPr>
      <a:lvl7pPr marL="914400"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7pPr>
      <a:lvl8pPr marL="1371600"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8pPr>
      <a:lvl9pPr marL="1828800" algn="ctr" rtl="0" eaLnBrk="0" fontAlgn="base" hangingPunct="0">
        <a:spcBef>
          <a:spcPct val="0"/>
        </a:spcBef>
        <a:spcAft>
          <a:spcPct val="0"/>
        </a:spcAft>
        <a:defRPr sz="4400">
          <a:solidFill>
            <a:schemeClr val="tx2"/>
          </a:solidFill>
          <a:latin typeface="Calibri" panose="020F0502020204030204" pitchFamily="34" charset="0"/>
          <a:cs typeface="Calibri" panose="020F0502020204030204" pitchFamily="34" charset="0"/>
        </a:defRPr>
      </a:lvl9pPr>
    </p:titleStyle>
    <p:bodyStyle>
      <a:lvl1pPr algn="l" rtl="0" eaLnBrk="0" fontAlgn="base" hangingPunct="0">
        <a:spcBef>
          <a:spcPct val="20000"/>
        </a:spcBef>
        <a:spcAft>
          <a:spcPct val="0"/>
        </a:spcAft>
        <a:buChar char="•"/>
        <a:defRPr sz="3200">
          <a:solidFill>
            <a:schemeClr val="tx1"/>
          </a:solidFill>
          <a:latin typeface="+mn-lt"/>
          <a:ea typeface="+mn-ea"/>
          <a:cs typeface="Calibri" panose="020F0502020204030204" pitchFamily="34" charset="0"/>
        </a:defRPr>
      </a:lvl1pPr>
      <a:lvl2pPr marL="457200" algn="l" rtl="0" eaLnBrk="0" fontAlgn="base" hangingPunct="0">
        <a:spcBef>
          <a:spcPct val="20000"/>
        </a:spcBef>
        <a:spcAft>
          <a:spcPct val="0"/>
        </a:spcAft>
        <a:buChar char="•"/>
        <a:defRPr sz="3200">
          <a:solidFill>
            <a:schemeClr val="tx1"/>
          </a:solidFill>
          <a:latin typeface="+mn-lt"/>
          <a:ea typeface="+mn-ea"/>
          <a:cs typeface="Calibri" panose="020F0502020204030204" pitchFamily="34" charset="0"/>
        </a:defRPr>
      </a:lvl2pPr>
      <a:lvl3pPr marL="914400" algn="l" rtl="0" eaLnBrk="0" fontAlgn="base" hangingPunct="0">
        <a:spcBef>
          <a:spcPct val="20000"/>
        </a:spcBef>
        <a:spcAft>
          <a:spcPct val="0"/>
        </a:spcAft>
        <a:buChar char="•"/>
        <a:defRPr sz="3200">
          <a:solidFill>
            <a:schemeClr val="tx1"/>
          </a:solidFill>
          <a:latin typeface="+mn-lt"/>
          <a:ea typeface="+mn-ea"/>
          <a:cs typeface="Calibri" panose="020F0502020204030204" pitchFamily="34" charset="0"/>
        </a:defRPr>
      </a:lvl3pPr>
      <a:lvl4pPr marL="1371600" algn="l" rtl="0" eaLnBrk="0" fontAlgn="base" hangingPunct="0">
        <a:spcBef>
          <a:spcPct val="20000"/>
        </a:spcBef>
        <a:spcAft>
          <a:spcPct val="0"/>
        </a:spcAft>
        <a:buChar char="•"/>
        <a:defRPr sz="3200">
          <a:solidFill>
            <a:schemeClr val="tx1"/>
          </a:solidFill>
          <a:latin typeface="+mn-lt"/>
          <a:ea typeface="+mn-ea"/>
          <a:cs typeface="Calibri" panose="020F0502020204030204" pitchFamily="34" charset="0"/>
        </a:defRPr>
      </a:lvl4pPr>
      <a:lvl5pPr marL="1828800" algn="l" rtl="0" eaLnBrk="0" fontAlgn="base" hangingPunct="0">
        <a:spcBef>
          <a:spcPct val="20000"/>
        </a:spcBef>
        <a:spcAft>
          <a:spcPct val="0"/>
        </a:spcAft>
        <a:buChar char="•"/>
        <a:defRPr sz="3200">
          <a:solidFill>
            <a:schemeClr val="tx1"/>
          </a:solidFill>
          <a:latin typeface="+mn-lt"/>
          <a:ea typeface="+mn-ea"/>
          <a:cs typeface="Calibri" panose="020F0502020204030204" pitchFamily="34" charset="0"/>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jpe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8.jpe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10.jpe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8.jpeg"/><Relationship Id="rId4" Type="http://schemas.openxmlformats.org/officeDocument/2006/relationships/image" Target="../media/image6.jpeg"/><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10.jpe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8.jpeg"/><Relationship Id="rId10" Type="http://schemas.openxmlformats.org/officeDocument/2006/relationships/image" Target="../media/image7.png"/><Relationship Id="rId4" Type="http://schemas.openxmlformats.org/officeDocument/2006/relationships/image" Target="../media/image6.jpeg"/><Relationship Id="rId9" Type="http://schemas.openxmlformats.org/officeDocument/2006/relationships/image" Target="../media/image13.jpe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jpeg"/><Relationship Id="rId7"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jpeg"/><Relationship Id="rId11" Type="http://schemas.openxmlformats.org/officeDocument/2006/relationships/image" Target="../media/image7.pn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6.jpeg"/><Relationship Id="rId9" Type="http://schemas.openxmlformats.org/officeDocument/2006/relationships/image" Target="../media/image12.jpeg"/></Relationships>
</file>

<file path=ppt/slides/_rels/slide17.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0.jpeg"/><Relationship Id="rId7" Type="http://schemas.openxmlformats.org/officeDocument/2006/relationships/image" Target="../media/image15.jpeg"/><Relationship Id="rId12"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jpeg"/><Relationship Id="rId11" Type="http://schemas.openxmlformats.org/officeDocument/2006/relationships/image" Target="../media/image13.jpeg"/><Relationship Id="rId5" Type="http://schemas.openxmlformats.org/officeDocument/2006/relationships/image" Target="../media/image8.jpeg"/><Relationship Id="rId10" Type="http://schemas.openxmlformats.org/officeDocument/2006/relationships/image" Target="../media/image12.jpeg"/><Relationship Id="rId4" Type="http://schemas.openxmlformats.org/officeDocument/2006/relationships/image" Target="../media/image6.jpeg"/><Relationship Id="rId9"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16.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6.png"/><Relationship Id="rId7"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0.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7.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3" Type="http://schemas.openxmlformats.org/officeDocument/2006/relationships/image" Target="../media/image16.png"/><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0.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8.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3" Type="http://schemas.openxmlformats.org/officeDocument/2006/relationships/image" Target="../media/image16.png"/><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0.png"/><Relationship Id="rId5" Type="http://schemas.openxmlformats.org/officeDocument/2006/relationships/image" Target="../media/image42.png"/><Relationship Id="rId15" Type="http://schemas.openxmlformats.org/officeDocument/2006/relationships/image" Target="../media/image51.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0.png"/></Relationships>
</file>

<file path=ppt/slides/_rels/slide29.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16.png"/><Relationship Id="rId7" Type="http://schemas.openxmlformats.org/officeDocument/2006/relationships/image" Target="../media/image44.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22.xml"/><Relationship Id="rId16"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0.png"/><Relationship Id="rId5" Type="http://schemas.openxmlformats.org/officeDocument/2006/relationships/image" Target="../media/image42.png"/><Relationship Id="rId15" Type="http://schemas.openxmlformats.org/officeDocument/2006/relationships/image" Target="../media/image55.png"/><Relationship Id="rId10" Type="http://schemas.openxmlformats.org/officeDocument/2006/relationships/image" Target="../media/image47.png"/><Relationship Id="rId19" Type="http://schemas.openxmlformats.org/officeDocument/2006/relationships/image" Target="../media/image59.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4.png"/></Relationships>
</file>

<file path=ppt/slides/_rels/slide3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6.png"/><Relationship Id="rId21" Type="http://schemas.openxmlformats.org/officeDocument/2006/relationships/image" Target="../media/image63.png"/><Relationship Id="rId7" Type="http://schemas.openxmlformats.org/officeDocument/2006/relationships/image" Target="../media/image44.png"/><Relationship Id="rId12" Type="http://schemas.openxmlformats.org/officeDocument/2006/relationships/image" Target="../media/image40.png"/><Relationship Id="rId17" Type="http://schemas.openxmlformats.org/officeDocument/2006/relationships/image" Target="../media/image56.png"/><Relationship Id="rId2" Type="http://schemas.openxmlformats.org/officeDocument/2006/relationships/notesSlide" Target="../notesSlides/notesSlide23.xml"/><Relationship Id="rId16" Type="http://schemas.openxmlformats.org/officeDocument/2006/relationships/image" Target="../media/image55.png"/><Relationship Id="rId20"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60.png"/><Relationship Id="rId5" Type="http://schemas.openxmlformats.org/officeDocument/2006/relationships/image" Target="../media/image42.png"/><Relationship Id="rId15" Type="http://schemas.openxmlformats.org/officeDocument/2006/relationships/image" Target="../media/image54.png"/><Relationship Id="rId10" Type="http://schemas.openxmlformats.org/officeDocument/2006/relationships/image" Target="../media/image47.png"/><Relationship Id="rId19" Type="http://schemas.openxmlformats.org/officeDocument/2006/relationships/image" Target="../media/image61.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3.png"/></Relationships>
</file>

<file path=ppt/slides/_rels/slide3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16.png"/><Relationship Id="rId21" Type="http://schemas.openxmlformats.org/officeDocument/2006/relationships/image" Target="../media/image63.png"/><Relationship Id="rId7" Type="http://schemas.openxmlformats.org/officeDocument/2006/relationships/image" Target="../media/image44.png"/><Relationship Id="rId12" Type="http://schemas.openxmlformats.org/officeDocument/2006/relationships/image" Target="../media/image60.png"/><Relationship Id="rId17" Type="http://schemas.openxmlformats.org/officeDocument/2006/relationships/image" Target="../media/image56.png"/><Relationship Id="rId2" Type="http://schemas.openxmlformats.org/officeDocument/2006/relationships/notesSlide" Target="../notesSlides/notesSlide24.xml"/><Relationship Id="rId16" Type="http://schemas.openxmlformats.org/officeDocument/2006/relationships/image" Target="../media/image55.png"/><Relationship Id="rId20"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64.png"/><Relationship Id="rId5" Type="http://schemas.openxmlformats.org/officeDocument/2006/relationships/image" Target="../media/image42.png"/><Relationship Id="rId15" Type="http://schemas.openxmlformats.org/officeDocument/2006/relationships/image" Target="../media/image54.png"/><Relationship Id="rId10" Type="http://schemas.openxmlformats.org/officeDocument/2006/relationships/image" Target="../media/image47.png"/><Relationship Id="rId19" Type="http://schemas.openxmlformats.org/officeDocument/2006/relationships/image" Target="../media/image61.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image" Target="../media/image67.png"/><Relationship Id="rId4"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image" Target="../media/image67.png"/><Relationship Id="rId4" Type="http://schemas.openxmlformats.org/officeDocument/2006/relationships/image" Target="../media/image66.png"/></Relationships>
</file>

<file path=ppt/slides/_rels/slide3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68.jpe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3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8.png"/><Relationship Id="rId10" Type="http://schemas.openxmlformats.org/officeDocument/2006/relationships/image" Target="../media/image40.png"/><Relationship Id="rId4" Type="http://schemas.openxmlformats.org/officeDocument/2006/relationships/image" Target="../media/image17.png"/><Relationship Id="rId9"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40.png"/><Relationship Id="rId7" Type="http://schemas.openxmlformats.org/officeDocument/2006/relationships/image" Target="../media/image7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75.png"/><Relationship Id="rId10" Type="http://schemas.openxmlformats.org/officeDocument/2006/relationships/image" Target="../media/image79.png"/><Relationship Id="rId4" Type="http://schemas.openxmlformats.org/officeDocument/2006/relationships/image" Target="../media/image16.png"/><Relationship Id="rId9" Type="http://schemas.openxmlformats.org/officeDocument/2006/relationships/image" Target="../media/image78.png"/></Relationships>
</file>

<file path=ppt/slides/_rels/slide41.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40.png"/><Relationship Id="rId7" Type="http://schemas.openxmlformats.org/officeDocument/2006/relationships/image" Target="../media/image76.png"/><Relationship Id="rId12" Type="http://schemas.openxmlformats.org/officeDocument/2006/relationships/image" Target="../media/image81.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80.png"/><Relationship Id="rId5" Type="http://schemas.openxmlformats.org/officeDocument/2006/relationships/image" Target="../media/image75.png"/><Relationship Id="rId10" Type="http://schemas.openxmlformats.org/officeDocument/2006/relationships/image" Target="../media/image79.png"/><Relationship Id="rId4" Type="http://schemas.openxmlformats.org/officeDocument/2006/relationships/image" Target="../media/image16.png"/><Relationship Id="rId9" Type="http://schemas.openxmlformats.org/officeDocument/2006/relationships/image" Target="../media/image78.png"/></Relationships>
</file>

<file path=ppt/slides/_rels/slide42.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40.png"/><Relationship Id="rId7" Type="http://schemas.openxmlformats.org/officeDocument/2006/relationships/image" Target="../media/image77.png"/><Relationship Id="rId12" Type="http://schemas.openxmlformats.org/officeDocument/2006/relationships/image" Target="../media/image16.png"/><Relationship Id="rId17" Type="http://schemas.openxmlformats.org/officeDocument/2006/relationships/image" Target="../media/image19.png"/><Relationship Id="rId2" Type="http://schemas.openxmlformats.org/officeDocument/2006/relationships/notesSlide" Target="../notesSlides/notesSlide34.xml"/><Relationship Id="rId16" Type="http://schemas.openxmlformats.org/officeDocument/2006/relationships/image" Target="../media/image23.png"/><Relationship Id="rId20"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81.png"/><Relationship Id="rId5" Type="http://schemas.openxmlformats.org/officeDocument/2006/relationships/image" Target="../media/image61.png"/><Relationship Id="rId15" Type="http://schemas.openxmlformats.org/officeDocument/2006/relationships/image" Target="../media/image20.png"/><Relationship Id="rId10" Type="http://schemas.openxmlformats.org/officeDocument/2006/relationships/image" Target="../media/image80.png"/><Relationship Id="rId19" Type="http://schemas.openxmlformats.org/officeDocument/2006/relationships/image" Target="../media/image82.png"/><Relationship Id="rId4" Type="http://schemas.openxmlformats.org/officeDocument/2006/relationships/image" Target="../media/image75.png"/><Relationship Id="rId9" Type="http://schemas.openxmlformats.org/officeDocument/2006/relationships/image" Target="../media/image79.png"/><Relationship Id="rId1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44.xml.rels><?xml version="1.0" encoding="UTF-8" standalone="yes"?>
<Relationships xmlns="http://schemas.openxmlformats.org/package/2006/relationships"><Relationship Id="rId8" Type="http://schemas.openxmlformats.org/officeDocument/2006/relationships/image" Target="../media/image89.jpeg"/><Relationship Id="rId3" Type="http://schemas.openxmlformats.org/officeDocument/2006/relationships/image" Target="../media/image84.png"/><Relationship Id="rId7" Type="http://schemas.openxmlformats.org/officeDocument/2006/relationships/image" Target="../media/image88.jpe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7.jpeg"/><Relationship Id="rId5" Type="http://schemas.openxmlformats.org/officeDocument/2006/relationships/image" Target="../media/image86.png"/><Relationship Id="rId4" Type="http://schemas.openxmlformats.org/officeDocument/2006/relationships/image" Target="../media/image85.png"/></Relationships>
</file>

<file path=ppt/slides/_rels/slide45.xml.rels><?xml version="1.0" encoding="UTF-8" standalone="yes"?>
<Relationships xmlns="http://schemas.openxmlformats.org/package/2006/relationships"><Relationship Id="rId8" Type="http://schemas.openxmlformats.org/officeDocument/2006/relationships/image" Target="../media/image89.jpeg"/><Relationship Id="rId3" Type="http://schemas.openxmlformats.org/officeDocument/2006/relationships/image" Target="../media/image84.png"/><Relationship Id="rId7" Type="http://schemas.openxmlformats.org/officeDocument/2006/relationships/image" Target="../media/image88.jpe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7.jpeg"/><Relationship Id="rId5" Type="http://schemas.openxmlformats.org/officeDocument/2006/relationships/image" Target="../media/image86.png"/><Relationship Id="rId4" Type="http://schemas.openxmlformats.org/officeDocument/2006/relationships/image" Target="../media/image8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4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95.png"/></Relationships>
</file>

<file path=ppt/slides/_rels/slide5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image" Target="../media/image97.png"/><Relationship Id="rId4" Type="http://schemas.openxmlformats.org/officeDocument/2006/relationships/image" Target="../media/image96.png"/></Relationships>
</file>

<file path=ppt/slides/_rels/slide5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0.xml"/><Relationship Id="rId1" Type="http://schemas.openxmlformats.org/officeDocument/2006/relationships/slideLayout" Target="../slideLayouts/slideLayout4.xml"/><Relationship Id="rId5" Type="http://schemas.openxmlformats.org/officeDocument/2006/relationships/image" Target="../media/image97.png"/><Relationship Id="rId4" Type="http://schemas.openxmlformats.org/officeDocument/2006/relationships/image" Target="../media/image96.png"/></Relationships>
</file>

<file path=ppt/slides/_rels/slide59.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6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s>
</file>

<file path=ppt/slides/_rels/slide6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s>
</file>

<file path=ppt/slides/_rels/slide6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s>
</file>

<file path=ppt/slides/_rels/slide6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6.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s>
</file>

<file path=ppt/slides/_rels/slide65.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4.png"/><Relationship Id="rId2" Type="http://schemas.openxmlformats.org/officeDocument/2006/relationships/notesSlide" Target="../notesSlides/notesSlide57.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s>
</file>

<file path=ppt/slides/_rels/slide66.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5.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s>
</file>

<file path=ppt/slides/_rels/slide6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5.png"/><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image" Target="../media/image107.png"/></Relationships>
</file>

<file path=ppt/slides/_rels/slide68.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5.png"/><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4" Type="http://schemas.openxmlformats.org/officeDocument/2006/relationships/image" Target="../media/image99.png"/><Relationship Id="rId9" Type="http://schemas.openxmlformats.org/officeDocument/2006/relationships/image" Target="../media/image108.png"/></Relationships>
</file>

<file path=ppt/slides/_rels/slide69.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5.png"/><Relationship Id="rId2" Type="http://schemas.openxmlformats.org/officeDocument/2006/relationships/notesSlide" Target="../notesSlides/notesSlide61.xml"/><Relationship Id="rId1" Type="http://schemas.openxmlformats.org/officeDocument/2006/relationships/slideLayout" Target="../slideLayouts/slideLayout4.xml"/><Relationship Id="rId6" Type="http://schemas.openxmlformats.org/officeDocument/2006/relationships/image" Target="../media/image103.png"/><Relationship Id="rId5" Type="http://schemas.openxmlformats.org/officeDocument/2006/relationships/image" Target="../media/image100.png"/><Relationship Id="rId10" Type="http://schemas.openxmlformats.org/officeDocument/2006/relationships/image" Target="../media/image109.png"/><Relationship Id="rId4" Type="http://schemas.openxmlformats.org/officeDocument/2006/relationships/image" Target="../media/image99.png"/><Relationship Id="rId9" Type="http://schemas.openxmlformats.org/officeDocument/2006/relationships/image" Target="../media/image108.png"/></Relationships>
</file>

<file path=ppt/slides/_rels/slide70.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5.png"/><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image" Target="../media/image103.png"/><Relationship Id="rId11" Type="http://schemas.openxmlformats.org/officeDocument/2006/relationships/image" Target="../media/image110.png"/><Relationship Id="rId5" Type="http://schemas.openxmlformats.org/officeDocument/2006/relationships/image" Target="../media/image100.png"/><Relationship Id="rId10" Type="http://schemas.openxmlformats.org/officeDocument/2006/relationships/image" Target="../media/image109.png"/><Relationship Id="rId4" Type="http://schemas.openxmlformats.org/officeDocument/2006/relationships/image" Target="../media/image99.png"/><Relationship Id="rId9" Type="http://schemas.openxmlformats.org/officeDocument/2006/relationships/image" Target="../media/image108.png"/></Relationships>
</file>

<file path=ppt/slides/_rels/slide71.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8.png"/><Relationship Id="rId7" Type="http://schemas.openxmlformats.org/officeDocument/2006/relationships/image" Target="../media/image105.png"/><Relationship Id="rId12" Type="http://schemas.openxmlformats.org/officeDocument/2006/relationships/image" Target="../media/image111.png"/><Relationship Id="rId2" Type="http://schemas.openxmlformats.org/officeDocument/2006/relationships/notesSlide" Target="../notesSlides/notesSlide63.xml"/><Relationship Id="rId1" Type="http://schemas.openxmlformats.org/officeDocument/2006/relationships/slideLayout" Target="../slideLayouts/slideLayout4.xml"/><Relationship Id="rId6" Type="http://schemas.openxmlformats.org/officeDocument/2006/relationships/image" Target="../media/image103.png"/><Relationship Id="rId11" Type="http://schemas.openxmlformats.org/officeDocument/2006/relationships/image" Target="../media/image110.png"/><Relationship Id="rId5" Type="http://schemas.openxmlformats.org/officeDocument/2006/relationships/image" Target="../media/image100.png"/><Relationship Id="rId10" Type="http://schemas.openxmlformats.org/officeDocument/2006/relationships/image" Target="../media/image109.png"/><Relationship Id="rId4" Type="http://schemas.openxmlformats.org/officeDocument/2006/relationships/image" Target="../media/image99.png"/><Relationship Id="rId9" Type="http://schemas.openxmlformats.org/officeDocument/2006/relationships/image" Target="../media/image108.png"/></Relationships>
</file>

<file path=ppt/slides/_rels/slide72.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3.png"/><Relationship Id="rId3" Type="http://schemas.openxmlformats.org/officeDocument/2006/relationships/image" Target="../media/image98.png"/><Relationship Id="rId7" Type="http://schemas.openxmlformats.org/officeDocument/2006/relationships/image" Target="../media/image105.png"/><Relationship Id="rId12" Type="http://schemas.openxmlformats.org/officeDocument/2006/relationships/image" Target="../media/image111.png"/><Relationship Id="rId2" Type="http://schemas.openxmlformats.org/officeDocument/2006/relationships/notesSlide" Target="../notesSlides/notesSlide64.xml"/><Relationship Id="rId1" Type="http://schemas.openxmlformats.org/officeDocument/2006/relationships/slideLayout" Target="../slideLayouts/slideLayout4.xml"/><Relationship Id="rId6" Type="http://schemas.openxmlformats.org/officeDocument/2006/relationships/image" Target="../media/image103.png"/><Relationship Id="rId11" Type="http://schemas.openxmlformats.org/officeDocument/2006/relationships/image" Target="../media/image112.png"/><Relationship Id="rId5" Type="http://schemas.openxmlformats.org/officeDocument/2006/relationships/image" Target="../media/image100.png"/><Relationship Id="rId10" Type="http://schemas.openxmlformats.org/officeDocument/2006/relationships/image" Target="../media/image109.png"/><Relationship Id="rId4" Type="http://schemas.openxmlformats.org/officeDocument/2006/relationships/image" Target="../media/image99.png"/><Relationship Id="rId9" Type="http://schemas.openxmlformats.org/officeDocument/2006/relationships/image" Target="../media/image108.png"/></Relationships>
</file>

<file path=ppt/slides/_rels/slide7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5.xml"/><Relationship Id="rId1" Type="http://schemas.openxmlformats.org/officeDocument/2006/relationships/slideLayout" Target="../slideLayouts/slideLayout4.xml"/><Relationship Id="rId4" Type="http://schemas.openxmlformats.org/officeDocument/2006/relationships/image" Target="../media/image114.png"/></Relationships>
</file>

<file path=ppt/slides/_rels/slide7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114.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7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118.png"/><Relationship Id="rId4" Type="http://schemas.openxmlformats.org/officeDocument/2006/relationships/image" Target="../media/image117.png"/></Relationships>
</file>

<file path=ppt/slides/_rels/slide7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8.png"/><Relationship Id="rId4" Type="http://schemas.openxmlformats.org/officeDocument/2006/relationships/image" Target="../media/image119.png"/></Relationships>
</file>

<file path=ppt/slides/_rels/slide8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8.png"/><Relationship Id="rId4" Type="http://schemas.openxmlformats.org/officeDocument/2006/relationships/image" Target="../media/image119.png"/></Relationships>
</file>

<file path=ppt/slides/_rels/slide81.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8.png"/><Relationship Id="rId4" Type="http://schemas.openxmlformats.org/officeDocument/2006/relationships/image" Target="../media/image119.png"/></Relationships>
</file>

<file path=ppt/slides/_rels/slide82.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21.pn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8.png"/><Relationship Id="rId4" Type="http://schemas.openxmlformats.org/officeDocument/2006/relationships/image" Target="../media/image119.png"/></Relationships>
</file>

<file path=ppt/slides/_rels/slide83.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6.png"/><Relationship Id="rId7" Type="http://schemas.openxmlformats.org/officeDocument/2006/relationships/image" Target="../media/image121.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8.png"/><Relationship Id="rId4" Type="http://schemas.openxmlformats.org/officeDocument/2006/relationships/image" Target="../media/image119.png"/></Relationships>
</file>

<file path=ppt/slides/_rels/slide84.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6.png"/><Relationship Id="rId7" Type="http://schemas.openxmlformats.org/officeDocument/2006/relationships/image" Target="../media/image121.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8.png"/><Relationship Id="rId4" Type="http://schemas.openxmlformats.org/officeDocument/2006/relationships/image" Target="../media/image119.png"/></Relationships>
</file>

<file path=ppt/slides/_rels/slide8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23.png"/><Relationship Id="rId7" Type="http://schemas.openxmlformats.org/officeDocument/2006/relationships/image" Target="../media/image120.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9.png"/><Relationship Id="rId4" Type="http://schemas.openxmlformats.org/officeDocument/2006/relationships/image" Target="../media/image116.png"/><Relationship Id="rId9" Type="http://schemas.openxmlformats.org/officeDocument/2006/relationships/image" Target="../media/image122.png"/></Relationships>
</file>

<file path=ppt/slides/_rels/slide86.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24.png"/><Relationship Id="rId7" Type="http://schemas.openxmlformats.org/officeDocument/2006/relationships/image" Target="../media/image120.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9.png"/><Relationship Id="rId10" Type="http://schemas.openxmlformats.org/officeDocument/2006/relationships/image" Target="../media/image125.png"/><Relationship Id="rId4" Type="http://schemas.openxmlformats.org/officeDocument/2006/relationships/image" Target="../media/image116.png"/><Relationship Id="rId9" Type="http://schemas.openxmlformats.org/officeDocument/2006/relationships/image" Target="../media/image122.png"/></Relationships>
</file>

<file path=ppt/slides/_rels/slide87.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124.png"/><Relationship Id="rId7" Type="http://schemas.openxmlformats.org/officeDocument/2006/relationships/image" Target="../media/image120.png"/><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9.png"/><Relationship Id="rId10" Type="http://schemas.openxmlformats.org/officeDocument/2006/relationships/image" Target="../media/image125.png"/><Relationship Id="rId4" Type="http://schemas.openxmlformats.org/officeDocument/2006/relationships/image" Target="../media/image116.png"/><Relationship Id="rId9" Type="http://schemas.openxmlformats.org/officeDocument/2006/relationships/image" Target="../media/image122.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128.png"/><Relationship Id="rId7" Type="http://schemas.openxmlformats.org/officeDocument/2006/relationships/image" Target="../media/image16.png"/><Relationship Id="rId2" Type="http://schemas.openxmlformats.org/officeDocument/2006/relationships/notesSlide" Target="../notesSlides/notesSlide84.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130.png"/><Relationship Id="rId4" Type="http://schemas.openxmlformats.org/officeDocument/2006/relationships/image" Target="../media/image129.png"/></Relationships>
</file>

<file path=ppt/slides/_rels/slide93.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8.png"/><Relationship Id="rId7" Type="http://schemas.openxmlformats.org/officeDocument/2006/relationships/image" Target="../media/image16.png"/><Relationship Id="rId2" Type="http://schemas.openxmlformats.org/officeDocument/2006/relationships/notesSlide" Target="../notesSlides/notesSlide85.xml"/><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4.png"/><Relationship Id="rId5" Type="http://schemas.openxmlformats.org/officeDocument/2006/relationships/image" Target="../media/image130.png"/><Relationship Id="rId10" Type="http://schemas.openxmlformats.org/officeDocument/2006/relationships/image" Target="../media/image133.png"/><Relationship Id="rId4" Type="http://schemas.openxmlformats.org/officeDocument/2006/relationships/image" Target="../media/image129.png"/><Relationship Id="rId9" Type="http://schemas.openxmlformats.org/officeDocument/2006/relationships/image" Target="../media/image132.png"/></Relationships>
</file>

<file path=ppt/slides/_rels/slide94.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8.png"/><Relationship Id="rId7" Type="http://schemas.openxmlformats.org/officeDocument/2006/relationships/image" Target="../media/image16.png"/><Relationship Id="rId12" Type="http://schemas.openxmlformats.org/officeDocument/2006/relationships/image" Target="../media/image136.png"/><Relationship Id="rId2" Type="http://schemas.openxmlformats.org/officeDocument/2006/relationships/notesSlide" Target="../notesSlides/notesSlide86.xml"/><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5.png"/><Relationship Id="rId5" Type="http://schemas.openxmlformats.org/officeDocument/2006/relationships/image" Target="../media/image130.png"/><Relationship Id="rId10" Type="http://schemas.openxmlformats.org/officeDocument/2006/relationships/image" Target="../media/image133.png"/><Relationship Id="rId4" Type="http://schemas.openxmlformats.org/officeDocument/2006/relationships/image" Target="../media/image129.png"/><Relationship Id="rId9" Type="http://schemas.openxmlformats.org/officeDocument/2006/relationships/image" Target="../media/image132.png"/></Relationships>
</file>

<file path=ppt/slides/_rels/slide95.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7.png"/><Relationship Id="rId3" Type="http://schemas.openxmlformats.org/officeDocument/2006/relationships/image" Target="../media/image128.png"/><Relationship Id="rId7" Type="http://schemas.openxmlformats.org/officeDocument/2006/relationships/image" Target="../media/image16.png"/><Relationship Id="rId12" Type="http://schemas.openxmlformats.org/officeDocument/2006/relationships/image" Target="../media/image136.png"/><Relationship Id="rId2" Type="http://schemas.openxmlformats.org/officeDocument/2006/relationships/notesSlide" Target="../notesSlides/notesSlide87.xml"/><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5.png"/><Relationship Id="rId5" Type="http://schemas.openxmlformats.org/officeDocument/2006/relationships/image" Target="../media/image130.png"/><Relationship Id="rId10" Type="http://schemas.openxmlformats.org/officeDocument/2006/relationships/image" Target="../media/image133.png"/><Relationship Id="rId4" Type="http://schemas.openxmlformats.org/officeDocument/2006/relationships/image" Target="../media/image129.png"/><Relationship Id="rId9" Type="http://schemas.openxmlformats.org/officeDocument/2006/relationships/image" Target="../media/image132.png"/><Relationship Id="rId14" Type="http://schemas.openxmlformats.org/officeDocument/2006/relationships/image" Target="../media/image138.png"/></Relationships>
</file>

<file path=ppt/slides/_rels/slide96.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7.png"/><Relationship Id="rId3" Type="http://schemas.openxmlformats.org/officeDocument/2006/relationships/image" Target="../media/image128.png"/><Relationship Id="rId7" Type="http://schemas.openxmlformats.org/officeDocument/2006/relationships/image" Target="../media/image16.png"/><Relationship Id="rId12" Type="http://schemas.openxmlformats.org/officeDocument/2006/relationships/image" Target="../media/image136.png"/><Relationship Id="rId2" Type="http://schemas.openxmlformats.org/officeDocument/2006/relationships/notesSlide" Target="../notesSlides/notesSlide88.xml"/><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5.png"/><Relationship Id="rId5" Type="http://schemas.openxmlformats.org/officeDocument/2006/relationships/image" Target="../media/image130.png"/><Relationship Id="rId15" Type="http://schemas.openxmlformats.org/officeDocument/2006/relationships/image" Target="../media/image139.png"/><Relationship Id="rId10" Type="http://schemas.openxmlformats.org/officeDocument/2006/relationships/image" Target="../media/image133.png"/><Relationship Id="rId4" Type="http://schemas.openxmlformats.org/officeDocument/2006/relationships/image" Target="../media/image129.png"/><Relationship Id="rId9" Type="http://schemas.openxmlformats.org/officeDocument/2006/relationships/image" Target="../media/image132.png"/><Relationship Id="rId14" Type="http://schemas.openxmlformats.org/officeDocument/2006/relationships/image" Target="../media/image138.png"/></Relationships>
</file>

<file path=ppt/slides/_rels/slide97.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7.png"/><Relationship Id="rId3" Type="http://schemas.openxmlformats.org/officeDocument/2006/relationships/image" Target="../media/image128.png"/><Relationship Id="rId7" Type="http://schemas.openxmlformats.org/officeDocument/2006/relationships/image" Target="../media/image16.png"/><Relationship Id="rId12" Type="http://schemas.openxmlformats.org/officeDocument/2006/relationships/image" Target="../media/image136.png"/><Relationship Id="rId17" Type="http://schemas.openxmlformats.org/officeDocument/2006/relationships/image" Target="../media/image141.png"/><Relationship Id="rId2" Type="http://schemas.openxmlformats.org/officeDocument/2006/relationships/notesSlide" Target="../notesSlides/notesSlide89.xml"/><Relationship Id="rId16" Type="http://schemas.openxmlformats.org/officeDocument/2006/relationships/image" Target="../media/image140.png"/><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5.png"/><Relationship Id="rId5" Type="http://schemas.openxmlformats.org/officeDocument/2006/relationships/image" Target="../media/image130.png"/><Relationship Id="rId15" Type="http://schemas.openxmlformats.org/officeDocument/2006/relationships/image" Target="../media/image139.png"/><Relationship Id="rId10" Type="http://schemas.openxmlformats.org/officeDocument/2006/relationships/image" Target="../media/image133.png"/><Relationship Id="rId4" Type="http://schemas.openxmlformats.org/officeDocument/2006/relationships/image" Target="../media/image129.png"/><Relationship Id="rId9" Type="http://schemas.openxmlformats.org/officeDocument/2006/relationships/image" Target="../media/image132.png"/><Relationship Id="rId14" Type="http://schemas.openxmlformats.org/officeDocument/2006/relationships/image" Target="../media/image138.png"/></Relationships>
</file>

<file path=ppt/slides/_rels/slide98.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7.png"/><Relationship Id="rId18" Type="http://schemas.openxmlformats.org/officeDocument/2006/relationships/image" Target="../media/image142.png"/><Relationship Id="rId3" Type="http://schemas.openxmlformats.org/officeDocument/2006/relationships/image" Target="../media/image128.png"/><Relationship Id="rId7" Type="http://schemas.openxmlformats.org/officeDocument/2006/relationships/image" Target="../media/image16.png"/><Relationship Id="rId12" Type="http://schemas.openxmlformats.org/officeDocument/2006/relationships/image" Target="../media/image136.png"/><Relationship Id="rId17" Type="http://schemas.openxmlformats.org/officeDocument/2006/relationships/image" Target="../media/image141.png"/><Relationship Id="rId2" Type="http://schemas.openxmlformats.org/officeDocument/2006/relationships/notesSlide" Target="../notesSlides/notesSlide90.xml"/><Relationship Id="rId16" Type="http://schemas.openxmlformats.org/officeDocument/2006/relationships/image" Target="../media/image140.png"/><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5.png"/><Relationship Id="rId5" Type="http://schemas.openxmlformats.org/officeDocument/2006/relationships/image" Target="../media/image130.png"/><Relationship Id="rId15" Type="http://schemas.openxmlformats.org/officeDocument/2006/relationships/image" Target="../media/image139.png"/><Relationship Id="rId10" Type="http://schemas.openxmlformats.org/officeDocument/2006/relationships/image" Target="../media/image133.png"/><Relationship Id="rId19" Type="http://schemas.openxmlformats.org/officeDocument/2006/relationships/image" Target="../media/image143.png"/><Relationship Id="rId4" Type="http://schemas.openxmlformats.org/officeDocument/2006/relationships/image" Target="../media/image129.png"/><Relationship Id="rId9" Type="http://schemas.openxmlformats.org/officeDocument/2006/relationships/image" Target="../media/image132.png"/><Relationship Id="rId14" Type="http://schemas.openxmlformats.org/officeDocument/2006/relationships/image" Target="../media/image138.png"/></Relationships>
</file>

<file path=ppt/slides/_rels/slide99.xml.rels><?xml version="1.0" encoding="UTF-8" standalone="yes"?>
<Relationships xmlns="http://schemas.openxmlformats.org/package/2006/relationships"><Relationship Id="rId8" Type="http://schemas.openxmlformats.org/officeDocument/2006/relationships/image" Target="../media/image132.png"/><Relationship Id="rId13" Type="http://schemas.openxmlformats.org/officeDocument/2006/relationships/image" Target="../media/image138.png"/><Relationship Id="rId18" Type="http://schemas.openxmlformats.org/officeDocument/2006/relationships/image" Target="../media/image143.png"/><Relationship Id="rId3" Type="http://schemas.openxmlformats.org/officeDocument/2006/relationships/image" Target="../media/image128.png"/><Relationship Id="rId21" Type="http://schemas.openxmlformats.org/officeDocument/2006/relationships/image" Target="../media/image145.png"/><Relationship Id="rId7" Type="http://schemas.openxmlformats.org/officeDocument/2006/relationships/image" Target="../media/image131.png"/><Relationship Id="rId12" Type="http://schemas.openxmlformats.org/officeDocument/2006/relationships/image" Target="../media/image137.png"/><Relationship Id="rId17" Type="http://schemas.openxmlformats.org/officeDocument/2006/relationships/image" Target="../media/image142.png"/><Relationship Id="rId25" Type="http://schemas.openxmlformats.org/officeDocument/2006/relationships/image" Target="../media/image149.png"/><Relationship Id="rId2" Type="http://schemas.openxmlformats.org/officeDocument/2006/relationships/notesSlide" Target="../notesSlides/notesSlide91.xml"/><Relationship Id="rId16" Type="http://schemas.openxmlformats.org/officeDocument/2006/relationships/image" Target="../media/image141.png"/><Relationship Id="rId20" Type="http://schemas.openxmlformats.org/officeDocument/2006/relationships/image" Target="../media/image144.png"/><Relationship Id="rId1" Type="http://schemas.openxmlformats.org/officeDocument/2006/relationships/slideLayout" Target="../slideLayouts/slideLayout4.xml"/><Relationship Id="rId6" Type="http://schemas.openxmlformats.org/officeDocument/2006/relationships/image" Target="../media/image51.png"/><Relationship Id="rId11" Type="http://schemas.openxmlformats.org/officeDocument/2006/relationships/image" Target="../media/image136.png"/><Relationship Id="rId24" Type="http://schemas.openxmlformats.org/officeDocument/2006/relationships/image" Target="../media/image148.png"/><Relationship Id="rId5" Type="http://schemas.openxmlformats.org/officeDocument/2006/relationships/image" Target="../media/image130.png"/><Relationship Id="rId15" Type="http://schemas.openxmlformats.org/officeDocument/2006/relationships/image" Target="../media/image140.png"/><Relationship Id="rId23" Type="http://schemas.openxmlformats.org/officeDocument/2006/relationships/image" Target="../media/image147.png"/><Relationship Id="rId10" Type="http://schemas.openxmlformats.org/officeDocument/2006/relationships/image" Target="../media/image135.png"/><Relationship Id="rId19" Type="http://schemas.openxmlformats.org/officeDocument/2006/relationships/image" Target="../media/image16.png"/><Relationship Id="rId4" Type="http://schemas.openxmlformats.org/officeDocument/2006/relationships/image" Target="../media/image129.png"/><Relationship Id="rId9" Type="http://schemas.openxmlformats.org/officeDocument/2006/relationships/image" Target="../media/image133.png"/><Relationship Id="rId14" Type="http://schemas.openxmlformats.org/officeDocument/2006/relationships/image" Target="../media/image139.png"/><Relationship Id="rId22" Type="http://schemas.openxmlformats.org/officeDocument/2006/relationships/image" Target="../media/image14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hyperlink" Target="http://www.stat.washington.edu/~ebfox/research.html"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3" name="object 2" descr="$PPTXTitle">
            <a:extLst>
              <a:ext uri="{FF2B5EF4-FFF2-40B4-BE49-F238E27FC236}">
                <a16:creationId xmlns:a16="http://schemas.microsoft.com/office/drawing/2014/main" id="{0456EA97-BC1B-BC30-33A0-6DC092C1ED82}"/>
              </a:ext>
            </a:extLst>
          </p:cNvPr>
          <p:cNvSpPr>
            <a:spLocks noGrp="1" noChangeArrowheads="1"/>
          </p:cNvSpPr>
          <p:nvPr>
            <p:ph type="title"/>
          </p:nvPr>
        </p:nvSpPr>
        <p:spPr>
          <a:xfrm>
            <a:off x="1685925" y="3408363"/>
            <a:ext cx="9913938" cy="216535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1115"/>
          <a:lstStyle/>
          <a:p>
            <a:pPr marL="3216275" indent="-3203575" algn="l">
              <a:lnSpc>
                <a:spcPts val="8400"/>
              </a:lnSpc>
              <a:spcBef>
                <a:spcPts val="238"/>
              </a:spcBef>
            </a:pPr>
            <a:r>
              <a:rPr lang="ru-RU" altLang="en-US" sz="7000">
                <a:solidFill>
                  <a:srgbClr val="000000"/>
                </a:solidFill>
                <a:latin typeface="Arial" panose="020B0604020202020204" pitchFamily="34" charset="0"/>
                <a:cs typeface="Calibri" panose="020F0502020204030204" pitchFamily="34" charset="0"/>
              </a:rPr>
              <a:t>Nonparametric Bayesian Methods</a:t>
            </a:r>
          </a:p>
        </p:txBody>
      </p:sp>
      <p:sp>
        <p:nvSpPr>
          <p:cNvPr id="8194" name="object 3">
            <a:extLst>
              <a:ext uri="{FF2B5EF4-FFF2-40B4-BE49-F238E27FC236}">
                <a16:creationId xmlns:a16="http://schemas.microsoft.com/office/drawing/2014/main" id="{941A28AB-7A3E-FD5E-8590-CF80105FFF33}"/>
              </a:ext>
            </a:extLst>
          </p:cNvPr>
          <p:cNvSpPr txBox="1">
            <a:spLocks noChangeArrowheads="1"/>
          </p:cNvSpPr>
          <p:nvPr/>
        </p:nvSpPr>
        <p:spPr bwMode="auto">
          <a:xfrm>
            <a:off x="930275" y="7285038"/>
            <a:ext cx="50419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8100" rIns="0" bIns="0">
            <a:spAutoFit/>
          </a:bodyPr>
          <a:lstStyle>
            <a:lvl1pPr marL="47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spcBef>
                <a:spcPts val="300"/>
              </a:spcBef>
            </a:pPr>
            <a:r>
              <a:rPr lang="en-US" altLang="en-US" sz="3200">
                <a:solidFill>
                  <a:srgbClr val="000000"/>
                </a:solidFill>
                <a:latin typeface="Arial" panose="020B0604020202020204" pitchFamily="34" charset="0"/>
              </a:rPr>
              <a:t>Tamara Broderick</a:t>
            </a:r>
            <a:endParaRPr lang="en-US" altLang="en-US" sz="3200">
              <a:latin typeface="Arial" panose="020B0604020202020204" pitchFamily="34" charset="0"/>
            </a:endParaRPr>
          </a:p>
          <a:p>
            <a:pPr algn="ctr">
              <a:spcBef>
                <a:spcPts val="125"/>
              </a:spcBef>
            </a:pPr>
            <a:r>
              <a:rPr lang="en-US" altLang="en-US" sz="2000">
                <a:solidFill>
                  <a:srgbClr val="000000"/>
                </a:solidFill>
                <a:latin typeface="Arial" panose="020B0604020202020204" pitchFamily="34" charset="0"/>
              </a:rPr>
              <a:t>ITT Career Development Assistant Professor EECS</a:t>
            </a:r>
            <a:endParaRPr lang="en-US" altLang="en-US" sz="2000">
              <a:latin typeface="Arial" panose="020B0604020202020204" pitchFamily="34" charset="0"/>
            </a:endParaRPr>
          </a:p>
          <a:p>
            <a:pPr algn="ctr"/>
            <a:r>
              <a:rPr lang="en-US" altLang="en-US" sz="2000">
                <a:solidFill>
                  <a:srgbClr val="000000"/>
                </a:solidFill>
                <a:latin typeface="Arial" panose="020B0604020202020204" pitchFamily="34" charset="0"/>
              </a:rPr>
              <a:t>MIT</a:t>
            </a:r>
            <a:endParaRPr lang="en-US" altLang="en-US" sz="2000">
              <a:latin typeface="Arial" panose="020B0604020202020204" pitchFamily="34" charset="0"/>
            </a:endParaRPr>
          </a:p>
        </p:txBody>
      </p:sp>
      <p:pic>
        <p:nvPicPr>
          <p:cNvPr id="8195" name="object 4">
            <a:extLst>
              <a:ext uri="{FF2B5EF4-FFF2-40B4-BE49-F238E27FC236}">
                <a16:creationId xmlns:a16="http://schemas.microsoft.com/office/drawing/2014/main" id="{2531B270-40DD-B62D-4E2B-427B0A3A4B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257175"/>
            <a:ext cx="255746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8196" name="object 5">
            <a:extLst>
              <a:ext uri="{FF2B5EF4-FFF2-40B4-BE49-F238E27FC236}">
                <a16:creationId xmlns:a16="http://schemas.microsoft.com/office/drawing/2014/main" id="{1F6BB31B-1366-D948-2537-BF58DA0911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4163" y="188913"/>
            <a:ext cx="2433637"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8197" name="object 6">
            <a:extLst>
              <a:ext uri="{FF2B5EF4-FFF2-40B4-BE49-F238E27FC236}">
                <a16:creationId xmlns:a16="http://schemas.microsoft.com/office/drawing/2014/main" id="{9ABD30D4-0B40-54B5-F8CA-3BCEA9B2A8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6850" y="152400"/>
            <a:ext cx="28321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8198" name="object 7">
            <a:extLst>
              <a:ext uri="{FF2B5EF4-FFF2-40B4-BE49-F238E27FC236}">
                <a16:creationId xmlns:a16="http://schemas.microsoft.com/office/drawing/2014/main" id="{2024B8B1-60EE-87EF-00BE-90ED3F11E3F6}"/>
              </a:ext>
            </a:extLst>
          </p:cNvPr>
          <p:cNvSpPr txBox="1">
            <a:spLocks noChangeArrowheads="1"/>
          </p:cNvSpPr>
          <p:nvPr/>
        </p:nvSpPr>
        <p:spPr bwMode="auto">
          <a:xfrm>
            <a:off x="7205663" y="7285038"/>
            <a:ext cx="43402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8100" rIns="0" bIns="0">
            <a:spAutoFit/>
          </a:bodyPr>
          <a:lstStyle>
            <a:lvl1pPr marL="47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spcBef>
                <a:spcPts val="300"/>
              </a:spcBef>
            </a:pPr>
            <a:r>
              <a:rPr lang="en-US" altLang="en-US" sz="3200">
                <a:solidFill>
                  <a:srgbClr val="000000"/>
                </a:solidFill>
                <a:latin typeface="Arial" panose="020B0604020202020204" pitchFamily="34" charset="0"/>
              </a:rPr>
              <a:t>Michael I. Jordan</a:t>
            </a:r>
            <a:endParaRPr lang="en-US" altLang="en-US" sz="3200">
              <a:latin typeface="Arial" panose="020B0604020202020204" pitchFamily="34" charset="0"/>
            </a:endParaRPr>
          </a:p>
          <a:p>
            <a:pPr algn="ctr">
              <a:spcBef>
                <a:spcPts val="125"/>
              </a:spcBef>
            </a:pPr>
            <a:r>
              <a:rPr lang="en-US" altLang="en-US" sz="2000">
                <a:solidFill>
                  <a:srgbClr val="000000"/>
                </a:solidFill>
                <a:latin typeface="Arial" panose="020B0604020202020204" pitchFamily="34" charset="0"/>
              </a:rPr>
              <a:t>Pehong Chen Distinguished Professor EECS, Statistics</a:t>
            </a:r>
            <a:endParaRPr lang="en-US" altLang="en-US" sz="2000">
              <a:latin typeface="Arial" panose="020B0604020202020204" pitchFamily="34" charset="0"/>
            </a:endParaRPr>
          </a:p>
          <a:p>
            <a:pPr algn="ctr"/>
            <a:r>
              <a:rPr lang="en-US" altLang="en-US" sz="2000">
                <a:solidFill>
                  <a:srgbClr val="000000"/>
                </a:solidFill>
                <a:latin typeface="Arial" panose="020B0604020202020204" pitchFamily="34" charset="0"/>
              </a:rPr>
              <a:t>UC Berkeley</a:t>
            </a:r>
            <a:endParaRPr lang="en-US" altLang="en-US" sz="2000">
              <a:latin typeface="Arial" panose="020B060402020202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1" name="object 2" descr="$PPTXTitle">
            <a:extLst>
              <a:ext uri="{FF2B5EF4-FFF2-40B4-BE49-F238E27FC236}">
                <a16:creationId xmlns:a16="http://schemas.microsoft.com/office/drawing/2014/main" id="{0F8559A6-8DB6-04C7-4EE9-14A2D9B545BC}"/>
              </a:ext>
            </a:extLst>
          </p:cNvPr>
          <p:cNvSpPr>
            <a:spLocks noGrp="1" noChangeArrowheads="1"/>
          </p:cNvSpPr>
          <p:nvPr>
            <p:ph type="body" idx="1"/>
          </p:nvPr>
        </p:nvSpPr>
        <p:spPr>
          <a:xfrm>
            <a:off x="884238" y="1617663"/>
            <a:ext cx="11234737" cy="399415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821229"/>
          <a:lstStyle/>
          <a:p>
            <a:pPr marL="812800" algn="ctr">
              <a:lnSpc>
                <a:spcPts val="8400"/>
              </a:lnSpc>
              <a:spcBef>
                <a:spcPts val="238"/>
              </a:spcBef>
              <a:buFontTx/>
              <a:buNone/>
            </a:pPr>
            <a:r>
              <a:rPr lang="ru-RU" altLang="en-US" sz="7000">
                <a:solidFill>
                  <a:srgbClr val="000000"/>
                </a:solidFill>
                <a:latin typeface="Arial" panose="020B0604020202020204" pitchFamily="34" charset="0"/>
                <a:cs typeface="Arial" panose="020B0604020202020204" pitchFamily="34" charset="0"/>
              </a:rPr>
              <a:t>Nonparametric Bayesian Methods: Part I</a:t>
            </a:r>
          </a:p>
        </p:txBody>
      </p:sp>
      <p:sp>
        <p:nvSpPr>
          <p:cNvPr id="10242" name="object 3">
            <a:extLst>
              <a:ext uri="{FF2B5EF4-FFF2-40B4-BE49-F238E27FC236}">
                <a16:creationId xmlns:a16="http://schemas.microsoft.com/office/drawing/2014/main" id="{A33D1A68-7211-591F-0DBC-E9F6AA3A2115}"/>
              </a:ext>
            </a:extLst>
          </p:cNvPr>
          <p:cNvSpPr txBox="1">
            <a:spLocks noChangeArrowheads="1"/>
          </p:cNvSpPr>
          <p:nvPr/>
        </p:nvSpPr>
        <p:spPr bwMode="auto">
          <a:xfrm>
            <a:off x="3981450" y="7285038"/>
            <a:ext cx="50419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810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spcBef>
                <a:spcPts val="300"/>
              </a:spcBef>
            </a:pPr>
            <a:r>
              <a:rPr lang="en-US" altLang="en-US" sz="3200">
                <a:solidFill>
                  <a:srgbClr val="000000"/>
                </a:solidFill>
                <a:latin typeface="Arial" panose="020B0604020202020204" pitchFamily="34" charset="0"/>
              </a:rPr>
              <a:t>Tamara Broderick</a:t>
            </a:r>
            <a:endParaRPr lang="en-US" altLang="en-US" sz="3200">
              <a:latin typeface="Arial" panose="020B0604020202020204" pitchFamily="34" charset="0"/>
            </a:endParaRPr>
          </a:p>
          <a:p>
            <a:pPr algn="ctr">
              <a:spcBef>
                <a:spcPts val="125"/>
              </a:spcBef>
            </a:pPr>
            <a:r>
              <a:rPr lang="en-US" altLang="en-US" sz="2000">
                <a:solidFill>
                  <a:srgbClr val="000000"/>
                </a:solidFill>
                <a:latin typeface="Arial" panose="020B0604020202020204" pitchFamily="34" charset="0"/>
              </a:rPr>
              <a:t>ITT Career Development Assistant Professor EECS</a:t>
            </a:r>
            <a:endParaRPr lang="en-US" altLang="en-US" sz="2000">
              <a:latin typeface="Arial" panose="020B0604020202020204" pitchFamily="34" charset="0"/>
            </a:endParaRPr>
          </a:p>
          <a:p>
            <a:pPr algn="ctr"/>
            <a:r>
              <a:rPr lang="en-US" altLang="en-US" sz="2000">
                <a:solidFill>
                  <a:srgbClr val="000000"/>
                </a:solidFill>
                <a:latin typeface="Arial" panose="020B0604020202020204" pitchFamily="34" charset="0"/>
              </a:rPr>
              <a:t>MIT</a:t>
            </a:r>
            <a:endParaRPr lang="en-US" altLang="en-US" sz="2000">
              <a:latin typeface="Arial" panose="020B0604020202020204" pitchFamily="34" charset="0"/>
            </a:endParaRPr>
          </a:p>
        </p:txBody>
      </p:sp>
      <p:pic>
        <p:nvPicPr>
          <p:cNvPr id="10243" name="object 4">
            <a:extLst>
              <a:ext uri="{FF2B5EF4-FFF2-40B4-BE49-F238E27FC236}">
                <a16:creationId xmlns:a16="http://schemas.microsoft.com/office/drawing/2014/main" id="{3EACDC49-DE04-8C99-ED1F-640A2A535D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 y="257175"/>
            <a:ext cx="2557463"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10244" name="object 5">
            <a:extLst>
              <a:ext uri="{FF2B5EF4-FFF2-40B4-BE49-F238E27FC236}">
                <a16:creationId xmlns:a16="http://schemas.microsoft.com/office/drawing/2014/main" id="{BF78BE03-F35E-F7BB-007C-BBAAF569F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44163" y="188913"/>
            <a:ext cx="2433637"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10245" name="object 6">
            <a:extLst>
              <a:ext uri="{FF2B5EF4-FFF2-40B4-BE49-F238E27FC236}">
                <a16:creationId xmlns:a16="http://schemas.microsoft.com/office/drawing/2014/main" id="{8D92683E-2DB3-C3C7-2614-E64416F630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6850" y="152400"/>
            <a:ext cx="28321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5" name="object 3">
            <a:extLst>
              <a:ext uri="{FF2B5EF4-FFF2-40B4-BE49-F238E27FC236}">
                <a16:creationId xmlns:a16="http://schemas.microsoft.com/office/drawing/2014/main" id="{25FD88C2-8309-DE6B-D831-F9361DFC90A9}"/>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11266" name="object 2" descr="$PPTXTitle">
            <a:extLst>
              <a:ext uri="{FF2B5EF4-FFF2-40B4-BE49-F238E27FC236}">
                <a16:creationId xmlns:a16="http://schemas.microsoft.com/office/drawing/2014/main" id="{11444ED8-6473-93B2-180D-5D981CF2044B}"/>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object 5">
            <a:extLst>
              <a:ext uri="{FF2B5EF4-FFF2-40B4-BE49-F238E27FC236}">
                <a16:creationId xmlns:a16="http://schemas.microsoft.com/office/drawing/2014/main" id="{EAA3CB94-7A74-6313-2D20-F460CE4E1842}"/>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12290" name="object 2">
            <a:extLst>
              <a:ext uri="{FF2B5EF4-FFF2-40B4-BE49-F238E27FC236}">
                <a16:creationId xmlns:a16="http://schemas.microsoft.com/office/drawing/2014/main" id="{9A872F36-AF72-6954-C6A2-8FC38B9E063E}"/>
              </a:ext>
            </a:extLst>
          </p:cNvPr>
          <p:cNvSpPr txBox="1">
            <a:spLocks noChangeArrowheads="1"/>
          </p:cNvSpPr>
          <p:nvPr/>
        </p:nvSpPr>
        <p:spPr bwMode="auto">
          <a:xfrm>
            <a:off x="434975" y="1695450"/>
            <a:ext cx="1968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12291" name="object 3">
            <a:extLst>
              <a:ext uri="{FF2B5EF4-FFF2-40B4-BE49-F238E27FC236}">
                <a16:creationId xmlns:a16="http://schemas.microsoft.com/office/drawing/2014/main" id="{EF88AFBD-2307-1FDF-3AD8-5DF7EB6BB7BC}"/>
              </a:ext>
            </a:extLst>
          </p:cNvPr>
          <p:cNvSpPr txBox="1">
            <a:spLocks noChangeArrowheads="1"/>
          </p:cNvSpPr>
          <p:nvPr/>
        </p:nvSpPr>
        <p:spPr bwMode="auto">
          <a:xfrm>
            <a:off x="879475" y="1624013"/>
            <a:ext cx="19065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a:solidFill>
                  <a:srgbClr val="000000"/>
                </a:solidFill>
                <a:latin typeface="Arial" panose="020B0604020202020204" pitchFamily="34" charset="0"/>
              </a:rPr>
              <a:t>Bayesian</a:t>
            </a:r>
            <a:endParaRPr lang="en-US" altLang="en-US" sz="3600">
              <a:latin typeface="Arial" panose="020B0604020202020204" pitchFamily="34" charset="0"/>
            </a:endParaRPr>
          </a:p>
        </p:txBody>
      </p:sp>
      <p:sp>
        <p:nvSpPr>
          <p:cNvPr id="12292" name="object 4" descr="$PPTXTitle">
            <a:extLst>
              <a:ext uri="{FF2B5EF4-FFF2-40B4-BE49-F238E27FC236}">
                <a16:creationId xmlns:a16="http://schemas.microsoft.com/office/drawing/2014/main" id="{EA18F256-65D9-7FC2-3A17-4AA820BC9757}"/>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object 4" descr="$PPTXTitle">
            <a:extLst>
              <a:ext uri="{FF2B5EF4-FFF2-40B4-BE49-F238E27FC236}">
                <a16:creationId xmlns:a16="http://schemas.microsoft.com/office/drawing/2014/main" id="{5983CB83-5DF9-76E2-DC68-142970086F34}"/>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13316" name="object 7">
            <a:extLst>
              <a:ext uri="{FF2B5EF4-FFF2-40B4-BE49-F238E27FC236}">
                <a16:creationId xmlns:a16="http://schemas.microsoft.com/office/drawing/2014/main" id="{96965191-F628-CB2B-B23D-2286CB51EAD0}"/>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CE088889-AC4B-DC29-A72C-085165BF1980}"/>
              </a:ext>
            </a:extLst>
          </p:cNvPr>
          <p:cNvSpPr txBox="1"/>
          <p:nvPr/>
        </p:nvSpPr>
        <p:spPr>
          <a:xfrm>
            <a:off x="650329" y="1958221"/>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0A3670B-5C24-9C98-0650-E25C7E9F2C29}"/>
                  </a:ext>
                </a:extLst>
              </p:cNvPr>
              <p:cNvSpPr txBox="1"/>
              <p:nvPr/>
            </p:nvSpPr>
            <p:spPr>
              <a:xfrm>
                <a:off x="866353" y="2572544"/>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A0A3670B-5C24-9C98-0650-E25C7E9F2C29}"/>
                  </a:ext>
                </a:extLst>
              </p:cNvPr>
              <p:cNvSpPr txBox="1">
                <a:spLocks noRot="1" noChangeAspect="1" noMove="1" noResize="1" noEditPoints="1" noAdjustHandles="1" noChangeArrowheads="1" noChangeShapeType="1" noTextEdit="1"/>
              </p:cNvSpPr>
              <p:nvPr/>
            </p:nvSpPr>
            <p:spPr>
              <a:xfrm>
                <a:off x="866353" y="2572544"/>
                <a:ext cx="10526664" cy="461665"/>
              </a:xfrm>
              <a:prstGeom prst="rect">
                <a:avLst/>
              </a:prstGeom>
              <a:blipFill>
                <a:blip r:embed="rId3"/>
                <a:stretch>
                  <a:fillRect l="-361" t="-7895" r="-723" b="-34211"/>
                </a:stretch>
              </a:blipFill>
            </p:spPr>
            <p:txBody>
              <a:bodyPr/>
              <a:lstStyle/>
              <a:p>
                <a:r>
                  <a:rPr lang="en-US">
                    <a:noFill/>
                  </a:rPr>
                  <a:t> </a:t>
                </a:r>
              </a:p>
            </p:txBody>
          </p:sp>
        </mc:Fallback>
      </mc:AlternateContent>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object 6">
            <a:extLst>
              <a:ext uri="{FF2B5EF4-FFF2-40B4-BE49-F238E27FC236}">
                <a16:creationId xmlns:a16="http://schemas.microsoft.com/office/drawing/2014/main" id="{C23457E0-A0EA-711E-4EA2-852D7C8FB7C6}"/>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14341" name="object 5" descr="$PPTXTitle">
            <a:extLst>
              <a:ext uri="{FF2B5EF4-FFF2-40B4-BE49-F238E27FC236}">
                <a16:creationId xmlns:a16="http://schemas.microsoft.com/office/drawing/2014/main" id="{995596AF-18F2-4A95-BC50-5284A5C33571}"/>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 name="TextBox 1">
            <a:extLst>
              <a:ext uri="{FF2B5EF4-FFF2-40B4-BE49-F238E27FC236}">
                <a16:creationId xmlns:a16="http://schemas.microsoft.com/office/drawing/2014/main" id="{B3738B2B-15D8-145E-0EDC-8100E5091786}"/>
              </a:ext>
            </a:extLst>
          </p:cNvPr>
          <p:cNvSpPr txBox="1"/>
          <p:nvPr/>
        </p:nvSpPr>
        <p:spPr>
          <a:xfrm>
            <a:off x="533400" y="1996480"/>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120D6F0-49A2-4D98-ABBA-9E3D1DB28B8A}"/>
                  </a:ext>
                </a:extLst>
              </p:cNvPr>
              <p:cNvSpPr txBox="1"/>
              <p:nvPr/>
            </p:nvSpPr>
            <p:spPr>
              <a:xfrm>
                <a:off x="866353" y="2594003"/>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9120D6F0-49A2-4D98-ABBA-9E3D1DB28B8A}"/>
                  </a:ext>
                </a:extLst>
              </p:cNvPr>
              <p:cNvSpPr txBox="1">
                <a:spLocks noRot="1" noChangeAspect="1" noMove="1" noResize="1" noEditPoints="1" noAdjustHandles="1" noChangeArrowheads="1" noChangeShapeType="1" noTextEdit="1"/>
              </p:cNvSpPr>
              <p:nvPr/>
            </p:nvSpPr>
            <p:spPr>
              <a:xfrm>
                <a:off x="866353" y="2594003"/>
                <a:ext cx="10526664" cy="461665"/>
              </a:xfrm>
              <a:prstGeom prst="rect">
                <a:avLst/>
              </a:prstGeom>
              <a:blipFill>
                <a:blip r:embed="rId2"/>
                <a:stretch>
                  <a:fillRect l="-361" t="-8108" r="-723" b="-3513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9B9BC89-7ACA-5201-56CE-6817A0E2C6B5}"/>
              </a:ext>
            </a:extLst>
          </p:cNvPr>
          <p:cNvSpPr txBox="1"/>
          <p:nvPr/>
        </p:nvSpPr>
        <p:spPr>
          <a:xfrm>
            <a:off x="521315" y="3631732"/>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1" name="object 2">
            <a:extLst>
              <a:ext uri="{FF2B5EF4-FFF2-40B4-BE49-F238E27FC236}">
                <a16:creationId xmlns:a16="http://schemas.microsoft.com/office/drawing/2014/main" id="{06182B0F-D316-4420-6A0F-C47C2B439D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5364" name="object 6" descr="$PPTXTitle">
            <a:extLst>
              <a:ext uri="{FF2B5EF4-FFF2-40B4-BE49-F238E27FC236}">
                <a16:creationId xmlns:a16="http://schemas.microsoft.com/office/drawing/2014/main" id="{FEE5559C-A5D2-D34D-CD59-9EFFC2304931}"/>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15365" name="object 9">
            <a:extLst>
              <a:ext uri="{FF2B5EF4-FFF2-40B4-BE49-F238E27FC236}">
                <a16:creationId xmlns:a16="http://schemas.microsoft.com/office/drawing/2014/main" id="{F27ABCFB-BAA1-4303-83B0-03473ECB3F2E}"/>
              </a:ext>
            </a:extLst>
          </p:cNvPr>
          <p:cNvSpPr txBox="1">
            <a:spLocks noChangeArrowheads="1"/>
          </p:cNvSpPr>
          <p:nvPr/>
        </p:nvSpPr>
        <p:spPr bwMode="auto">
          <a:xfrm>
            <a:off x="887413" y="7816850"/>
            <a:ext cx="17192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sp>
        <p:nvSpPr>
          <p:cNvPr id="15366" name="object 10">
            <a:extLst>
              <a:ext uri="{FF2B5EF4-FFF2-40B4-BE49-F238E27FC236}">
                <a16:creationId xmlns:a16="http://schemas.microsoft.com/office/drawing/2014/main" id="{EF776669-EA96-6E2A-C0D6-D3AA15CE1375}"/>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6BA6C2D1-DB82-FB30-82D6-979D727CF0F4}"/>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159C490-2D3A-9785-F63A-D6BDBFC7476C}"/>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8159C490-2D3A-9785-F63A-D6BDBFC7476C}"/>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4"/>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8594E634-5917-8784-E20F-4D5FA29D370E}"/>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385" name="object 2">
            <a:extLst>
              <a:ext uri="{FF2B5EF4-FFF2-40B4-BE49-F238E27FC236}">
                <a16:creationId xmlns:a16="http://schemas.microsoft.com/office/drawing/2014/main" id="{D0EAA9AA-9826-4328-00A0-8739909A84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6387" name="object 8">
            <a:extLst>
              <a:ext uri="{FF2B5EF4-FFF2-40B4-BE49-F238E27FC236}">
                <a16:creationId xmlns:a16="http://schemas.microsoft.com/office/drawing/2014/main" id="{02F7A707-7427-AA51-417A-D61FDC5BA2AC}"/>
              </a:ext>
            </a:extLst>
          </p:cNvPr>
          <p:cNvSpPr txBox="1">
            <a:spLocks noChangeArrowheads="1"/>
          </p:cNvSpPr>
          <p:nvPr/>
        </p:nvSpPr>
        <p:spPr bwMode="auto">
          <a:xfrm>
            <a:off x="887413" y="7816850"/>
            <a:ext cx="17192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sp>
        <p:nvSpPr>
          <p:cNvPr id="16388" name="object 9">
            <a:extLst>
              <a:ext uri="{FF2B5EF4-FFF2-40B4-BE49-F238E27FC236}">
                <a16:creationId xmlns:a16="http://schemas.microsoft.com/office/drawing/2014/main" id="{B0D2D2BD-FA04-42D7-ACED-417F88F66CB1}"/>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16390" name="object 6">
            <a:extLst>
              <a:ext uri="{FF2B5EF4-FFF2-40B4-BE49-F238E27FC236}">
                <a16:creationId xmlns:a16="http://schemas.microsoft.com/office/drawing/2014/main" id="{3AFDA63F-246A-E657-D9C0-57A20983475C}"/>
              </a:ext>
            </a:extLst>
          </p:cNvPr>
          <p:cNvSpPr txBox="1">
            <a:spLocks noChangeArrowheads="1"/>
          </p:cNvSpPr>
          <p:nvPr/>
        </p:nvSpPr>
        <p:spPr bwMode="auto">
          <a:xfrm>
            <a:off x="4216400" y="5802313"/>
            <a:ext cx="52085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a:solidFill>
                  <a:srgbClr val="000000"/>
                </a:solidFill>
                <a:latin typeface="Arial" panose="020B0604020202020204" pitchFamily="34" charset="0"/>
              </a:rPr>
              <a:t>“Wikipedia phenomenon”</a:t>
            </a:r>
            <a:endParaRPr lang="en-US" altLang="en-US" sz="3600">
              <a:latin typeface="Arial" panose="020B0604020202020204" pitchFamily="34" charset="0"/>
            </a:endParaRPr>
          </a:p>
        </p:txBody>
      </p:sp>
      <p:sp>
        <p:nvSpPr>
          <p:cNvPr id="16391" name="object 7" descr="$PPTXTitle">
            <a:extLst>
              <a:ext uri="{FF2B5EF4-FFF2-40B4-BE49-F238E27FC236}">
                <a16:creationId xmlns:a16="http://schemas.microsoft.com/office/drawing/2014/main" id="{E027B7BA-22B2-9D37-EF63-7F1709228662}"/>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 name="TextBox 1">
            <a:extLst>
              <a:ext uri="{FF2B5EF4-FFF2-40B4-BE49-F238E27FC236}">
                <a16:creationId xmlns:a16="http://schemas.microsoft.com/office/drawing/2014/main" id="{818CC949-D352-B186-05CC-963350E4A4DB}"/>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2616C55-BE30-5987-C794-044BD7B369F1}"/>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52616C55-BE30-5987-C794-044BD7B369F1}"/>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3"/>
                <a:stretch>
                  <a:fillRect l="-361" t="-8108" r="-723" b="-3783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3663FD9-8AB2-364B-C5B8-E6FD3E02A5F5}"/>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09" name="object 2">
            <a:extLst>
              <a:ext uri="{FF2B5EF4-FFF2-40B4-BE49-F238E27FC236}">
                <a16:creationId xmlns:a16="http://schemas.microsoft.com/office/drawing/2014/main" id="{AF07FB24-1CBB-4BBD-2DCC-9B275A25C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7411" name="object 7">
            <a:extLst>
              <a:ext uri="{FF2B5EF4-FFF2-40B4-BE49-F238E27FC236}">
                <a16:creationId xmlns:a16="http://schemas.microsoft.com/office/drawing/2014/main" id="{A5E4F7E0-A162-ECED-4A7A-C8C15120A516}"/>
              </a:ext>
            </a:extLst>
          </p:cNvPr>
          <p:cNvSpPr txBox="1">
            <a:spLocks noChangeArrowheads="1"/>
          </p:cNvSpPr>
          <p:nvPr/>
        </p:nvSpPr>
        <p:spPr bwMode="auto">
          <a:xfrm>
            <a:off x="887413" y="7816850"/>
            <a:ext cx="17192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sp>
        <p:nvSpPr>
          <p:cNvPr id="17412" name="object 8">
            <a:extLst>
              <a:ext uri="{FF2B5EF4-FFF2-40B4-BE49-F238E27FC236}">
                <a16:creationId xmlns:a16="http://schemas.microsoft.com/office/drawing/2014/main" id="{9D9E2933-638A-69BA-4FA6-FCF263112DE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17414" name="object 6" descr="$PPTXTitle">
            <a:extLst>
              <a:ext uri="{FF2B5EF4-FFF2-40B4-BE49-F238E27FC236}">
                <a16:creationId xmlns:a16="http://schemas.microsoft.com/office/drawing/2014/main" id="{9F59AB04-865A-83E0-8345-36F15FDA6C6A}"/>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3" name="TextBox 2">
            <a:extLst>
              <a:ext uri="{FF2B5EF4-FFF2-40B4-BE49-F238E27FC236}">
                <a16:creationId xmlns:a16="http://schemas.microsoft.com/office/drawing/2014/main" id="{94F1729E-956A-3CFA-71E3-026964EC17D0}"/>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CD32EF9-AAAE-D627-4D56-FBA8AA34B24D}"/>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5CD32EF9-AAAE-D627-4D56-FBA8AA34B24D}"/>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3"/>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4AC59A80-5839-B02B-1E28-99C3B6725980}"/>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8433" name="object 2">
            <a:extLst>
              <a:ext uri="{FF2B5EF4-FFF2-40B4-BE49-F238E27FC236}">
                <a16:creationId xmlns:a16="http://schemas.microsoft.com/office/drawing/2014/main" id="{15D7E532-68AD-17A2-A84C-D5FEF5B54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18436" name="object 6">
            <a:extLst>
              <a:ext uri="{FF2B5EF4-FFF2-40B4-BE49-F238E27FC236}">
                <a16:creationId xmlns:a16="http://schemas.microsoft.com/office/drawing/2014/main" id="{6C08563D-BAD4-2BF8-4FC7-5CCE64D9B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437" name="object 7">
            <a:extLst>
              <a:ext uri="{FF2B5EF4-FFF2-40B4-BE49-F238E27FC236}">
                <a16:creationId xmlns:a16="http://schemas.microsoft.com/office/drawing/2014/main" id="{D9922E48-64CB-FD3F-1480-BA80D662AC4A}"/>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sp>
        <p:nvSpPr>
          <p:cNvPr id="18438" name="object 8" descr="$PPTXTitle">
            <a:extLst>
              <a:ext uri="{FF2B5EF4-FFF2-40B4-BE49-F238E27FC236}">
                <a16:creationId xmlns:a16="http://schemas.microsoft.com/office/drawing/2014/main" id="{D25DEDE8-C479-848C-22FE-1DBB86A1E607}"/>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18439" name="object 11">
            <a:extLst>
              <a:ext uri="{FF2B5EF4-FFF2-40B4-BE49-F238E27FC236}">
                <a16:creationId xmlns:a16="http://schemas.microsoft.com/office/drawing/2014/main" id="{DC325C31-BCFE-A98D-D3CF-887B0EBD1DEA}"/>
              </a:ext>
            </a:extLst>
          </p:cNvPr>
          <p:cNvSpPr txBox="1">
            <a:spLocks noChangeArrowheads="1"/>
          </p:cNvSpPr>
          <p:nvPr/>
        </p:nvSpPr>
        <p:spPr bwMode="auto">
          <a:xfrm>
            <a:off x="887413" y="7816850"/>
            <a:ext cx="17192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sp>
        <p:nvSpPr>
          <p:cNvPr id="18440" name="object 12">
            <a:extLst>
              <a:ext uri="{FF2B5EF4-FFF2-40B4-BE49-F238E27FC236}">
                <a16:creationId xmlns:a16="http://schemas.microsoft.com/office/drawing/2014/main" id="{F80189CC-CE59-7F63-76DD-290BCB31B1D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06B17F93-4764-3FDC-012A-38328562F535}"/>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F2BF4AD-FB5C-2EFD-CBAF-7AE281F7E665}"/>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4F2BF4AD-FB5C-2EFD-CBAF-7AE281F7E665}"/>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5"/>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BC08506-7FD8-893F-6871-3B656D2D4819}"/>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7" name="object 2">
            <a:extLst>
              <a:ext uri="{FF2B5EF4-FFF2-40B4-BE49-F238E27FC236}">
                <a16:creationId xmlns:a16="http://schemas.microsoft.com/office/drawing/2014/main" id="{37B73AD0-0ED8-D2BD-A7D4-9240132A85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19460" name="object 6">
            <a:extLst>
              <a:ext uri="{FF2B5EF4-FFF2-40B4-BE49-F238E27FC236}">
                <a16:creationId xmlns:a16="http://schemas.microsoft.com/office/drawing/2014/main" id="{2C3AF92E-B71B-6C4D-A80F-12962D3F50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9461" name="object 7">
            <a:extLst>
              <a:ext uri="{FF2B5EF4-FFF2-40B4-BE49-F238E27FC236}">
                <a16:creationId xmlns:a16="http://schemas.microsoft.com/office/drawing/2014/main" id="{9DCEDF3A-CA90-3F46-86ED-3B0A07DEA750}"/>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pic>
        <p:nvPicPr>
          <p:cNvPr id="19462" name="object 8">
            <a:extLst>
              <a:ext uri="{FF2B5EF4-FFF2-40B4-BE49-F238E27FC236}">
                <a16:creationId xmlns:a16="http://schemas.microsoft.com/office/drawing/2014/main" id="{56FE04AB-4396-B666-0E31-84B529BFED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9463" name="object 9">
            <a:extLst>
              <a:ext uri="{FF2B5EF4-FFF2-40B4-BE49-F238E27FC236}">
                <a16:creationId xmlns:a16="http://schemas.microsoft.com/office/drawing/2014/main" id="{95DEB3C1-41D7-EDA9-A16B-6CD801303BF7}"/>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sp>
        <p:nvSpPr>
          <p:cNvPr id="19464" name="object 10" descr="$PPTXTitle">
            <a:extLst>
              <a:ext uri="{FF2B5EF4-FFF2-40B4-BE49-F238E27FC236}">
                <a16:creationId xmlns:a16="http://schemas.microsoft.com/office/drawing/2014/main" id="{590FDBA7-25C5-E8D5-C77A-92F21ABDCBB1}"/>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19465" name="object 13">
            <a:extLst>
              <a:ext uri="{FF2B5EF4-FFF2-40B4-BE49-F238E27FC236}">
                <a16:creationId xmlns:a16="http://schemas.microsoft.com/office/drawing/2014/main" id="{5128B036-C25E-6849-BB1F-8F186C044DB4}"/>
              </a:ext>
            </a:extLst>
          </p:cNvPr>
          <p:cNvSpPr txBox="1">
            <a:spLocks noChangeArrowheads="1"/>
          </p:cNvSpPr>
          <p:nvPr/>
        </p:nvSpPr>
        <p:spPr bwMode="auto">
          <a:xfrm>
            <a:off x="887413" y="7816850"/>
            <a:ext cx="17192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sp>
        <p:nvSpPr>
          <p:cNvPr id="19466" name="object 14">
            <a:extLst>
              <a:ext uri="{FF2B5EF4-FFF2-40B4-BE49-F238E27FC236}">
                <a16:creationId xmlns:a16="http://schemas.microsoft.com/office/drawing/2014/main" id="{EF843B8C-48BC-D2B4-B8BD-32A0F751D84D}"/>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80994337-8412-BF84-50DC-C115F55E85AF}"/>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B924949-D219-0B04-DEE6-91CB79164B70}"/>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1B924949-D219-0B04-DEE6-91CB79164B70}"/>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6"/>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E5647F2-C774-1076-5876-40A679764C6D}"/>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481" name="object 2">
            <a:extLst>
              <a:ext uri="{FF2B5EF4-FFF2-40B4-BE49-F238E27FC236}">
                <a16:creationId xmlns:a16="http://schemas.microsoft.com/office/drawing/2014/main" id="{32BDC109-540E-2A71-CE2A-065C576FA8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713" y="3406775"/>
            <a:ext cx="1897062"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0482" name="object 3">
            <a:extLst>
              <a:ext uri="{FF2B5EF4-FFF2-40B4-BE49-F238E27FC236}">
                <a16:creationId xmlns:a16="http://schemas.microsoft.com/office/drawing/2014/main" id="{0A36AF88-D0D8-E4E6-AB22-FD4A3A422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0485" name="object 7">
            <a:extLst>
              <a:ext uri="{FF2B5EF4-FFF2-40B4-BE49-F238E27FC236}">
                <a16:creationId xmlns:a16="http://schemas.microsoft.com/office/drawing/2014/main" id="{A541CB62-5B15-7CB1-8A38-4368EB6686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0486" name="object 8">
            <a:extLst>
              <a:ext uri="{FF2B5EF4-FFF2-40B4-BE49-F238E27FC236}">
                <a16:creationId xmlns:a16="http://schemas.microsoft.com/office/drawing/2014/main" id="{14A60E36-8095-EA2C-5413-D16BA357E49D}"/>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sp>
        <p:nvSpPr>
          <p:cNvPr id="20487" name="object 9">
            <a:extLst>
              <a:ext uri="{FF2B5EF4-FFF2-40B4-BE49-F238E27FC236}">
                <a16:creationId xmlns:a16="http://schemas.microsoft.com/office/drawing/2014/main" id="{DED083EB-BD3C-A232-70ED-228A11389949}"/>
              </a:ext>
            </a:extLst>
          </p:cNvPr>
          <p:cNvSpPr txBox="1">
            <a:spLocks noChangeArrowheads="1"/>
          </p:cNvSpPr>
          <p:nvPr/>
        </p:nvSpPr>
        <p:spPr bwMode="auto">
          <a:xfrm>
            <a:off x="11120438" y="5275263"/>
            <a:ext cx="133826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indent="555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[Lloyd et al 2012; Miller</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pic>
        <p:nvPicPr>
          <p:cNvPr id="20488" name="object 10">
            <a:extLst>
              <a:ext uri="{FF2B5EF4-FFF2-40B4-BE49-F238E27FC236}">
                <a16:creationId xmlns:a16="http://schemas.microsoft.com/office/drawing/2014/main" id="{259D4027-B06E-2EE0-A61A-D5DA86D71B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0489" name="object 11">
            <a:extLst>
              <a:ext uri="{FF2B5EF4-FFF2-40B4-BE49-F238E27FC236}">
                <a16:creationId xmlns:a16="http://schemas.microsoft.com/office/drawing/2014/main" id="{F0F0E4F6-FEB9-3A2B-48B6-0FCE6BBC8004}"/>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sp>
        <p:nvSpPr>
          <p:cNvPr id="20490" name="object 12" descr="$PPTXTitle">
            <a:extLst>
              <a:ext uri="{FF2B5EF4-FFF2-40B4-BE49-F238E27FC236}">
                <a16:creationId xmlns:a16="http://schemas.microsoft.com/office/drawing/2014/main" id="{FAA8E1EB-A514-C232-FE48-AFACFBFC5F7C}"/>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0491" name="object 15">
            <a:extLst>
              <a:ext uri="{FF2B5EF4-FFF2-40B4-BE49-F238E27FC236}">
                <a16:creationId xmlns:a16="http://schemas.microsoft.com/office/drawing/2014/main" id="{B422B48F-76A9-4CBB-C8F5-FCB11CDEE2B9}"/>
              </a:ext>
            </a:extLst>
          </p:cNvPr>
          <p:cNvSpPr txBox="1">
            <a:spLocks noChangeArrowheads="1"/>
          </p:cNvSpPr>
          <p:nvPr/>
        </p:nvSpPr>
        <p:spPr bwMode="auto">
          <a:xfrm>
            <a:off x="887413" y="7816850"/>
            <a:ext cx="1719262"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sp>
        <p:nvSpPr>
          <p:cNvPr id="20492" name="object 16">
            <a:extLst>
              <a:ext uri="{FF2B5EF4-FFF2-40B4-BE49-F238E27FC236}">
                <a16:creationId xmlns:a16="http://schemas.microsoft.com/office/drawing/2014/main" id="{81EDC120-DFFC-E6DD-79F9-C9E857ABBA0C}"/>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FA3A023E-6DC1-42A0-AFEB-2125A6DE3414}"/>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822F6FF-6163-6983-9F62-2256B68E6106}"/>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8822F6FF-6163-6983-9F62-2256B68E6106}"/>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7"/>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6DEA46A7-E241-2750-9E7E-DF140916E53A}"/>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1505" name="object 2">
            <a:extLst>
              <a:ext uri="{FF2B5EF4-FFF2-40B4-BE49-F238E27FC236}">
                <a16:creationId xmlns:a16="http://schemas.microsoft.com/office/drawing/2014/main" id="{5806550E-BC98-3390-538C-98063DCD8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713" y="3406775"/>
            <a:ext cx="1897062"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1506" name="object 3">
            <a:extLst>
              <a:ext uri="{FF2B5EF4-FFF2-40B4-BE49-F238E27FC236}">
                <a16:creationId xmlns:a16="http://schemas.microsoft.com/office/drawing/2014/main" id="{1A00934F-523C-75F0-4576-32F7D843ED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1509" name="object 7">
            <a:extLst>
              <a:ext uri="{FF2B5EF4-FFF2-40B4-BE49-F238E27FC236}">
                <a16:creationId xmlns:a16="http://schemas.microsoft.com/office/drawing/2014/main" id="{1A5A23CD-9DAF-CAF6-3C46-4CE9C66F64B6}"/>
              </a:ext>
            </a:extLst>
          </p:cNvPr>
          <p:cNvSpPr txBox="1">
            <a:spLocks noChangeArrowheads="1"/>
          </p:cNvSpPr>
          <p:nvPr/>
        </p:nvSpPr>
        <p:spPr bwMode="auto">
          <a:xfrm>
            <a:off x="887413" y="7758113"/>
            <a:ext cx="17192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pic>
        <p:nvPicPr>
          <p:cNvPr id="21510" name="object 8">
            <a:extLst>
              <a:ext uri="{FF2B5EF4-FFF2-40B4-BE49-F238E27FC236}">
                <a16:creationId xmlns:a16="http://schemas.microsoft.com/office/drawing/2014/main" id="{11852B2D-DA15-6009-28F6-F0DFAEA7C1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1511" name="object 9">
            <a:extLst>
              <a:ext uri="{FF2B5EF4-FFF2-40B4-BE49-F238E27FC236}">
                <a16:creationId xmlns:a16="http://schemas.microsoft.com/office/drawing/2014/main" id="{CD60BAAD-5882-C961-401A-34277FD8A8F3}"/>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pic>
        <p:nvPicPr>
          <p:cNvPr id="21512" name="object 10">
            <a:extLst>
              <a:ext uri="{FF2B5EF4-FFF2-40B4-BE49-F238E27FC236}">
                <a16:creationId xmlns:a16="http://schemas.microsoft.com/office/drawing/2014/main" id="{FC5990B0-03B1-F0C0-C9CE-343CC65D82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388" y="6419850"/>
            <a:ext cx="16510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1513" name="object 11">
            <a:extLst>
              <a:ext uri="{FF2B5EF4-FFF2-40B4-BE49-F238E27FC236}">
                <a16:creationId xmlns:a16="http://schemas.microsoft.com/office/drawing/2014/main" id="{BB4D1F30-F12A-67B9-343D-8EEC136C5D66}"/>
              </a:ext>
            </a:extLst>
          </p:cNvPr>
          <p:cNvSpPr txBox="1">
            <a:spLocks noChangeArrowheads="1"/>
          </p:cNvSpPr>
          <p:nvPr/>
        </p:nvSpPr>
        <p:spPr bwMode="auto">
          <a:xfrm>
            <a:off x="11120438" y="5275263"/>
            <a:ext cx="133826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indent="555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[Lloyd et al 2012; Miller</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pic>
        <p:nvPicPr>
          <p:cNvPr id="21514" name="object 12">
            <a:extLst>
              <a:ext uri="{FF2B5EF4-FFF2-40B4-BE49-F238E27FC236}">
                <a16:creationId xmlns:a16="http://schemas.microsoft.com/office/drawing/2014/main" id="{71AEBF5D-5FF7-21B8-73D1-AAD66CD939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1515" name="object 13">
            <a:extLst>
              <a:ext uri="{FF2B5EF4-FFF2-40B4-BE49-F238E27FC236}">
                <a16:creationId xmlns:a16="http://schemas.microsoft.com/office/drawing/2014/main" id="{582FE8DC-B39C-20B4-3178-2AB3A333CCD1}"/>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sp>
        <p:nvSpPr>
          <p:cNvPr id="21516" name="object 14" descr="$PPTXTitle">
            <a:extLst>
              <a:ext uri="{FF2B5EF4-FFF2-40B4-BE49-F238E27FC236}">
                <a16:creationId xmlns:a16="http://schemas.microsoft.com/office/drawing/2014/main" id="{2AACB1E4-01D1-80FF-496A-1BDAE7EFF30F}"/>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1519" name="object 17">
            <a:extLst>
              <a:ext uri="{FF2B5EF4-FFF2-40B4-BE49-F238E27FC236}">
                <a16:creationId xmlns:a16="http://schemas.microsoft.com/office/drawing/2014/main" id="{3991905F-D5DD-8ACC-1838-1B13874C723D}"/>
              </a:ext>
            </a:extLst>
          </p:cNvPr>
          <p:cNvSpPr txBox="1">
            <a:spLocks noChangeArrowheads="1"/>
          </p:cNvSpPr>
          <p:nvPr/>
        </p:nvSpPr>
        <p:spPr bwMode="auto">
          <a:xfrm>
            <a:off x="11287125" y="9012238"/>
            <a:ext cx="1531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lnSpc>
                <a:spcPts val="2038"/>
              </a:lnSpc>
            </a:pPr>
            <a:r>
              <a:rPr lang="en-US" altLang="en-US" sz="2000" dirty="0">
                <a:solidFill>
                  <a:srgbClr val="000000"/>
                </a:solidFill>
                <a:latin typeface="Arial" panose="020B0604020202020204" pitchFamily="34" charset="0"/>
              </a:rPr>
              <a:t>[Sudderth,</a:t>
            </a:r>
            <a:endParaRPr lang="en-US" altLang="en-US" sz="2000" dirty="0">
              <a:latin typeface="Arial" panose="020B0604020202020204" pitchFamily="34" charset="0"/>
            </a:endParaRPr>
          </a:p>
          <a:p>
            <a:pPr algn="ctr"/>
            <a:r>
              <a:rPr lang="en-US" altLang="en-US" sz="2000" dirty="0">
                <a:solidFill>
                  <a:srgbClr val="000000"/>
                </a:solidFill>
                <a:latin typeface="Arial" panose="020B0604020202020204" pitchFamily="34" charset="0"/>
              </a:rPr>
              <a:t>Jordan 2009]</a:t>
            </a:r>
            <a:endParaRPr lang="en-US" altLang="en-US" sz="2000" dirty="0">
              <a:latin typeface="Arial" panose="020B0604020202020204" pitchFamily="34" charset="0"/>
            </a:endParaRPr>
          </a:p>
        </p:txBody>
      </p:sp>
      <p:sp>
        <p:nvSpPr>
          <p:cNvPr id="21520" name="object 18">
            <a:extLst>
              <a:ext uri="{FF2B5EF4-FFF2-40B4-BE49-F238E27FC236}">
                <a16:creationId xmlns:a16="http://schemas.microsoft.com/office/drawing/2014/main" id="{41D09C44-9B60-7A0A-A0AC-938358998D27}"/>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6EAD775E-1282-5A0A-E722-A5BB021F0C83}"/>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70CC494-38FD-0279-E837-F70BE6A4DD27}"/>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470CC494-38FD-0279-E837-F70BE6A4DD27}"/>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8"/>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E7980310-5FE9-E80E-F1DD-BD503045FE99}"/>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529" name="object 2">
            <a:extLst>
              <a:ext uri="{FF2B5EF4-FFF2-40B4-BE49-F238E27FC236}">
                <a16:creationId xmlns:a16="http://schemas.microsoft.com/office/drawing/2014/main" id="{97D10672-19E8-6996-A793-BED62E3EA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713" y="3406775"/>
            <a:ext cx="1897062"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2530" name="object 3">
            <a:extLst>
              <a:ext uri="{FF2B5EF4-FFF2-40B4-BE49-F238E27FC236}">
                <a16:creationId xmlns:a16="http://schemas.microsoft.com/office/drawing/2014/main" id="{BE14509C-F39E-4A4E-AC31-941446F75C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2533" name="object 7">
            <a:extLst>
              <a:ext uri="{FF2B5EF4-FFF2-40B4-BE49-F238E27FC236}">
                <a16:creationId xmlns:a16="http://schemas.microsoft.com/office/drawing/2014/main" id="{9CE7C607-5434-E06E-2D1A-0F9FDF109F9F}"/>
              </a:ext>
            </a:extLst>
          </p:cNvPr>
          <p:cNvSpPr txBox="1">
            <a:spLocks noChangeArrowheads="1"/>
          </p:cNvSpPr>
          <p:nvPr/>
        </p:nvSpPr>
        <p:spPr bwMode="auto">
          <a:xfrm>
            <a:off x="887413" y="7758113"/>
            <a:ext cx="17192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pic>
        <p:nvPicPr>
          <p:cNvPr id="22534" name="object 8">
            <a:extLst>
              <a:ext uri="{FF2B5EF4-FFF2-40B4-BE49-F238E27FC236}">
                <a16:creationId xmlns:a16="http://schemas.microsoft.com/office/drawing/2014/main" id="{E7A7996D-15AD-A0D8-8344-1365AF1AD6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2535" name="object 9">
            <a:extLst>
              <a:ext uri="{FF2B5EF4-FFF2-40B4-BE49-F238E27FC236}">
                <a16:creationId xmlns:a16="http://schemas.microsoft.com/office/drawing/2014/main" id="{3DC9343E-E005-50CB-427B-29A76A923377}"/>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pic>
        <p:nvPicPr>
          <p:cNvPr id="22536" name="object 10">
            <a:extLst>
              <a:ext uri="{FF2B5EF4-FFF2-40B4-BE49-F238E27FC236}">
                <a16:creationId xmlns:a16="http://schemas.microsoft.com/office/drawing/2014/main" id="{CE2547A0-607C-DD3C-10F8-C035252DF5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388" y="6419850"/>
            <a:ext cx="16510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2537" name="object 11">
            <a:extLst>
              <a:ext uri="{FF2B5EF4-FFF2-40B4-BE49-F238E27FC236}">
                <a16:creationId xmlns:a16="http://schemas.microsoft.com/office/drawing/2014/main" id="{841A3A41-20EE-B806-2509-890ECEA2619D}"/>
              </a:ext>
            </a:extLst>
          </p:cNvPr>
          <p:cNvSpPr txBox="1">
            <a:spLocks noChangeArrowheads="1"/>
          </p:cNvSpPr>
          <p:nvPr/>
        </p:nvSpPr>
        <p:spPr bwMode="auto">
          <a:xfrm>
            <a:off x="11120438" y="5275263"/>
            <a:ext cx="133826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indent="555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[Lloyd et al 2012; Miller</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pic>
        <p:nvPicPr>
          <p:cNvPr id="22538" name="object 12">
            <a:extLst>
              <a:ext uri="{FF2B5EF4-FFF2-40B4-BE49-F238E27FC236}">
                <a16:creationId xmlns:a16="http://schemas.microsoft.com/office/drawing/2014/main" id="{1FB8A100-A4A9-887F-8B7F-27C19A1943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2539" name="object 13">
            <a:extLst>
              <a:ext uri="{FF2B5EF4-FFF2-40B4-BE49-F238E27FC236}">
                <a16:creationId xmlns:a16="http://schemas.microsoft.com/office/drawing/2014/main" id="{FFEF9792-78DD-683E-F8E9-FCC7E96AC7AF}"/>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pic>
        <p:nvPicPr>
          <p:cNvPr id="22547" name="object 15">
            <a:extLst>
              <a:ext uri="{FF2B5EF4-FFF2-40B4-BE49-F238E27FC236}">
                <a16:creationId xmlns:a16="http://schemas.microsoft.com/office/drawing/2014/main" id="{094A4512-3EB6-3752-1083-608DB125DE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9793" y="7432404"/>
            <a:ext cx="1844540" cy="1612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2541" name="object 17">
            <a:extLst>
              <a:ext uri="{FF2B5EF4-FFF2-40B4-BE49-F238E27FC236}">
                <a16:creationId xmlns:a16="http://schemas.microsoft.com/office/drawing/2014/main" id="{9554CF8E-8E12-ADAA-B98C-816CEF6CC4D7}"/>
              </a:ext>
            </a:extLst>
          </p:cNvPr>
          <p:cNvSpPr txBox="1">
            <a:spLocks noChangeArrowheads="1"/>
          </p:cNvSpPr>
          <p:nvPr/>
        </p:nvSpPr>
        <p:spPr bwMode="auto">
          <a:xfrm>
            <a:off x="10002838" y="7380288"/>
            <a:ext cx="858837"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[Ewens 1972;</a:t>
            </a:r>
            <a:endParaRPr lang="en-US" altLang="en-US" sz="2000">
              <a:latin typeface="Arial" panose="020B0604020202020204" pitchFamily="34" charset="0"/>
            </a:endParaRPr>
          </a:p>
          <a:p>
            <a:pPr algn="just"/>
            <a:r>
              <a:rPr lang="en-US" altLang="en-US" sz="2000">
                <a:solidFill>
                  <a:srgbClr val="000000"/>
                </a:solidFill>
                <a:latin typeface="Arial" panose="020B0604020202020204" pitchFamily="34" charset="0"/>
              </a:rPr>
              <a:t>Hartl, Clark 2003]</a:t>
            </a:r>
            <a:endParaRPr lang="en-US" altLang="en-US" sz="2000">
              <a:latin typeface="Arial" panose="020B0604020202020204" pitchFamily="34" charset="0"/>
            </a:endParaRPr>
          </a:p>
        </p:txBody>
      </p:sp>
      <p:sp>
        <p:nvSpPr>
          <p:cNvPr id="22542" name="object 20">
            <a:extLst>
              <a:ext uri="{FF2B5EF4-FFF2-40B4-BE49-F238E27FC236}">
                <a16:creationId xmlns:a16="http://schemas.microsoft.com/office/drawing/2014/main" id="{FDEF6FAD-4A83-976A-325E-6B5697B1D342}"/>
              </a:ext>
            </a:extLst>
          </p:cNvPr>
          <p:cNvSpPr txBox="1">
            <a:spLocks noChangeArrowheads="1"/>
          </p:cNvSpPr>
          <p:nvPr/>
        </p:nvSpPr>
        <p:spPr bwMode="auto">
          <a:xfrm>
            <a:off x="11287125" y="9012238"/>
            <a:ext cx="1531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lnSpc>
                <a:spcPts val="2038"/>
              </a:lnSpc>
            </a:pPr>
            <a:r>
              <a:rPr lang="en-US" altLang="en-US" sz="2000">
                <a:solidFill>
                  <a:srgbClr val="000000"/>
                </a:solidFill>
                <a:latin typeface="Arial" panose="020B0604020202020204" pitchFamily="34" charset="0"/>
              </a:rPr>
              <a:t>[Sudderth,</a:t>
            </a:r>
            <a:endParaRPr lang="en-US" altLang="en-US" sz="2000">
              <a:latin typeface="Arial" panose="020B0604020202020204" pitchFamily="34" charset="0"/>
            </a:endParaRPr>
          </a:p>
          <a:p>
            <a:pPr algn="ctr"/>
            <a:r>
              <a:rPr lang="en-US" altLang="en-US" sz="2000">
                <a:solidFill>
                  <a:srgbClr val="000000"/>
                </a:solidFill>
                <a:latin typeface="Arial" panose="020B0604020202020204" pitchFamily="34" charset="0"/>
              </a:rPr>
              <a:t>Jordan 2009]</a:t>
            </a:r>
            <a:endParaRPr lang="en-US" altLang="en-US" sz="2000">
              <a:latin typeface="Arial" panose="020B0604020202020204" pitchFamily="34" charset="0"/>
            </a:endParaRPr>
          </a:p>
        </p:txBody>
      </p:sp>
      <p:sp>
        <p:nvSpPr>
          <p:cNvPr id="22543" name="object 21">
            <a:extLst>
              <a:ext uri="{FF2B5EF4-FFF2-40B4-BE49-F238E27FC236}">
                <a16:creationId xmlns:a16="http://schemas.microsoft.com/office/drawing/2014/main" id="{EF4FECC9-0026-B317-167F-90317452EF3A}"/>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22544" name="object 18" descr="$PPTXTitle">
            <a:extLst>
              <a:ext uri="{FF2B5EF4-FFF2-40B4-BE49-F238E27FC236}">
                <a16:creationId xmlns:a16="http://schemas.microsoft.com/office/drawing/2014/main" id="{957876D5-E4B4-9CD5-6509-42BA44DDC753}"/>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3" name="TextBox 2">
            <a:extLst>
              <a:ext uri="{FF2B5EF4-FFF2-40B4-BE49-F238E27FC236}">
                <a16:creationId xmlns:a16="http://schemas.microsoft.com/office/drawing/2014/main" id="{4A5E56C2-0460-C60E-E4FB-90489CA05B6F}"/>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476D388-1A24-69CD-696F-C3D6E9A52EF2}"/>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3476D388-1A24-69CD-696F-C3D6E9A52EF2}"/>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9"/>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79A6431F-49BA-0BA4-9C04-BE5D41375F07}"/>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3553" name="object 2">
            <a:extLst>
              <a:ext uri="{FF2B5EF4-FFF2-40B4-BE49-F238E27FC236}">
                <a16:creationId xmlns:a16="http://schemas.microsoft.com/office/drawing/2014/main" id="{B98EE5B8-C306-528A-8277-8322A17761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713" y="3406775"/>
            <a:ext cx="1897062"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3554" name="object 3">
            <a:extLst>
              <a:ext uri="{FF2B5EF4-FFF2-40B4-BE49-F238E27FC236}">
                <a16:creationId xmlns:a16="http://schemas.microsoft.com/office/drawing/2014/main" id="{4BFF004D-6903-1C10-C104-811D656D4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3557" name="object 7">
            <a:extLst>
              <a:ext uri="{FF2B5EF4-FFF2-40B4-BE49-F238E27FC236}">
                <a16:creationId xmlns:a16="http://schemas.microsoft.com/office/drawing/2014/main" id="{C16EAF9A-F240-A009-F603-E1CF56F3F467}"/>
              </a:ext>
            </a:extLst>
          </p:cNvPr>
          <p:cNvSpPr txBox="1">
            <a:spLocks noChangeArrowheads="1"/>
          </p:cNvSpPr>
          <p:nvPr/>
        </p:nvSpPr>
        <p:spPr bwMode="auto">
          <a:xfrm>
            <a:off x="887413" y="7758113"/>
            <a:ext cx="17192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pic>
        <p:nvPicPr>
          <p:cNvPr id="23558" name="object 8">
            <a:extLst>
              <a:ext uri="{FF2B5EF4-FFF2-40B4-BE49-F238E27FC236}">
                <a16:creationId xmlns:a16="http://schemas.microsoft.com/office/drawing/2014/main" id="{2CF897EA-9ED0-4F22-8B6D-0CCB416DF1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3559" name="object 9">
            <a:extLst>
              <a:ext uri="{FF2B5EF4-FFF2-40B4-BE49-F238E27FC236}">
                <a16:creationId xmlns:a16="http://schemas.microsoft.com/office/drawing/2014/main" id="{50AD7028-4DB7-07E8-A1D0-F51F30EDC092}"/>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pic>
        <p:nvPicPr>
          <p:cNvPr id="23560" name="object 10">
            <a:extLst>
              <a:ext uri="{FF2B5EF4-FFF2-40B4-BE49-F238E27FC236}">
                <a16:creationId xmlns:a16="http://schemas.microsoft.com/office/drawing/2014/main" id="{8C9C6F64-9483-DD8A-35EF-152C080C11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388" y="6419850"/>
            <a:ext cx="16510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3561" name="object 11">
            <a:extLst>
              <a:ext uri="{FF2B5EF4-FFF2-40B4-BE49-F238E27FC236}">
                <a16:creationId xmlns:a16="http://schemas.microsoft.com/office/drawing/2014/main" id="{49838BF7-D45D-CAB8-33E6-F6184D79107F}"/>
              </a:ext>
            </a:extLst>
          </p:cNvPr>
          <p:cNvSpPr txBox="1">
            <a:spLocks noChangeArrowheads="1"/>
          </p:cNvSpPr>
          <p:nvPr/>
        </p:nvSpPr>
        <p:spPr bwMode="auto">
          <a:xfrm>
            <a:off x="11120438" y="5275263"/>
            <a:ext cx="133826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indent="555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[Lloyd et al 2012; Miller</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pic>
        <p:nvPicPr>
          <p:cNvPr id="23562" name="object 12">
            <a:extLst>
              <a:ext uri="{FF2B5EF4-FFF2-40B4-BE49-F238E27FC236}">
                <a16:creationId xmlns:a16="http://schemas.microsoft.com/office/drawing/2014/main" id="{AC291C50-EFC9-B21C-263B-5886A254B0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3563" name="object 13">
            <a:extLst>
              <a:ext uri="{FF2B5EF4-FFF2-40B4-BE49-F238E27FC236}">
                <a16:creationId xmlns:a16="http://schemas.microsoft.com/office/drawing/2014/main" id="{4B7CE508-46CC-2CD8-71B4-8F476409C93E}"/>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grpSp>
        <p:nvGrpSpPr>
          <p:cNvPr id="23564" name="object 14">
            <a:extLst>
              <a:ext uri="{FF2B5EF4-FFF2-40B4-BE49-F238E27FC236}">
                <a16:creationId xmlns:a16="http://schemas.microsoft.com/office/drawing/2014/main" id="{2D62851A-A860-AF5F-29E3-48BD6B8B9208}"/>
              </a:ext>
            </a:extLst>
          </p:cNvPr>
          <p:cNvGrpSpPr>
            <a:grpSpLocks/>
          </p:cNvGrpSpPr>
          <p:nvPr/>
        </p:nvGrpSpPr>
        <p:grpSpPr bwMode="auto">
          <a:xfrm>
            <a:off x="4957763" y="7232650"/>
            <a:ext cx="5765800" cy="2395538"/>
            <a:chOff x="4957231" y="7233091"/>
            <a:chExt cx="5766435" cy="2395855"/>
          </a:xfrm>
        </p:grpSpPr>
        <p:pic>
          <p:nvPicPr>
            <p:cNvPr id="23574" name="object 15">
              <a:extLst>
                <a:ext uri="{FF2B5EF4-FFF2-40B4-BE49-F238E27FC236}">
                  <a16:creationId xmlns:a16="http://schemas.microsoft.com/office/drawing/2014/main" id="{E57E4DC0-5637-4277-FDDA-D4A4A939C9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7231" y="8956695"/>
              <a:ext cx="5766231" cy="67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3575" name="object 16">
              <a:extLst>
                <a:ext uri="{FF2B5EF4-FFF2-40B4-BE49-F238E27FC236}">
                  <a16:creationId xmlns:a16="http://schemas.microsoft.com/office/drawing/2014/main" id="{CE753023-8DFF-51B2-D4C7-5480DFFB2BA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47989" y="7233091"/>
              <a:ext cx="2238427" cy="178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23565" name="object 17">
            <a:extLst>
              <a:ext uri="{FF2B5EF4-FFF2-40B4-BE49-F238E27FC236}">
                <a16:creationId xmlns:a16="http://schemas.microsoft.com/office/drawing/2014/main" id="{28FF944F-7040-4371-637B-3F08E90A4376}"/>
              </a:ext>
            </a:extLst>
          </p:cNvPr>
          <p:cNvSpPr txBox="1">
            <a:spLocks noChangeArrowheads="1"/>
          </p:cNvSpPr>
          <p:nvPr/>
        </p:nvSpPr>
        <p:spPr bwMode="auto">
          <a:xfrm>
            <a:off x="10002838" y="7380288"/>
            <a:ext cx="858837"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[Ewens 1972;</a:t>
            </a:r>
            <a:endParaRPr lang="en-US" altLang="en-US" sz="2000">
              <a:latin typeface="Arial" panose="020B0604020202020204" pitchFamily="34" charset="0"/>
            </a:endParaRPr>
          </a:p>
        </p:txBody>
      </p:sp>
      <p:sp>
        <p:nvSpPr>
          <p:cNvPr id="23566" name="object 18" descr="$PPTXTitle">
            <a:extLst>
              <a:ext uri="{FF2B5EF4-FFF2-40B4-BE49-F238E27FC236}">
                <a16:creationId xmlns:a16="http://schemas.microsoft.com/office/drawing/2014/main" id="{09C7FC36-C5A0-1167-3C04-DDBCCC18F9C5}"/>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3569" name="object 21">
            <a:extLst>
              <a:ext uri="{FF2B5EF4-FFF2-40B4-BE49-F238E27FC236}">
                <a16:creationId xmlns:a16="http://schemas.microsoft.com/office/drawing/2014/main" id="{3A0DCE96-C093-D3A5-1F0A-7562361DBD7D}"/>
              </a:ext>
            </a:extLst>
          </p:cNvPr>
          <p:cNvSpPr txBox="1">
            <a:spLocks noChangeArrowheads="1"/>
          </p:cNvSpPr>
          <p:nvPr/>
        </p:nvSpPr>
        <p:spPr bwMode="auto">
          <a:xfrm>
            <a:off x="10002838" y="8048625"/>
            <a:ext cx="67468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Hartl,</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Clark 2003]</a:t>
            </a:r>
            <a:endParaRPr lang="en-US" altLang="en-US" sz="2000">
              <a:latin typeface="Arial" panose="020B0604020202020204" pitchFamily="34" charset="0"/>
            </a:endParaRPr>
          </a:p>
        </p:txBody>
      </p:sp>
      <p:sp>
        <p:nvSpPr>
          <p:cNvPr id="23570" name="object 22">
            <a:extLst>
              <a:ext uri="{FF2B5EF4-FFF2-40B4-BE49-F238E27FC236}">
                <a16:creationId xmlns:a16="http://schemas.microsoft.com/office/drawing/2014/main" id="{7F0BF7E4-FD8C-AE6E-6F48-19E6E954792F}"/>
              </a:ext>
            </a:extLst>
          </p:cNvPr>
          <p:cNvSpPr txBox="1">
            <a:spLocks noChangeArrowheads="1"/>
          </p:cNvSpPr>
          <p:nvPr/>
        </p:nvSpPr>
        <p:spPr bwMode="auto">
          <a:xfrm>
            <a:off x="4251325" y="8874125"/>
            <a:ext cx="68897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r">
              <a:lnSpc>
                <a:spcPts val="2038"/>
              </a:lnSpc>
            </a:pPr>
            <a:r>
              <a:rPr lang="en-US" altLang="en-US" sz="2000">
                <a:solidFill>
                  <a:srgbClr val="000000"/>
                </a:solidFill>
                <a:latin typeface="Arial" panose="020B0604020202020204" pitchFamily="34" charset="0"/>
              </a:rPr>
              <a:t>[Saria</a:t>
            </a:r>
            <a:endParaRPr lang="en-US" altLang="en-US" sz="2000">
              <a:latin typeface="Arial" panose="020B0604020202020204" pitchFamily="34" charset="0"/>
            </a:endParaRPr>
          </a:p>
          <a:p>
            <a:pPr algn="r"/>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sp>
        <p:nvSpPr>
          <p:cNvPr id="23571" name="object 23">
            <a:extLst>
              <a:ext uri="{FF2B5EF4-FFF2-40B4-BE49-F238E27FC236}">
                <a16:creationId xmlns:a16="http://schemas.microsoft.com/office/drawing/2014/main" id="{2081E254-5139-BCE8-46B1-F868C57D71D4}"/>
              </a:ext>
            </a:extLst>
          </p:cNvPr>
          <p:cNvSpPr txBox="1">
            <a:spLocks noChangeArrowheads="1"/>
          </p:cNvSpPr>
          <p:nvPr/>
        </p:nvSpPr>
        <p:spPr bwMode="auto">
          <a:xfrm>
            <a:off x="11287125" y="9012238"/>
            <a:ext cx="1531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lnSpc>
                <a:spcPts val="2038"/>
              </a:lnSpc>
            </a:pPr>
            <a:r>
              <a:rPr lang="en-US" altLang="en-US" sz="2000">
                <a:solidFill>
                  <a:srgbClr val="000000"/>
                </a:solidFill>
                <a:latin typeface="Arial" panose="020B0604020202020204" pitchFamily="34" charset="0"/>
              </a:rPr>
              <a:t>[Sudderth,</a:t>
            </a:r>
            <a:endParaRPr lang="en-US" altLang="en-US" sz="2000">
              <a:latin typeface="Arial" panose="020B0604020202020204" pitchFamily="34" charset="0"/>
            </a:endParaRPr>
          </a:p>
          <a:p>
            <a:pPr algn="ctr"/>
            <a:r>
              <a:rPr lang="en-US" altLang="en-US" sz="2000">
                <a:solidFill>
                  <a:srgbClr val="000000"/>
                </a:solidFill>
                <a:latin typeface="Arial" panose="020B0604020202020204" pitchFamily="34" charset="0"/>
              </a:rPr>
              <a:t>Jordan 2009]</a:t>
            </a:r>
            <a:endParaRPr lang="en-US" altLang="en-US" sz="2000">
              <a:latin typeface="Arial" panose="020B0604020202020204" pitchFamily="34" charset="0"/>
            </a:endParaRPr>
          </a:p>
        </p:txBody>
      </p:sp>
      <p:sp>
        <p:nvSpPr>
          <p:cNvPr id="23572" name="object 24">
            <a:extLst>
              <a:ext uri="{FF2B5EF4-FFF2-40B4-BE49-F238E27FC236}">
                <a16:creationId xmlns:a16="http://schemas.microsoft.com/office/drawing/2014/main" id="{7A874B79-AD62-5D79-0FAB-31AF8D7DF7C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B246A8F7-D0BD-53D9-582E-0F19C441AE55}"/>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D7A4318-E6D0-43D2-698D-9D634D83627C}"/>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7D7A4318-E6D0-43D2-698D-9D634D83627C}"/>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10"/>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AEF7326B-DD40-C683-5592-3A3DEFDD23D1}"/>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577" name="object 2">
            <a:extLst>
              <a:ext uri="{FF2B5EF4-FFF2-40B4-BE49-F238E27FC236}">
                <a16:creationId xmlns:a16="http://schemas.microsoft.com/office/drawing/2014/main" id="{1C627D31-6886-AC78-BA3A-8EA5415870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713" y="3406775"/>
            <a:ext cx="1897062"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4578" name="object 3">
            <a:extLst>
              <a:ext uri="{FF2B5EF4-FFF2-40B4-BE49-F238E27FC236}">
                <a16:creationId xmlns:a16="http://schemas.microsoft.com/office/drawing/2014/main" id="{A3386DB7-765C-6131-EBBB-5B0F4ABA36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4581" name="object 7">
            <a:extLst>
              <a:ext uri="{FF2B5EF4-FFF2-40B4-BE49-F238E27FC236}">
                <a16:creationId xmlns:a16="http://schemas.microsoft.com/office/drawing/2014/main" id="{E777406C-93FE-395F-76C1-373B36FAD525}"/>
              </a:ext>
            </a:extLst>
          </p:cNvPr>
          <p:cNvSpPr txBox="1">
            <a:spLocks noChangeArrowheads="1"/>
          </p:cNvSpPr>
          <p:nvPr/>
        </p:nvSpPr>
        <p:spPr bwMode="auto">
          <a:xfrm>
            <a:off x="887413" y="7758113"/>
            <a:ext cx="17192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pic>
        <p:nvPicPr>
          <p:cNvPr id="24582" name="object 8">
            <a:extLst>
              <a:ext uri="{FF2B5EF4-FFF2-40B4-BE49-F238E27FC236}">
                <a16:creationId xmlns:a16="http://schemas.microsoft.com/office/drawing/2014/main" id="{452C7514-D66D-7C66-2DED-5F2CE73C53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4583" name="object 9">
            <a:extLst>
              <a:ext uri="{FF2B5EF4-FFF2-40B4-BE49-F238E27FC236}">
                <a16:creationId xmlns:a16="http://schemas.microsoft.com/office/drawing/2014/main" id="{DFBB2341-9889-D226-C34A-04102E30C02C}"/>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pic>
        <p:nvPicPr>
          <p:cNvPr id="24584" name="object 10">
            <a:extLst>
              <a:ext uri="{FF2B5EF4-FFF2-40B4-BE49-F238E27FC236}">
                <a16:creationId xmlns:a16="http://schemas.microsoft.com/office/drawing/2014/main" id="{7CDC793F-7FD3-5DE7-8EF4-8EF0389DDB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388" y="6419850"/>
            <a:ext cx="16510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4585" name="object 11">
            <a:extLst>
              <a:ext uri="{FF2B5EF4-FFF2-40B4-BE49-F238E27FC236}">
                <a16:creationId xmlns:a16="http://schemas.microsoft.com/office/drawing/2014/main" id="{0544251B-E1B4-11D6-7106-61E9756DAA46}"/>
              </a:ext>
            </a:extLst>
          </p:cNvPr>
          <p:cNvSpPr txBox="1">
            <a:spLocks noChangeArrowheads="1"/>
          </p:cNvSpPr>
          <p:nvPr/>
        </p:nvSpPr>
        <p:spPr bwMode="auto">
          <a:xfrm>
            <a:off x="11120438" y="5275263"/>
            <a:ext cx="133826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indent="555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[Lloyd et al 2012; Miller</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pic>
        <p:nvPicPr>
          <p:cNvPr id="24586" name="object 12">
            <a:extLst>
              <a:ext uri="{FF2B5EF4-FFF2-40B4-BE49-F238E27FC236}">
                <a16:creationId xmlns:a16="http://schemas.microsoft.com/office/drawing/2014/main" id="{BFF28DF9-EB3C-E859-11F8-13A491950A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1263" y="7118350"/>
            <a:ext cx="2562225"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4587" name="object 13">
            <a:extLst>
              <a:ext uri="{FF2B5EF4-FFF2-40B4-BE49-F238E27FC236}">
                <a16:creationId xmlns:a16="http://schemas.microsoft.com/office/drawing/2014/main" id="{D4831409-87AD-361E-6938-52552B33A49E}"/>
              </a:ext>
            </a:extLst>
          </p:cNvPr>
          <p:cNvSpPr txBox="1">
            <a:spLocks noChangeArrowheads="1"/>
          </p:cNvSpPr>
          <p:nvPr/>
        </p:nvSpPr>
        <p:spPr bwMode="auto">
          <a:xfrm>
            <a:off x="6308725" y="7123113"/>
            <a:ext cx="10985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[Arjas, Gasbarra 1994]</a:t>
            </a:r>
            <a:endParaRPr lang="en-US" altLang="en-US" sz="2000">
              <a:latin typeface="Arial" panose="020B0604020202020204" pitchFamily="34" charset="0"/>
            </a:endParaRPr>
          </a:p>
        </p:txBody>
      </p:sp>
      <p:pic>
        <p:nvPicPr>
          <p:cNvPr id="24588" name="object 14">
            <a:extLst>
              <a:ext uri="{FF2B5EF4-FFF2-40B4-BE49-F238E27FC236}">
                <a16:creationId xmlns:a16="http://schemas.microsoft.com/office/drawing/2014/main" id="{83644888-CC00-2141-1BDF-49D7C8DDA68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4589" name="object 15">
            <a:extLst>
              <a:ext uri="{FF2B5EF4-FFF2-40B4-BE49-F238E27FC236}">
                <a16:creationId xmlns:a16="http://schemas.microsoft.com/office/drawing/2014/main" id="{F348022E-57EF-4255-34F5-FE5AD13B3B48}"/>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grpSp>
        <p:nvGrpSpPr>
          <p:cNvPr id="24590" name="object 16">
            <a:extLst>
              <a:ext uri="{FF2B5EF4-FFF2-40B4-BE49-F238E27FC236}">
                <a16:creationId xmlns:a16="http://schemas.microsoft.com/office/drawing/2014/main" id="{2C1954BE-E0B9-DFB6-E3D0-CA6570303906}"/>
              </a:ext>
            </a:extLst>
          </p:cNvPr>
          <p:cNvGrpSpPr>
            <a:grpSpLocks/>
          </p:cNvGrpSpPr>
          <p:nvPr/>
        </p:nvGrpSpPr>
        <p:grpSpPr bwMode="auto">
          <a:xfrm>
            <a:off x="4957763" y="7232650"/>
            <a:ext cx="5765800" cy="2395538"/>
            <a:chOff x="4957231" y="7233091"/>
            <a:chExt cx="5766435" cy="2395855"/>
          </a:xfrm>
        </p:grpSpPr>
        <p:pic>
          <p:nvPicPr>
            <p:cNvPr id="24600" name="object 17">
              <a:extLst>
                <a:ext uri="{FF2B5EF4-FFF2-40B4-BE49-F238E27FC236}">
                  <a16:creationId xmlns:a16="http://schemas.microsoft.com/office/drawing/2014/main" id="{789E8465-2BE0-2DF3-2668-23830E085F5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57231" y="8956695"/>
              <a:ext cx="5766231" cy="67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4601" name="object 18">
              <a:extLst>
                <a:ext uri="{FF2B5EF4-FFF2-40B4-BE49-F238E27FC236}">
                  <a16:creationId xmlns:a16="http://schemas.microsoft.com/office/drawing/2014/main" id="{EC9E83F5-BB00-9256-ADCE-861DBD1DD2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47989" y="7233091"/>
              <a:ext cx="2238427" cy="178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24591" name="object 19">
            <a:extLst>
              <a:ext uri="{FF2B5EF4-FFF2-40B4-BE49-F238E27FC236}">
                <a16:creationId xmlns:a16="http://schemas.microsoft.com/office/drawing/2014/main" id="{20487B41-4011-1C49-8070-5C6BB134166B}"/>
              </a:ext>
            </a:extLst>
          </p:cNvPr>
          <p:cNvSpPr txBox="1">
            <a:spLocks noChangeArrowheads="1"/>
          </p:cNvSpPr>
          <p:nvPr/>
        </p:nvSpPr>
        <p:spPr bwMode="auto">
          <a:xfrm>
            <a:off x="10002838" y="7380288"/>
            <a:ext cx="858837"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[Ewens 1972;</a:t>
            </a:r>
            <a:endParaRPr lang="en-US" altLang="en-US" sz="2000">
              <a:latin typeface="Arial" panose="020B0604020202020204" pitchFamily="34" charset="0"/>
            </a:endParaRPr>
          </a:p>
        </p:txBody>
      </p:sp>
      <p:sp>
        <p:nvSpPr>
          <p:cNvPr id="24592" name="object 20" descr="$PPTXTitle">
            <a:extLst>
              <a:ext uri="{FF2B5EF4-FFF2-40B4-BE49-F238E27FC236}">
                <a16:creationId xmlns:a16="http://schemas.microsoft.com/office/drawing/2014/main" id="{946E875C-DB8B-19F4-8752-994CD7E26D26}"/>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4595" name="object 23">
            <a:extLst>
              <a:ext uri="{FF2B5EF4-FFF2-40B4-BE49-F238E27FC236}">
                <a16:creationId xmlns:a16="http://schemas.microsoft.com/office/drawing/2014/main" id="{485CA8FA-D431-5F06-1C34-9476BD8FE63F}"/>
              </a:ext>
            </a:extLst>
          </p:cNvPr>
          <p:cNvSpPr txBox="1">
            <a:spLocks noChangeArrowheads="1"/>
          </p:cNvSpPr>
          <p:nvPr/>
        </p:nvSpPr>
        <p:spPr bwMode="auto">
          <a:xfrm>
            <a:off x="10002838" y="8048625"/>
            <a:ext cx="67468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Hartl,</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Clark 2003]</a:t>
            </a:r>
            <a:endParaRPr lang="en-US" altLang="en-US" sz="2000">
              <a:latin typeface="Arial" panose="020B0604020202020204" pitchFamily="34" charset="0"/>
            </a:endParaRPr>
          </a:p>
        </p:txBody>
      </p:sp>
      <p:sp>
        <p:nvSpPr>
          <p:cNvPr id="24596" name="object 24">
            <a:extLst>
              <a:ext uri="{FF2B5EF4-FFF2-40B4-BE49-F238E27FC236}">
                <a16:creationId xmlns:a16="http://schemas.microsoft.com/office/drawing/2014/main" id="{751A57A7-BEDE-5D00-531B-652DFB401970}"/>
              </a:ext>
            </a:extLst>
          </p:cNvPr>
          <p:cNvSpPr txBox="1">
            <a:spLocks noChangeArrowheads="1"/>
          </p:cNvSpPr>
          <p:nvPr/>
        </p:nvSpPr>
        <p:spPr bwMode="auto">
          <a:xfrm>
            <a:off x="4251325" y="8874125"/>
            <a:ext cx="688975"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r">
              <a:lnSpc>
                <a:spcPts val="2038"/>
              </a:lnSpc>
            </a:pPr>
            <a:r>
              <a:rPr lang="en-US" altLang="en-US" sz="2000">
                <a:solidFill>
                  <a:srgbClr val="000000"/>
                </a:solidFill>
                <a:latin typeface="Arial" panose="020B0604020202020204" pitchFamily="34" charset="0"/>
              </a:rPr>
              <a:t>[Saria</a:t>
            </a:r>
            <a:endParaRPr lang="en-US" altLang="en-US" sz="2000">
              <a:latin typeface="Arial" panose="020B0604020202020204" pitchFamily="34" charset="0"/>
            </a:endParaRPr>
          </a:p>
          <a:p>
            <a:pPr algn="r"/>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sp>
        <p:nvSpPr>
          <p:cNvPr id="24597" name="object 25">
            <a:extLst>
              <a:ext uri="{FF2B5EF4-FFF2-40B4-BE49-F238E27FC236}">
                <a16:creationId xmlns:a16="http://schemas.microsoft.com/office/drawing/2014/main" id="{2D278FE5-A976-A02F-131A-78A203494523}"/>
              </a:ext>
            </a:extLst>
          </p:cNvPr>
          <p:cNvSpPr txBox="1">
            <a:spLocks noChangeArrowheads="1"/>
          </p:cNvSpPr>
          <p:nvPr/>
        </p:nvSpPr>
        <p:spPr bwMode="auto">
          <a:xfrm>
            <a:off x="11287125" y="9012238"/>
            <a:ext cx="15319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ctr">
              <a:lnSpc>
                <a:spcPts val="2038"/>
              </a:lnSpc>
            </a:pPr>
            <a:r>
              <a:rPr lang="en-US" altLang="en-US" sz="2000">
                <a:solidFill>
                  <a:srgbClr val="000000"/>
                </a:solidFill>
                <a:latin typeface="Arial" panose="020B0604020202020204" pitchFamily="34" charset="0"/>
              </a:rPr>
              <a:t>[Sudderth,</a:t>
            </a:r>
            <a:endParaRPr lang="en-US" altLang="en-US" sz="2000">
              <a:latin typeface="Arial" panose="020B0604020202020204" pitchFamily="34" charset="0"/>
            </a:endParaRPr>
          </a:p>
          <a:p>
            <a:pPr algn="ctr"/>
            <a:r>
              <a:rPr lang="en-US" altLang="en-US" sz="2000">
                <a:solidFill>
                  <a:srgbClr val="000000"/>
                </a:solidFill>
                <a:latin typeface="Arial" panose="020B0604020202020204" pitchFamily="34" charset="0"/>
              </a:rPr>
              <a:t>Jordan 2009]</a:t>
            </a:r>
            <a:endParaRPr lang="en-US" altLang="en-US" sz="2000">
              <a:latin typeface="Arial" panose="020B0604020202020204" pitchFamily="34" charset="0"/>
            </a:endParaRPr>
          </a:p>
        </p:txBody>
      </p:sp>
      <p:sp>
        <p:nvSpPr>
          <p:cNvPr id="24598" name="object 26">
            <a:extLst>
              <a:ext uri="{FF2B5EF4-FFF2-40B4-BE49-F238E27FC236}">
                <a16:creationId xmlns:a16="http://schemas.microsoft.com/office/drawing/2014/main" id="{A1078D58-14B9-7765-1C8D-CE3F6DDA7152}"/>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F8CDC732-B9C5-D3CF-CF4B-B8ACBFA59C8B}"/>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3488EF4-E64E-DBAB-5A2C-FD3EE92C9805}"/>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93488EF4-E64E-DBAB-5A2C-FD3EE92C9805}"/>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11"/>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9E698C4-75EB-A38F-55EC-16BBA60926C6}"/>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5601" name="object 2">
            <a:extLst>
              <a:ext uri="{FF2B5EF4-FFF2-40B4-BE49-F238E27FC236}">
                <a16:creationId xmlns:a16="http://schemas.microsoft.com/office/drawing/2014/main" id="{84CEFC50-747D-CA90-E2AB-3AE9E2143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4713" y="3406775"/>
            <a:ext cx="1897062" cy="239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5602" name="object 3">
            <a:extLst>
              <a:ext uri="{FF2B5EF4-FFF2-40B4-BE49-F238E27FC236}">
                <a16:creationId xmlns:a16="http://schemas.microsoft.com/office/drawing/2014/main" id="{D031514B-F3A7-348F-2100-D9805CCF39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900" y="4932363"/>
            <a:ext cx="3351213"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5605" name="object 7">
            <a:extLst>
              <a:ext uri="{FF2B5EF4-FFF2-40B4-BE49-F238E27FC236}">
                <a16:creationId xmlns:a16="http://schemas.microsoft.com/office/drawing/2014/main" id="{EC21EC25-FEA2-B624-F568-CF1AF639DFA0}"/>
              </a:ext>
            </a:extLst>
          </p:cNvPr>
          <p:cNvSpPr txBox="1">
            <a:spLocks noChangeArrowheads="1"/>
          </p:cNvSpPr>
          <p:nvPr/>
        </p:nvSpPr>
        <p:spPr bwMode="auto">
          <a:xfrm>
            <a:off x="887413" y="7758113"/>
            <a:ext cx="17192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[wikipedia.org]</a:t>
            </a:r>
            <a:endParaRPr lang="en-US" altLang="en-US" sz="2000">
              <a:latin typeface="Arial" panose="020B0604020202020204" pitchFamily="34" charset="0"/>
            </a:endParaRPr>
          </a:p>
        </p:txBody>
      </p:sp>
      <p:pic>
        <p:nvPicPr>
          <p:cNvPr id="25606" name="object 8">
            <a:extLst>
              <a:ext uri="{FF2B5EF4-FFF2-40B4-BE49-F238E27FC236}">
                <a16:creationId xmlns:a16="http://schemas.microsoft.com/office/drawing/2014/main" id="{837CD05C-9EA4-1082-ED3E-6451171AD9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6963" y="4945063"/>
            <a:ext cx="2051050"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5607" name="object 9">
            <a:extLst>
              <a:ext uri="{FF2B5EF4-FFF2-40B4-BE49-F238E27FC236}">
                <a16:creationId xmlns:a16="http://schemas.microsoft.com/office/drawing/2014/main" id="{5EAD2086-2751-9D97-667A-C5E54EC43CC3}"/>
              </a:ext>
            </a:extLst>
          </p:cNvPr>
          <p:cNvSpPr txBox="1">
            <a:spLocks noChangeArrowheads="1"/>
          </p:cNvSpPr>
          <p:nvPr/>
        </p:nvSpPr>
        <p:spPr bwMode="auto">
          <a:xfrm>
            <a:off x="3540125" y="6513513"/>
            <a:ext cx="2246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[Ed Bowlby, NOAA]</a:t>
            </a:r>
            <a:endParaRPr lang="en-US" altLang="en-US" sz="2000">
              <a:latin typeface="Arial" panose="020B0604020202020204" pitchFamily="34" charset="0"/>
            </a:endParaRPr>
          </a:p>
        </p:txBody>
      </p:sp>
      <p:pic>
        <p:nvPicPr>
          <p:cNvPr id="25608" name="object 10">
            <a:extLst>
              <a:ext uri="{FF2B5EF4-FFF2-40B4-BE49-F238E27FC236}">
                <a16:creationId xmlns:a16="http://schemas.microsoft.com/office/drawing/2014/main" id="{CC43AAC7-F4B3-52EC-A51F-6A5BBD81FE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388" y="6419850"/>
            <a:ext cx="16510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5609" name="object 11">
            <a:extLst>
              <a:ext uri="{FF2B5EF4-FFF2-40B4-BE49-F238E27FC236}">
                <a16:creationId xmlns:a16="http://schemas.microsoft.com/office/drawing/2014/main" id="{FACC3502-F94E-2D28-3BAC-B5D7F70417F2}"/>
              </a:ext>
            </a:extLst>
          </p:cNvPr>
          <p:cNvSpPr txBox="1">
            <a:spLocks noChangeArrowheads="1"/>
          </p:cNvSpPr>
          <p:nvPr/>
        </p:nvSpPr>
        <p:spPr bwMode="auto">
          <a:xfrm>
            <a:off x="11439525" y="8953500"/>
            <a:ext cx="1230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[Sudderth,</a:t>
            </a:r>
            <a:endParaRPr lang="en-US" altLang="en-US" sz="2000">
              <a:latin typeface="Arial" panose="020B0604020202020204" pitchFamily="34" charset="0"/>
            </a:endParaRPr>
          </a:p>
        </p:txBody>
      </p:sp>
      <p:pic>
        <p:nvPicPr>
          <p:cNvPr id="25610" name="object 12">
            <a:extLst>
              <a:ext uri="{FF2B5EF4-FFF2-40B4-BE49-F238E27FC236}">
                <a16:creationId xmlns:a16="http://schemas.microsoft.com/office/drawing/2014/main" id="{CA976114-4F9D-FBA5-852F-0D31833A4E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3675" y="8331200"/>
            <a:ext cx="2225675"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5611" name="object 13">
            <a:extLst>
              <a:ext uri="{FF2B5EF4-FFF2-40B4-BE49-F238E27FC236}">
                <a16:creationId xmlns:a16="http://schemas.microsoft.com/office/drawing/2014/main" id="{DB7CA1CD-9EE2-C690-52B3-ADA33884A208}"/>
              </a:ext>
            </a:extLst>
          </p:cNvPr>
          <p:cNvSpPr txBox="1">
            <a:spLocks noChangeArrowheads="1"/>
          </p:cNvSpPr>
          <p:nvPr/>
        </p:nvSpPr>
        <p:spPr bwMode="auto">
          <a:xfrm>
            <a:off x="11120438" y="5275263"/>
            <a:ext cx="1338262"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indent="55563">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[Lloyd et al 2012; Miller</a:t>
            </a:r>
            <a:endParaRPr lang="en-US" altLang="en-US" sz="2000">
              <a:latin typeface="Arial" panose="020B0604020202020204" pitchFamily="34" charset="0"/>
            </a:endParaRPr>
          </a:p>
          <a:p>
            <a:r>
              <a:rPr lang="en-US" altLang="en-US" sz="2000">
                <a:solidFill>
                  <a:srgbClr val="000000"/>
                </a:solidFill>
                <a:latin typeface="Arial" panose="020B0604020202020204" pitchFamily="34" charset="0"/>
              </a:rPr>
              <a:t>et al 2010]</a:t>
            </a:r>
            <a:endParaRPr lang="en-US" altLang="en-US" sz="2000">
              <a:latin typeface="Arial" panose="020B0604020202020204" pitchFamily="34" charset="0"/>
            </a:endParaRPr>
          </a:p>
        </p:txBody>
      </p:sp>
      <p:pic>
        <p:nvPicPr>
          <p:cNvPr id="25612" name="object 14">
            <a:extLst>
              <a:ext uri="{FF2B5EF4-FFF2-40B4-BE49-F238E27FC236}">
                <a16:creationId xmlns:a16="http://schemas.microsoft.com/office/drawing/2014/main" id="{B56AD37F-B58E-B5D9-DE64-9129B4934A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1263" y="7118350"/>
            <a:ext cx="2562225"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5613" name="object 15">
            <a:extLst>
              <a:ext uri="{FF2B5EF4-FFF2-40B4-BE49-F238E27FC236}">
                <a16:creationId xmlns:a16="http://schemas.microsoft.com/office/drawing/2014/main" id="{501855EA-3CD8-6C61-2E76-1A3D13A48476}"/>
              </a:ext>
            </a:extLst>
          </p:cNvPr>
          <p:cNvSpPr txBox="1">
            <a:spLocks noChangeArrowheads="1"/>
          </p:cNvSpPr>
          <p:nvPr/>
        </p:nvSpPr>
        <p:spPr bwMode="auto">
          <a:xfrm>
            <a:off x="6308725" y="7123113"/>
            <a:ext cx="10985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[Arjas, Gasbarra 1994]</a:t>
            </a:r>
            <a:endParaRPr lang="en-US" altLang="en-US" sz="2000">
              <a:latin typeface="Arial" panose="020B0604020202020204" pitchFamily="34" charset="0"/>
            </a:endParaRPr>
          </a:p>
        </p:txBody>
      </p:sp>
      <p:pic>
        <p:nvPicPr>
          <p:cNvPr id="25614" name="object 16">
            <a:extLst>
              <a:ext uri="{FF2B5EF4-FFF2-40B4-BE49-F238E27FC236}">
                <a16:creationId xmlns:a16="http://schemas.microsoft.com/office/drawing/2014/main" id="{D6862E04-32CE-BDBE-CADC-1404689555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15088" y="4927600"/>
            <a:ext cx="4151312"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5615" name="object 17">
            <a:extLst>
              <a:ext uri="{FF2B5EF4-FFF2-40B4-BE49-F238E27FC236}">
                <a16:creationId xmlns:a16="http://schemas.microsoft.com/office/drawing/2014/main" id="{9B485ECC-754F-C91D-9314-9B86506CE93D}"/>
              </a:ext>
            </a:extLst>
          </p:cNvPr>
          <p:cNvSpPr txBox="1">
            <a:spLocks noChangeArrowheads="1"/>
          </p:cNvSpPr>
          <p:nvPr/>
        </p:nvSpPr>
        <p:spPr bwMode="auto">
          <a:xfrm>
            <a:off x="8731250" y="6850063"/>
            <a:ext cx="17907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[Fox et al 2014]</a:t>
            </a:r>
            <a:endParaRPr lang="en-US" altLang="en-US" sz="2000">
              <a:latin typeface="Arial" panose="020B0604020202020204" pitchFamily="34" charset="0"/>
            </a:endParaRPr>
          </a:p>
        </p:txBody>
      </p:sp>
      <p:grpSp>
        <p:nvGrpSpPr>
          <p:cNvPr id="25616" name="object 18">
            <a:extLst>
              <a:ext uri="{FF2B5EF4-FFF2-40B4-BE49-F238E27FC236}">
                <a16:creationId xmlns:a16="http://schemas.microsoft.com/office/drawing/2014/main" id="{253A4293-430A-E851-1651-B6369363E06F}"/>
              </a:ext>
            </a:extLst>
          </p:cNvPr>
          <p:cNvGrpSpPr>
            <a:grpSpLocks/>
          </p:cNvGrpSpPr>
          <p:nvPr/>
        </p:nvGrpSpPr>
        <p:grpSpPr bwMode="auto">
          <a:xfrm>
            <a:off x="4957763" y="7232650"/>
            <a:ext cx="5765800" cy="2395538"/>
            <a:chOff x="4957231" y="7233091"/>
            <a:chExt cx="5766435" cy="2395855"/>
          </a:xfrm>
        </p:grpSpPr>
        <p:pic>
          <p:nvPicPr>
            <p:cNvPr id="25628" name="object 19">
              <a:extLst>
                <a:ext uri="{FF2B5EF4-FFF2-40B4-BE49-F238E27FC236}">
                  <a16:creationId xmlns:a16="http://schemas.microsoft.com/office/drawing/2014/main" id="{D8011D46-7F72-C298-BC7F-84DFC246BB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57231" y="8956695"/>
              <a:ext cx="5766231" cy="671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5629" name="object 20">
              <a:extLst>
                <a:ext uri="{FF2B5EF4-FFF2-40B4-BE49-F238E27FC236}">
                  <a16:creationId xmlns:a16="http://schemas.microsoft.com/office/drawing/2014/main" id="{0ED06F1D-CB9D-ADA9-48DE-B4169A3B24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47989" y="7233091"/>
              <a:ext cx="2238427" cy="1780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25617" name="object 21">
            <a:extLst>
              <a:ext uri="{FF2B5EF4-FFF2-40B4-BE49-F238E27FC236}">
                <a16:creationId xmlns:a16="http://schemas.microsoft.com/office/drawing/2014/main" id="{9B297201-956C-06C0-6F37-73D3FD93E70A}"/>
              </a:ext>
            </a:extLst>
          </p:cNvPr>
          <p:cNvSpPr txBox="1">
            <a:spLocks noChangeArrowheads="1"/>
          </p:cNvSpPr>
          <p:nvPr/>
        </p:nvSpPr>
        <p:spPr bwMode="auto">
          <a:xfrm>
            <a:off x="2441575" y="8293100"/>
            <a:ext cx="129222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[Escobar, West 1995; Ghosal</a:t>
            </a:r>
            <a:endParaRPr lang="en-US" altLang="en-US" sz="2000">
              <a:latin typeface="Arial" panose="020B0604020202020204" pitchFamily="34" charset="0"/>
            </a:endParaRPr>
          </a:p>
        </p:txBody>
      </p:sp>
      <p:sp>
        <p:nvSpPr>
          <p:cNvPr id="25618" name="object 22">
            <a:extLst>
              <a:ext uri="{FF2B5EF4-FFF2-40B4-BE49-F238E27FC236}">
                <a16:creationId xmlns:a16="http://schemas.microsoft.com/office/drawing/2014/main" id="{0C349FEC-E23A-440D-E062-00A00775CA6F}"/>
              </a:ext>
            </a:extLst>
          </p:cNvPr>
          <p:cNvSpPr txBox="1">
            <a:spLocks noChangeArrowheads="1"/>
          </p:cNvSpPr>
          <p:nvPr/>
        </p:nvSpPr>
        <p:spPr bwMode="auto">
          <a:xfrm>
            <a:off x="4251325" y="8815388"/>
            <a:ext cx="6889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[Saria</a:t>
            </a:r>
            <a:endParaRPr lang="en-US" altLang="en-US" sz="2000">
              <a:latin typeface="Arial" panose="020B0604020202020204" pitchFamily="34" charset="0"/>
            </a:endParaRPr>
          </a:p>
        </p:txBody>
      </p:sp>
      <p:sp>
        <p:nvSpPr>
          <p:cNvPr id="25619" name="object 23">
            <a:extLst>
              <a:ext uri="{FF2B5EF4-FFF2-40B4-BE49-F238E27FC236}">
                <a16:creationId xmlns:a16="http://schemas.microsoft.com/office/drawing/2014/main" id="{9007F6A4-EF8D-862E-2687-ECF76C332A6F}"/>
              </a:ext>
            </a:extLst>
          </p:cNvPr>
          <p:cNvSpPr txBox="1">
            <a:spLocks noChangeArrowheads="1"/>
          </p:cNvSpPr>
          <p:nvPr/>
        </p:nvSpPr>
        <p:spPr bwMode="auto">
          <a:xfrm>
            <a:off x="10002838" y="7380288"/>
            <a:ext cx="858837" cy="154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000">
                <a:solidFill>
                  <a:srgbClr val="000000"/>
                </a:solidFill>
                <a:latin typeface="Arial" panose="020B0604020202020204" pitchFamily="34" charset="0"/>
              </a:rPr>
              <a:t>[Ewens 1972;</a:t>
            </a:r>
            <a:endParaRPr lang="en-US" altLang="en-US" sz="2000">
              <a:latin typeface="Arial" panose="020B0604020202020204" pitchFamily="34" charset="0"/>
            </a:endParaRPr>
          </a:p>
          <a:p>
            <a:pPr algn="just"/>
            <a:r>
              <a:rPr lang="en-US" altLang="en-US" sz="2000">
                <a:solidFill>
                  <a:srgbClr val="000000"/>
                </a:solidFill>
                <a:latin typeface="Arial" panose="020B0604020202020204" pitchFamily="34" charset="0"/>
              </a:rPr>
              <a:t>Hartl, Clark 2003]</a:t>
            </a:r>
            <a:endParaRPr lang="en-US" altLang="en-US" sz="2000">
              <a:latin typeface="Arial" panose="020B0604020202020204" pitchFamily="34" charset="0"/>
            </a:endParaRPr>
          </a:p>
        </p:txBody>
      </p:sp>
      <p:sp>
        <p:nvSpPr>
          <p:cNvPr id="25620" name="object 24" descr="$PPTXTitle">
            <a:extLst>
              <a:ext uri="{FF2B5EF4-FFF2-40B4-BE49-F238E27FC236}">
                <a16:creationId xmlns:a16="http://schemas.microsoft.com/office/drawing/2014/main" id="{7D592F14-817D-3C23-E2D9-22D1C7098767}"/>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Nonparametric Bayes</a:t>
            </a:r>
          </a:p>
        </p:txBody>
      </p:sp>
      <p:sp>
        <p:nvSpPr>
          <p:cNvPr id="25623" name="object 27">
            <a:extLst>
              <a:ext uri="{FF2B5EF4-FFF2-40B4-BE49-F238E27FC236}">
                <a16:creationId xmlns:a16="http://schemas.microsoft.com/office/drawing/2014/main" id="{D35A6E6C-5448-FDA8-C3DD-9C527C1C1669}"/>
              </a:ext>
            </a:extLst>
          </p:cNvPr>
          <p:cNvSpPr txBox="1">
            <a:spLocks noChangeArrowheads="1"/>
          </p:cNvSpPr>
          <p:nvPr/>
        </p:nvSpPr>
        <p:spPr bwMode="auto">
          <a:xfrm>
            <a:off x="4264025" y="9178925"/>
            <a:ext cx="674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gn="r">
              <a:lnSpc>
                <a:spcPts val="2038"/>
              </a:lnSpc>
            </a:pPr>
            <a:r>
              <a:rPr lang="en-US" altLang="en-US" sz="2000">
                <a:solidFill>
                  <a:srgbClr val="000000"/>
                </a:solidFill>
                <a:latin typeface="Arial" panose="020B0604020202020204" pitchFamily="34" charset="0"/>
              </a:rPr>
              <a:t>et al</a:t>
            </a:r>
            <a:endParaRPr lang="en-US" altLang="en-US" sz="2000">
              <a:latin typeface="Arial" panose="020B0604020202020204" pitchFamily="34" charset="0"/>
            </a:endParaRPr>
          </a:p>
          <a:p>
            <a:pPr algn="r"/>
            <a:r>
              <a:rPr lang="en-US" altLang="en-US" sz="2000">
                <a:solidFill>
                  <a:srgbClr val="000000"/>
                </a:solidFill>
                <a:latin typeface="Arial" panose="020B0604020202020204" pitchFamily="34" charset="0"/>
              </a:rPr>
              <a:t>2010]</a:t>
            </a:r>
            <a:endParaRPr lang="en-US" altLang="en-US" sz="2000">
              <a:latin typeface="Arial" panose="020B0604020202020204" pitchFamily="34" charset="0"/>
            </a:endParaRPr>
          </a:p>
        </p:txBody>
      </p:sp>
      <p:sp>
        <p:nvSpPr>
          <p:cNvPr id="25624" name="object 28">
            <a:extLst>
              <a:ext uri="{FF2B5EF4-FFF2-40B4-BE49-F238E27FC236}">
                <a16:creationId xmlns:a16="http://schemas.microsoft.com/office/drawing/2014/main" id="{2B225A5B-2FA1-F5B6-687F-DC1DB1D204F6}"/>
              </a:ext>
            </a:extLst>
          </p:cNvPr>
          <p:cNvSpPr txBox="1">
            <a:spLocks noChangeArrowheads="1"/>
          </p:cNvSpPr>
          <p:nvPr/>
        </p:nvSpPr>
        <p:spPr bwMode="auto">
          <a:xfrm>
            <a:off x="2441575" y="9266238"/>
            <a:ext cx="1225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et al 1999]</a:t>
            </a:r>
            <a:endParaRPr lang="en-US" altLang="en-US" sz="2000">
              <a:latin typeface="Arial" panose="020B0604020202020204" pitchFamily="34" charset="0"/>
            </a:endParaRPr>
          </a:p>
        </p:txBody>
      </p:sp>
      <p:sp>
        <p:nvSpPr>
          <p:cNvPr id="25625" name="object 29">
            <a:extLst>
              <a:ext uri="{FF2B5EF4-FFF2-40B4-BE49-F238E27FC236}">
                <a16:creationId xmlns:a16="http://schemas.microsoft.com/office/drawing/2014/main" id="{03C715C7-E139-9479-6BFA-6B45BA06DE39}"/>
              </a:ext>
            </a:extLst>
          </p:cNvPr>
          <p:cNvSpPr txBox="1">
            <a:spLocks noChangeArrowheads="1"/>
          </p:cNvSpPr>
          <p:nvPr/>
        </p:nvSpPr>
        <p:spPr bwMode="auto">
          <a:xfrm>
            <a:off x="11287125" y="9317038"/>
            <a:ext cx="15319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Jordan 2009]</a:t>
            </a:r>
            <a:endParaRPr lang="en-US" altLang="en-US" sz="2000">
              <a:latin typeface="Arial" panose="020B0604020202020204" pitchFamily="34" charset="0"/>
            </a:endParaRPr>
          </a:p>
        </p:txBody>
      </p:sp>
      <p:sp>
        <p:nvSpPr>
          <p:cNvPr id="25626" name="object 30">
            <a:extLst>
              <a:ext uri="{FF2B5EF4-FFF2-40B4-BE49-F238E27FC236}">
                <a16:creationId xmlns:a16="http://schemas.microsoft.com/office/drawing/2014/main" id="{6FF21E31-F57E-3F4C-A102-C7D4AE46096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a:t>
            </a:r>
            <a:endParaRPr lang="en-US" altLang="en-US" sz="2000">
              <a:latin typeface="Arial" panose="020B0604020202020204" pitchFamily="34" charset="0"/>
            </a:endParaRPr>
          </a:p>
        </p:txBody>
      </p:sp>
      <p:sp>
        <p:nvSpPr>
          <p:cNvPr id="3" name="TextBox 2">
            <a:extLst>
              <a:ext uri="{FF2B5EF4-FFF2-40B4-BE49-F238E27FC236}">
                <a16:creationId xmlns:a16="http://schemas.microsoft.com/office/drawing/2014/main" id="{6D8B5D9B-9FAA-27D7-8A18-4BF47D7B2DB9}"/>
              </a:ext>
            </a:extLst>
          </p:cNvPr>
          <p:cNvSpPr txBox="1"/>
          <p:nvPr/>
        </p:nvSpPr>
        <p:spPr>
          <a:xfrm>
            <a:off x="533400" y="1708448"/>
            <a:ext cx="1846403"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Bayesian</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FE20956-3019-FBDC-EB69-899F765E8E88}"/>
                  </a:ext>
                </a:extLst>
              </p:cNvPr>
              <p:cNvSpPr txBox="1"/>
              <p:nvPr/>
            </p:nvSpPr>
            <p:spPr>
              <a:xfrm>
                <a:off x="866353" y="2305971"/>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4" name="TextBox 3">
                <a:extLst>
                  <a:ext uri="{FF2B5EF4-FFF2-40B4-BE49-F238E27FC236}">
                    <a16:creationId xmlns:a16="http://schemas.microsoft.com/office/drawing/2014/main" id="{CFE20956-3019-FBDC-EB69-899F765E8E88}"/>
                  </a:ext>
                </a:extLst>
              </p:cNvPr>
              <p:cNvSpPr txBox="1">
                <a:spLocks noRot="1" noChangeAspect="1" noMove="1" noResize="1" noEditPoints="1" noAdjustHandles="1" noChangeArrowheads="1" noChangeShapeType="1" noTextEdit="1"/>
              </p:cNvSpPr>
              <p:nvPr/>
            </p:nvSpPr>
            <p:spPr>
              <a:xfrm>
                <a:off x="866353" y="2305971"/>
                <a:ext cx="10526664" cy="461665"/>
              </a:xfrm>
              <a:prstGeom prst="rect">
                <a:avLst/>
              </a:prstGeom>
              <a:blipFill>
                <a:blip r:embed="rId12"/>
                <a:stretch>
                  <a:fillRect l="-361" t="-8108" r="-723" b="-3783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BFB083D8-AAC7-870F-AA16-AC8EDF6FCB6E}"/>
              </a:ext>
            </a:extLst>
          </p:cNvPr>
          <p:cNvSpPr txBox="1"/>
          <p:nvPr/>
        </p:nvSpPr>
        <p:spPr>
          <a:xfrm>
            <a:off x="521315" y="3146348"/>
            <a:ext cx="11962170" cy="1015663"/>
          </a:xfrm>
          <a:prstGeom prst="rect">
            <a:avLst/>
          </a:prstGeom>
          <a:noFill/>
        </p:spPr>
        <p:txBody>
          <a:bodyPr wrap="square" rtlCol="0">
            <a:spAutoFit/>
          </a:bodyPr>
          <a:lstStyle/>
          <a:p>
            <a:pPr marL="285750" indent="-285750">
              <a:buFont typeface="Arial" panose="020B0604020202020204" pitchFamily="34" charset="0"/>
              <a:buChar char="•"/>
            </a:pPr>
            <a:r>
              <a:rPr lang="en-US" sz="3000" dirty="0"/>
              <a:t>Not parametric (i.e. not finite parameter, unbounded/growing/infinite number of parameters)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5" name="object 2" descr="$PPTXTitle">
            <a:extLst>
              <a:ext uri="{FF2B5EF4-FFF2-40B4-BE49-F238E27FC236}">
                <a16:creationId xmlns:a16="http://schemas.microsoft.com/office/drawing/2014/main" id="{476397F1-23D1-722F-4712-7AB2FF9512C8}"/>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26626" name="object 3">
            <a:extLst>
              <a:ext uri="{FF2B5EF4-FFF2-40B4-BE49-F238E27FC236}">
                <a16:creationId xmlns:a16="http://schemas.microsoft.com/office/drawing/2014/main" id="{D6F9B498-B460-0F12-DCDB-65B7C5E67771}"/>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26627" name="object 4">
            <a:extLst>
              <a:ext uri="{FF2B5EF4-FFF2-40B4-BE49-F238E27FC236}">
                <a16:creationId xmlns:a16="http://schemas.microsoft.com/office/drawing/2014/main" id="{2CBE9FC5-B5C6-2B91-299C-01D437F2C59C}"/>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dirty="0">
                <a:solidFill>
                  <a:srgbClr val="000000"/>
                </a:solidFill>
                <a:latin typeface="Arial" panose="020B0604020202020204" pitchFamily="34" charset="0"/>
              </a:rPr>
              <a:t>Example problem: clustering</a:t>
            </a:r>
            <a:endParaRPr lang="en-US" altLang="en-US" sz="3200" dirty="0">
              <a:latin typeface="Arial" panose="020B0604020202020204" pitchFamily="34" charset="0"/>
            </a:endParaRPr>
          </a:p>
          <a:p>
            <a:pPr>
              <a:spcBef>
                <a:spcPts val="963"/>
              </a:spcBef>
            </a:pPr>
            <a:r>
              <a:rPr lang="en-US" altLang="en-US" sz="3200" dirty="0">
                <a:solidFill>
                  <a:srgbClr val="000000"/>
                </a:solidFill>
                <a:latin typeface="Arial" panose="020B0604020202020204" pitchFamily="34" charset="0"/>
              </a:rPr>
              <a:t>Example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model: Dirichlet process</a:t>
            </a:r>
            <a:endParaRPr lang="en-US" altLang="en-US" sz="3200" dirty="0">
              <a:latin typeface="Arial" panose="020B0604020202020204" pitchFamily="34" charset="0"/>
            </a:endParaRPr>
          </a:p>
        </p:txBody>
      </p:sp>
      <p:sp>
        <p:nvSpPr>
          <p:cNvPr id="26628" name="object 5">
            <a:extLst>
              <a:ext uri="{FF2B5EF4-FFF2-40B4-BE49-F238E27FC236}">
                <a16:creationId xmlns:a16="http://schemas.microsoft.com/office/drawing/2014/main" id="{E22E65D2-BD76-A0DB-F14D-0E2FBDAA939F}"/>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26629" name="object 6">
            <a:extLst>
              <a:ext uri="{FF2B5EF4-FFF2-40B4-BE49-F238E27FC236}">
                <a16:creationId xmlns:a16="http://schemas.microsoft.com/office/drawing/2014/main" id="{8E977E09-FDF8-915E-2186-FFEF59194028}"/>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26630" name="object 7">
            <a:extLst>
              <a:ext uri="{FF2B5EF4-FFF2-40B4-BE49-F238E27FC236}">
                <a16:creationId xmlns:a16="http://schemas.microsoft.com/office/drawing/2014/main" id="{A8D52EEB-FF27-3B67-5EEE-577056CF6F6A}"/>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26633" name="object 10">
            <a:extLst>
              <a:ext uri="{FF2B5EF4-FFF2-40B4-BE49-F238E27FC236}">
                <a16:creationId xmlns:a16="http://schemas.microsoft.com/office/drawing/2014/main" id="{32A4E7B5-C866-2B85-FCF5-C17E5F3D280B}"/>
              </a:ext>
            </a:extLst>
          </p:cNvPr>
          <p:cNvSpPr txBox="1">
            <a:spLocks noChangeArrowheads="1"/>
          </p:cNvSpPr>
          <p:nvPr/>
        </p:nvSpPr>
        <p:spPr bwMode="auto">
          <a:xfrm>
            <a:off x="876300" y="3535362"/>
            <a:ext cx="10844213" cy="2387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marL="469900" indent="-457200">
              <a:spcBef>
                <a:spcPts val="1063"/>
              </a:spcBef>
              <a:buSzPct val="75000"/>
              <a:buFont typeface="Arial" panose="020B0604020202020204" pitchFamily="34" charset="0"/>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a:t>
            </a:r>
            <a:endParaRPr lang="en-US" altLang="en-US" sz="3200" dirty="0">
              <a:latin typeface="Arial" panose="020B0604020202020204" pitchFamily="34" charset="0"/>
            </a:endParaRPr>
          </a:p>
          <a:p>
            <a:pPr marL="469900" indent="-457200">
              <a:spcBef>
                <a:spcPts val="1063"/>
              </a:spcBef>
              <a:buSzPct val="75000"/>
              <a:buFont typeface="Arial" panose="020B0604020202020204" pitchFamily="34" charset="0"/>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a:t>
            </a:r>
            <a:endParaRPr lang="en-US" altLang="en-US" sz="3200" dirty="0">
              <a:latin typeface="Arial" panose="020B0604020202020204" pitchFamily="34" charset="0"/>
            </a:endParaRPr>
          </a:p>
          <a:p>
            <a:pPr marL="469900" indent="-457200">
              <a:spcBef>
                <a:spcPts val="1063"/>
              </a:spcBef>
              <a:buSzPct val="75000"/>
              <a:buFont typeface="Arial" panose="020B0604020202020204" pitchFamily="34" charset="0"/>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a:t>
            </a:r>
            <a:endParaRPr lang="en-US" altLang="en-US" sz="3200" dirty="0">
              <a:latin typeface="Arial" panose="020B0604020202020204" pitchFamily="34" charset="0"/>
            </a:endParaRPr>
          </a:p>
        </p:txBody>
      </p:sp>
      <p:sp>
        <p:nvSpPr>
          <p:cNvPr id="15" name="object 15">
            <a:extLst>
              <a:ext uri="{FF2B5EF4-FFF2-40B4-BE49-F238E27FC236}">
                <a16:creationId xmlns:a16="http://schemas.microsoft.com/office/drawing/2014/main" id="{EAD311A7-5D7E-BB6B-0E63-1A30894AC4E0}"/>
              </a:ext>
            </a:extLst>
          </p:cNvPr>
          <p:cNvSpPr>
            <a:spLocks noGrp="1"/>
          </p:cNvSpPr>
          <p:nvPr>
            <p:ph type="sldNum" sz="quarter" idx="12"/>
          </p:nvPr>
        </p:nvSpPr>
        <p:spPr/>
        <p:txBody>
          <a:bodyPr rtlCol="0"/>
          <a:lstStyle/>
          <a:p>
            <a:pPr eaLnBrk="0" fontAlgn="auto" hangingPunct="0">
              <a:lnSpc>
                <a:spcPts val="2039"/>
              </a:lnSpc>
              <a:buSzTx/>
              <a:buFontTx/>
              <a:buNone/>
              <a:defRPr/>
            </a:pPr>
            <a:r>
              <a:rPr spc="-50">
                <a:ln w="9525" cap="flat" cmpd="sng" algn="ctr">
                  <a:noFill/>
                  <a:prstDash val="solid"/>
                  <a:round/>
                  <a:headEnd type="none" w="med" len="med"/>
                  <a:tailEnd type="none" w="med" len="med"/>
                </a:ln>
                <a:latin typeface="Arial"/>
                <a:ea typeface="Arial"/>
                <a:cs typeface="+mn-cs"/>
                <a:sym typeface="Wingdings"/>
              </a:rPr>
              <a:t>2</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49" name="object 2" descr="$PPTXTitle">
            <a:extLst>
              <a:ext uri="{FF2B5EF4-FFF2-40B4-BE49-F238E27FC236}">
                <a16:creationId xmlns:a16="http://schemas.microsoft.com/office/drawing/2014/main" id="{642748C9-4FBC-99C3-0656-298EA3DF649E}"/>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Clustering</a:t>
            </a:r>
          </a:p>
        </p:txBody>
      </p:sp>
      <p:grpSp>
        <p:nvGrpSpPr>
          <p:cNvPr id="27650" name="object 3">
            <a:extLst>
              <a:ext uri="{FF2B5EF4-FFF2-40B4-BE49-F238E27FC236}">
                <a16:creationId xmlns:a16="http://schemas.microsoft.com/office/drawing/2014/main" id="{0CD8BA6B-5560-4819-0130-F6EB1CA2431E}"/>
              </a:ext>
            </a:extLst>
          </p:cNvPr>
          <p:cNvGrpSpPr>
            <a:grpSpLocks/>
          </p:cNvGrpSpPr>
          <p:nvPr/>
        </p:nvGrpSpPr>
        <p:grpSpPr bwMode="auto">
          <a:xfrm>
            <a:off x="531813" y="3055938"/>
            <a:ext cx="4845050" cy="3702050"/>
            <a:chOff x="532130" y="3055620"/>
            <a:chExt cx="4845685" cy="3702685"/>
          </a:xfrm>
        </p:grpSpPr>
        <p:sp>
          <p:nvSpPr>
            <p:cNvPr id="27654" name="object 4">
              <a:extLst>
                <a:ext uri="{FF2B5EF4-FFF2-40B4-BE49-F238E27FC236}">
                  <a16:creationId xmlns:a16="http://schemas.microsoft.com/office/drawing/2014/main" id="{A280921B-74F6-B539-94C5-E91E8A25EBCD}"/>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27655" name="object 5">
              <a:extLst>
                <a:ext uri="{FF2B5EF4-FFF2-40B4-BE49-F238E27FC236}">
                  <a16:creationId xmlns:a16="http://schemas.microsoft.com/office/drawing/2014/main" id="{893B81B7-3AA5-11B1-C367-F0A1CDA06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7656" name="object 6">
              <a:extLst>
                <a:ext uri="{FF2B5EF4-FFF2-40B4-BE49-F238E27FC236}">
                  <a16:creationId xmlns:a16="http://schemas.microsoft.com/office/drawing/2014/main" id="{572F2154-CC7A-DBFD-A3AD-CAB5EE205D5E}"/>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7657" name="object 7">
              <a:extLst>
                <a:ext uri="{FF2B5EF4-FFF2-40B4-BE49-F238E27FC236}">
                  <a16:creationId xmlns:a16="http://schemas.microsoft.com/office/drawing/2014/main" id="{63F089B1-E09C-79CF-1759-A4B80FC83A85}"/>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27658" name="object 8">
              <a:extLst>
                <a:ext uri="{FF2B5EF4-FFF2-40B4-BE49-F238E27FC236}">
                  <a16:creationId xmlns:a16="http://schemas.microsoft.com/office/drawing/2014/main" id="{4BBB58A8-22CC-7128-BD98-CB5D5B5E55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59" name="object 9">
              <a:extLst>
                <a:ext uri="{FF2B5EF4-FFF2-40B4-BE49-F238E27FC236}">
                  <a16:creationId xmlns:a16="http://schemas.microsoft.com/office/drawing/2014/main" id="{75D80D05-8FAB-12E6-A190-0F9A452068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0" name="object 10">
              <a:extLst>
                <a:ext uri="{FF2B5EF4-FFF2-40B4-BE49-F238E27FC236}">
                  <a16:creationId xmlns:a16="http://schemas.microsoft.com/office/drawing/2014/main" id="{34FA4E7B-8284-6F58-12FD-897B15DEFC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1" name="object 11">
              <a:extLst>
                <a:ext uri="{FF2B5EF4-FFF2-40B4-BE49-F238E27FC236}">
                  <a16:creationId xmlns:a16="http://schemas.microsoft.com/office/drawing/2014/main" id="{B17ADC73-0610-E975-4FC6-ED7CC7C3BC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486" y="431279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2" name="object 12">
              <a:extLst>
                <a:ext uri="{FF2B5EF4-FFF2-40B4-BE49-F238E27FC236}">
                  <a16:creationId xmlns:a16="http://schemas.microsoft.com/office/drawing/2014/main" id="{B668FB69-8206-4342-B22F-801E7B9443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7566"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3" name="object 13">
              <a:extLst>
                <a:ext uri="{FF2B5EF4-FFF2-40B4-BE49-F238E27FC236}">
                  <a16:creationId xmlns:a16="http://schemas.microsoft.com/office/drawing/2014/main" id="{C00C5554-831A-71ED-A73C-956F158495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4" name="object 14">
              <a:extLst>
                <a:ext uri="{FF2B5EF4-FFF2-40B4-BE49-F238E27FC236}">
                  <a16:creationId xmlns:a16="http://schemas.microsoft.com/office/drawing/2014/main" id="{58FF62CF-1936-221F-FAEE-BE607F374C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69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5" name="object 15">
              <a:extLst>
                <a:ext uri="{FF2B5EF4-FFF2-40B4-BE49-F238E27FC236}">
                  <a16:creationId xmlns:a16="http://schemas.microsoft.com/office/drawing/2014/main" id="{A1E91CE5-94DE-633B-022D-EE861B76CA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6" name="object 16">
              <a:extLst>
                <a:ext uri="{FF2B5EF4-FFF2-40B4-BE49-F238E27FC236}">
                  <a16:creationId xmlns:a16="http://schemas.microsoft.com/office/drawing/2014/main" id="{A109AF88-5F2E-60A2-00E4-7B91742DDA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566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7" name="object 17">
              <a:extLst>
                <a:ext uri="{FF2B5EF4-FFF2-40B4-BE49-F238E27FC236}">
                  <a16:creationId xmlns:a16="http://schemas.microsoft.com/office/drawing/2014/main" id="{40DD09DB-02B8-8128-BD64-DA5882FE82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8" name="object 18">
              <a:extLst>
                <a:ext uri="{FF2B5EF4-FFF2-40B4-BE49-F238E27FC236}">
                  <a16:creationId xmlns:a16="http://schemas.microsoft.com/office/drawing/2014/main" id="{532E786A-72E2-6B3C-32A9-77B60484E8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69" name="object 19">
              <a:extLst>
                <a:ext uri="{FF2B5EF4-FFF2-40B4-BE49-F238E27FC236}">
                  <a16:creationId xmlns:a16="http://schemas.microsoft.com/office/drawing/2014/main" id="{77C3E20A-B89D-1FDC-394C-930B4309502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5118" y="480998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0" name="object 20">
              <a:extLst>
                <a:ext uri="{FF2B5EF4-FFF2-40B4-BE49-F238E27FC236}">
                  <a16:creationId xmlns:a16="http://schemas.microsoft.com/office/drawing/2014/main" id="{B8690A40-6353-4E40-EC9F-B367B247A9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1" name="object 21">
              <a:extLst>
                <a:ext uri="{FF2B5EF4-FFF2-40B4-BE49-F238E27FC236}">
                  <a16:creationId xmlns:a16="http://schemas.microsoft.com/office/drawing/2014/main" id="{3B0D6EC1-BC50-778D-DCEF-146C996F8E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2" name="object 22">
              <a:extLst>
                <a:ext uri="{FF2B5EF4-FFF2-40B4-BE49-F238E27FC236}">
                  <a16:creationId xmlns:a16="http://schemas.microsoft.com/office/drawing/2014/main" id="{96E4269C-4B8C-F3D4-0310-14691F350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3" name="object 23">
              <a:extLst>
                <a:ext uri="{FF2B5EF4-FFF2-40B4-BE49-F238E27FC236}">
                  <a16:creationId xmlns:a16="http://schemas.microsoft.com/office/drawing/2014/main" id="{4DD2D887-3305-84D3-44E3-2F86A73E1E0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456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4" name="object 24">
              <a:extLst>
                <a:ext uri="{FF2B5EF4-FFF2-40B4-BE49-F238E27FC236}">
                  <a16:creationId xmlns:a16="http://schemas.microsoft.com/office/drawing/2014/main" id="{8C3AC6E0-1604-B391-C30A-1F50CC265C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5" name="object 25">
              <a:extLst>
                <a:ext uri="{FF2B5EF4-FFF2-40B4-BE49-F238E27FC236}">
                  <a16:creationId xmlns:a16="http://schemas.microsoft.com/office/drawing/2014/main" id="{76A59E75-D3EC-51D6-5769-DBC15C26896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6" name="object 26">
              <a:extLst>
                <a:ext uri="{FF2B5EF4-FFF2-40B4-BE49-F238E27FC236}">
                  <a16:creationId xmlns:a16="http://schemas.microsoft.com/office/drawing/2014/main" id="{5C84034F-793B-586F-C145-80081CBBF3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573" y="46810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7" name="object 27">
              <a:extLst>
                <a:ext uri="{FF2B5EF4-FFF2-40B4-BE49-F238E27FC236}">
                  <a16:creationId xmlns:a16="http://schemas.microsoft.com/office/drawing/2014/main" id="{1ADD4B6A-9341-1844-A0B3-F2391BE5AB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8" name="object 28">
              <a:extLst>
                <a:ext uri="{FF2B5EF4-FFF2-40B4-BE49-F238E27FC236}">
                  <a16:creationId xmlns:a16="http://schemas.microsoft.com/office/drawing/2014/main" id="{C2AE87C3-3123-F0B5-9893-9577E5A232B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79" name="object 29">
              <a:extLst>
                <a:ext uri="{FF2B5EF4-FFF2-40B4-BE49-F238E27FC236}">
                  <a16:creationId xmlns:a16="http://schemas.microsoft.com/office/drawing/2014/main" id="{A0EFC91A-3FD5-4806-22BF-439352A8E5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0" name="object 30">
              <a:extLst>
                <a:ext uri="{FF2B5EF4-FFF2-40B4-BE49-F238E27FC236}">
                  <a16:creationId xmlns:a16="http://schemas.microsoft.com/office/drawing/2014/main" id="{F991CA37-6584-BCD7-C8EA-AB3A8DCFA9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512303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1" name="object 31">
              <a:extLst>
                <a:ext uri="{FF2B5EF4-FFF2-40B4-BE49-F238E27FC236}">
                  <a16:creationId xmlns:a16="http://schemas.microsoft.com/office/drawing/2014/main" id="{BCF045F8-8114-3FEB-EE83-3065AF78C3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2" name="object 32">
              <a:extLst>
                <a:ext uri="{FF2B5EF4-FFF2-40B4-BE49-F238E27FC236}">
                  <a16:creationId xmlns:a16="http://schemas.microsoft.com/office/drawing/2014/main" id="{198026FE-4E20-9A67-FCC4-C67677B476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3" name="object 33">
              <a:extLst>
                <a:ext uri="{FF2B5EF4-FFF2-40B4-BE49-F238E27FC236}">
                  <a16:creationId xmlns:a16="http://schemas.microsoft.com/office/drawing/2014/main" id="{3076EAE8-A464-7EC5-22ED-499A02A562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4" name="object 34">
              <a:extLst>
                <a:ext uri="{FF2B5EF4-FFF2-40B4-BE49-F238E27FC236}">
                  <a16:creationId xmlns:a16="http://schemas.microsoft.com/office/drawing/2014/main" id="{E3CFF940-CCC4-0E76-0102-C9087C5AD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5" name="object 35">
              <a:extLst>
                <a:ext uri="{FF2B5EF4-FFF2-40B4-BE49-F238E27FC236}">
                  <a16:creationId xmlns:a16="http://schemas.microsoft.com/office/drawing/2014/main" id="{CF9A0024-2F47-DCFF-AD1B-2C5419C951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6" name="object 36">
              <a:extLst>
                <a:ext uri="{FF2B5EF4-FFF2-40B4-BE49-F238E27FC236}">
                  <a16:creationId xmlns:a16="http://schemas.microsoft.com/office/drawing/2014/main" id="{D2B06BC7-CD14-5DC7-C55A-A35BED2770D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7" name="object 37">
              <a:extLst>
                <a:ext uri="{FF2B5EF4-FFF2-40B4-BE49-F238E27FC236}">
                  <a16:creationId xmlns:a16="http://schemas.microsoft.com/office/drawing/2014/main" id="{29486414-464E-08E3-C096-E8663378D87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8997" y="473633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688" name="object 38">
              <a:extLst>
                <a:ext uri="{FF2B5EF4-FFF2-40B4-BE49-F238E27FC236}">
                  <a16:creationId xmlns:a16="http://schemas.microsoft.com/office/drawing/2014/main" id="{FB91DAD9-084E-92CA-B4E8-D8DB4908F5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41" name="object 41">
            <a:extLst>
              <a:ext uri="{FF2B5EF4-FFF2-40B4-BE49-F238E27FC236}">
                <a16:creationId xmlns:a16="http://schemas.microsoft.com/office/drawing/2014/main" id="{9C638F9E-E3CC-A935-9FB3-50C6FE41232C}"/>
              </a:ext>
            </a:extLst>
          </p:cNvPr>
          <p:cNvSpPr>
            <a:spLocks noGrp="1"/>
          </p:cNvSpPr>
          <p:nvPr>
            <p:ph type="sldNum" sz="quarter" idx="12"/>
          </p:nvPr>
        </p:nvSpPr>
        <p:spPr/>
        <p:txBody>
          <a:bodyPr rtlCol="0"/>
          <a:lstStyle/>
          <a:p>
            <a:pPr eaLnBrk="0" fontAlgn="auto" hangingPunct="0">
              <a:lnSpc>
                <a:spcPts val="2039"/>
              </a:lnSpc>
              <a:buSzTx/>
              <a:buFontTx/>
              <a:buNone/>
              <a:defRPr/>
            </a:pPr>
            <a:r>
              <a:rPr spc="-50">
                <a:ln w="9525" cap="flat" cmpd="sng" algn="ctr">
                  <a:noFill/>
                  <a:prstDash val="solid"/>
                  <a:round/>
                  <a:headEnd type="none" w="med" len="med"/>
                  <a:tailEnd type="none" w="med" len="med"/>
                </a:ln>
                <a:latin typeface="Arial"/>
                <a:ea typeface="Arial"/>
                <a:cs typeface="+mn-cs"/>
                <a:sym typeface="Wingdings"/>
              </a:rPr>
              <a:t>3</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object 2" descr="$PPTXTitle">
            <a:extLst>
              <a:ext uri="{FF2B5EF4-FFF2-40B4-BE49-F238E27FC236}">
                <a16:creationId xmlns:a16="http://schemas.microsoft.com/office/drawing/2014/main" id="{700C2DB3-3277-91B1-A24E-C45DEBC7A2C8}"/>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Clustering</a:t>
            </a:r>
          </a:p>
        </p:txBody>
      </p:sp>
      <p:grpSp>
        <p:nvGrpSpPr>
          <p:cNvPr id="28674" name="object 3">
            <a:extLst>
              <a:ext uri="{FF2B5EF4-FFF2-40B4-BE49-F238E27FC236}">
                <a16:creationId xmlns:a16="http://schemas.microsoft.com/office/drawing/2014/main" id="{6380A426-5833-28A6-9140-F3FBF3A14F0B}"/>
              </a:ext>
            </a:extLst>
          </p:cNvPr>
          <p:cNvGrpSpPr>
            <a:grpSpLocks/>
          </p:cNvGrpSpPr>
          <p:nvPr/>
        </p:nvGrpSpPr>
        <p:grpSpPr bwMode="auto">
          <a:xfrm>
            <a:off x="531813" y="3056268"/>
            <a:ext cx="4845009" cy="3701454"/>
            <a:chOff x="532130" y="3055619"/>
            <a:chExt cx="4845644" cy="3702079"/>
          </a:xfrm>
        </p:grpSpPr>
        <p:sp>
          <p:nvSpPr>
            <p:cNvPr id="28677" name="object 4">
              <a:extLst>
                <a:ext uri="{FF2B5EF4-FFF2-40B4-BE49-F238E27FC236}">
                  <a16:creationId xmlns:a16="http://schemas.microsoft.com/office/drawing/2014/main" id="{EAEE8170-9407-26DB-A200-B14B704519EC}"/>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28678" name="object 5">
              <a:extLst>
                <a:ext uri="{FF2B5EF4-FFF2-40B4-BE49-F238E27FC236}">
                  <a16:creationId xmlns:a16="http://schemas.microsoft.com/office/drawing/2014/main" id="{8E6B47B7-4B25-96A1-1C37-2667BC820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19"/>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8679" name="object 6">
              <a:extLst>
                <a:ext uri="{FF2B5EF4-FFF2-40B4-BE49-F238E27FC236}">
                  <a16:creationId xmlns:a16="http://schemas.microsoft.com/office/drawing/2014/main" id="{AF0D535F-415D-0A79-C6D3-DD5AC553E2FA}"/>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8680" name="object 7">
              <a:extLst>
                <a:ext uri="{FF2B5EF4-FFF2-40B4-BE49-F238E27FC236}">
                  <a16:creationId xmlns:a16="http://schemas.microsoft.com/office/drawing/2014/main" id="{7378F00C-F078-5A32-EFC7-1E4C765BA963}"/>
                </a:ext>
              </a:extLst>
            </p:cNvPr>
            <p:cNvSpPr>
              <a:spLocks/>
            </p:cNvSpPr>
            <p:nvPr/>
          </p:nvSpPr>
          <p:spPr bwMode="auto">
            <a:xfrm>
              <a:off x="5209499" y="6590058"/>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28681" name="object 8">
              <a:extLst>
                <a:ext uri="{FF2B5EF4-FFF2-40B4-BE49-F238E27FC236}">
                  <a16:creationId xmlns:a16="http://schemas.microsoft.com/office/drawing/2014/main" id="{76AF2ADC-BB10-6C49-C458-85448B1464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2" name="object 9">
              <a:extLst>
                <a:ext uri="{FF2B5EF4-FFF2-40B4-BE49-F238E27FC236}">
                  <a16:creationId xmlns:a16="http://schemas.microsoft.com/office/drawing/2014/main" id="{2D8C2736-0825-D445-445A-4EDE30845C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3" name="object 10">
              <a:extLst>
                <a:ext uri="{FF2B5EF4-FFF2-40B4-BE49-F238E27FC236}">
                  <a16:creationId xmlns:a16="http://schemas.microsoft.com/office/drawing/2014/main" id="{E27AFA2E-834D-3BC1-5687-B99B8E82E3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4" name="object 11">
              <a:extLst>
                <a:ext uri="{FF2B5EF4-FFF2-40B4-BE49-F238E27FC236}">
                  <a16:creationId xmlns:a16="http://schemas.microsoft.com/office/drawing/2014/main" id="{747041DB-D24A-5DCD-89C9-40778D02D3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486" y="431279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5" name="object 12">
              <a:extLst>
                <a:ext uri="{FF2B5EF4-FFF2-40B4-BE49-F238E27FC236}">
                  <a16:creationId xmlns:a16="http://schemas.microsoft.com/office/drawing/2014/main" id="{C65E87A2-3D5B-EC53-F7B9-01BE1DE392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7565"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6" name="object 13">
              <a:extLst>
                <a:ext uri="{FF2B5EF4-FFF2-40B4-BE49-F238E27FC236}">
                  <a16:creationId xmlns:a16="http://schemas.microsoft.com/office/drawing/2014/main" id="{F8C7168F-EFB3-88BF-7335-501C366FD6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7" name="object 14">
              <a:extLst>
                <a:ext uri="{FF2B5EF4-FFF2-40B4-BE49-F238E27FC236}">
                  <a16:creationId xmlns:a16="http://schemas.microsoft.com/office/drawing/2014/main" id="{A05910FD-1121-AF01-2FEE-7A6205F59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694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8" name="object 15">
              <a:extLst>
                <a:ext uri="{FF2B5EF4-FFF2-40B4-BE49-F238E27FC236}">
                  <a16:creationId xmlns:a16="http://schemas.microsoft.com/office/drawing/2014/main" id="{216B5F62-0D94-9105-3789-718C0982B7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89" name="object 16">
              <a:extLst>
                <a:ext uri="{FF2B5EF4-FFF2-40B4-BE49-F238E27FC236}">
                  <a16:creationId xmlns:a16="http://schemas.microsoft.com/office/drawing/2014/main" id="{7AB2F1E9-5539-2C79-D1D8-449DD7020B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566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0" name="object 17">
              <a:extLst>
                <a:ext uri="{FF2B5EF4-FFF2-40B4-BE49-F238E27FC236}">
                  <a16:creationId xmlns:a16="http://schemas.microsoft.com/office/drawing/2014/main" id="{30F1B2F8-F026-6F40-A7E8-B0FDFD056D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1" name="object 18">
              <a:extLst>
                <a:ext uri="{FF2B5EF4-FFF2-40B4-BE49-F238E27FC236}">
                  <a16:creationId xmlns:a16="http://schemas.microsoft.com/office/drawing/2014/main" id="{A5537AB4-6A82-DFD9-5FFD-B23FFEF281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2" name="object 19">
              <a:extLst>
                <a:ext uri="{FF2B5EF4-FFF2-40B4-BE49-F238E27FC236}">
                  <a16:creationId xmlns:a16="http://schemas.microsoft.com/office/drawing/2014/main" id="{29B72C92-CB37-D3CE-EED6-D6546AC5F9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5118" y="48099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3" name="object 20">
              <a:extLst>
                <a:ext uri="{FF2B5EF4-FFF2-40B4-BE49-F238E27FC236}">
                  <a16:creationId xmlns:a16="http://schemas.microsoft.com/office/drawing/2014/main" id="{2C97677E-F9C0-2A4F-F7EF-C0D4D6460B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4" name="object 21">
              <a:extLst>
                <a:ext uri="{FF2B5EF4-FFF2-40B4-BE49-F238E27FC236}">
                  <a16:creationId xmlns:a16="http://schemas.microsoft.com/office/drawing/2014/main" id="{F079527B-977D-E261-87AF-757C5EB9DA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5" name="object 22">
              <a:extLst>
                <a:ext uri="{FF2B5EF4-FFF2-40B4-BE49-F238E27FC236}">
                  <a16:creationId xmlns:a16="http://schemas.microsoft.com/office/drawing/2014/main" id="{A34233CA-9A40-5989-533E-82249091B2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6" name="object 23">
              <a:extLst>
                <a:ext uri="{FF2B5EF4-FFF2-40B4-BE49-F238E27FC236}">
                  <a16:creationId xmlns:a16="http://schemas.microsoft.com/office/drawing/2014/main" id="{2DA816F2-E2E1-F078-7D36-E86883F67ED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456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7" name="object 24">
              <a:extLst>
                <a:ext uri="{FF2B5EF4-FFF2-40B4-BE49-F238E27FC236}">
                  <a16:creationId xmlns:a16="http://schemas.microsoft.com/office/drawing/2014/main" id="{49FBEA18-1FE8-CF64-615C-B595AE47F9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8" name="object 25">
              <a:extLst>
                <a:ext uri="{FF2B5EF4-FFF2-40B4-BE49-F238E27FC236}">
                  <a16:creationId xmlns:a16="http://schemas.microsoft.com/office/drawing/2014/main" id="{16341C38-2363-1037-F1CE-D94E0965697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699" name="object 26">
              <a:extLst>
                <a:ext uri="{FF2B5EF4-FFF2-40B4-BE49-F238E27FC236}">
                  <a16:creationId xmlns:a16="http://schemas.microsoft.com/office/drawing/2014/main" id="{625B8A19-1CA9-D86A-E39F-FD1B4797D49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03572" y="468108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0" name="object 27">
              <a:extLst>
                <a:ext uri="{FF2B5EF4-FFF2-40B4-BE49-F238E27FC236}">
                  <a16:creationId xmlns:a16="http://schemas.microsoft.com/office/drawing/2014/main" id="{D532772E-C752-FB6B-CD6F-E089BB90E82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1" name="object 28">
              <a:extLst>
                <a:ext uri="{FF2B5EF4-FFF2-40B4-BE49-F238E27FC236}">
                  <a16:creationId xmlns:a16="http://schemas.microsoft.com/office/drawing/2014/main" id="{2ACBEFA9-94B1-7D6E-EAA2-70B48BB66F3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2" name="object 29">
              <a:extLst>
                <a:ext uri="{FF2B5EF4-FFF2-40B4-BE49-F238E27FC236}">
                  <a16:creationId xmlns:a16="http://schemas.microsoft.com/office/drawing/2014/main" id="{F9EC99BF-53EC-C350-73AA-6BFA03B5A18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3" name="object 30">
              <a:extLst>
                <a:ext uri="{FF2B5EF4-FFF2-40B4-BE49-F238E27FC236}">
                  <a16:creationId xmlns:a16="http://schemas.microsoft.com/office/drawing/2014/main" id="{4BD3302B-AE9B-906B-6461-3893230BE03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27356" y="512303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4" name="object 31">
              <a:extLst>
                <a:ext uri="{FF2B5EF4-FFF2-40B4-BE49-F238E27FC236}">
                  <a16:creationId xmlns:a16="http://schemas.microsoft.com/office/drawing/2014/main" id="{05A181AF-8E71-1EAA-D20C-4C32463837E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5" name="object 32">
              <a:extLst>
                <a:ext uri="{FF2B5EF4-FFF2-40B4-BE49-F238E27FC236}">
                  <a16:creationId xmlns:a16="http://schemas.microsoft.com/office/drawing/2014/main" id="{E842D676-8F3B-BAA5-4E24-5557DC8F73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6" name="object 33">
              <a:extLst>
                <a:ext uri="{FF2B5EF4-FFF2-40B4-BE49-F238E27FC236}">
                  <a16:creationId xmlns:a16="http://schemas.microsoft.com/office/drawing/2014/main" id="{606EF31C-B25F-8911-A946-77DF591CFD9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7" name="object 34">
              <a:extLst>
                <a:ext uri="{FF2B5EF4-FFF2-40B4-BE49-F238E27FC236}">
                  <a16:creationId xmlns:a16="http://schemas.microsoft.com/office/drawing/2014/main" id="{D8648821-B763-BE3A-6F17-2B46A63769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8" name="object 35">
              <a:extLst>
                <a:ext uri="{FF2B5EF4-FFF2-40B4-BE49-F238E27FC236}">
                  <a16:creationId xmlns:a16="http://schemas.microsoft.com/office/drawing/2014/main" id="{C546DED7-5BEE-1F23-5F6E-79FF142CF0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09" name="object 36">
              <a:extLst>
                <a:ext uri="{FF2B5EF4-FFF2-40B4-BE49-F238E27FC236}">
                  <a16:creationId xmlns:a16="http://schemas.microsoft.com/office/drawing/2014/main" id="{3E87D2E1-4D32-9C4C-A07F-48739582796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10" name="object 37">
              <a:extLst>
                <a:ext uri="{FF2B5EF4-FFF2-40B4-BE49-F238E27FC236}">
                  <a16:creationId xmlns:a16="http://schemas.microsoft.com/office/drawing/2014/main" id="{7518DB09-30DF-2650-F15C-16DA4990AA9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8995" y="47363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711" name="object 38">
              <a:extLst>
                <a:ext uri="{FF2B5EF4-FFF2-40B4-BE49-F238E27FC236}">
                  <a16:creationId xmlns:a16="http://schemas.microsoft.com/office/drawing/2014/main" id="{887CDD02-8A61-F263-E18A-0435C3A3133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8712" name="object 39">
              <a:extLst>
                <a:ext uri="{FF2B5EF4-FFF2-40B4-BE49-F238E27FC236}">
                  <a16:creationId xmlns:a16="http://schemas.microsoft.com/office/drawing/2014/main" id="{A925AC75-B4DB-0339-A14E-E7EE6BE23BC0}"/>
                </a:ext>
              </a:extLst>
            </p:cNvPr>
            <p:cNvSpPr>
              <a:spLocks/>
            </p:cNvSpPr>
            <p:nvPr/>
          </p:nvSpPr>
          <p:spPr bwMode="auto">
            <a:xfrm>
              <a:off x="1208745" y="3723495"/>
              <a:ext cx="1610360" cy="1366520"/>
            </a:xfrm>
            <a:custGeom>
              <a:avLst/>
              <a:gdLst>
                <a:gd name="T0" fmla="*/ 1410644 w 1610360"/>
                <a:gd name="T1" fmla="*/ 232866 h 1366520"/>
                <a:gd name="T2" fmla="*/ 1474048 w 1610360"/>
                <a:gd name="T3" fmla="*/ 302705 h 1366520"/>
                <a:gd name="T4" fmla="*/ 1525374 w 1610360"/>
                <a:gd name="T5" fmla="*/ 377381 h 1366520"/>
                <a:gd name="T6" fmla="*/ 1564624 w 1610360"/>
                <a:gd name="T7" fmla="*/ 455876 h 1366520"/>
                <a:gd name="T8" fmla="*/ 1591797 w 1610360"/>
                <a:gd name="T9" fmla="*/ 537172 h 1366520"/>
                <a:gd name="T10" fmla="*/ 1606893 w 1610360"/>
                <a:gd name="T11" fmla="*/ 620249 h 1366520"/>
                <a:gd name="T12" fmla="*/ 1609912 w 1610360"/>
                <a:gd name="T13" fmla="*/ 704091 h 1366520"/>
                <a:gd name="T14" fmla="*/ 1600855 w 1610360"/>
                <a:gd name="T15" fmla="*/ 787677 h 1366520"/>
                <a:gd name="T16" fmla="*/ 1579720 w 1610360"/>
                <a:gd name="T17" fmla="*/ 869991 h 1366520"/>
                <a:gd name="T18" fmla="*/ 1546509 w 1610360"/>
                <a:gd name="T19" fmla="*/ 950014 h 1366520"/>
                <a:gd name="T20" fmla="*/ 1501221 w 1610360"/>
                <a:gd name="T21" fmla="*/ 1026727 h 1366520"/>
                <a:gd name="T22" fmla="*/ 1443856 w 1610360"/>
                <a:gd name="T23" fmla="*/ 1099111 h 1366520"/>
                <a:gd name="T24" fmla="*/ 1374414 w 1610360"/>
                <a:gd name="T25" fmla="*/ 1166150 h 1366520"/>
                <a:gd name="T26" fmla="*/ 1298545 w 1610360"/>
                <a:gd name="T27" fmla="*/ 1222977 h 1366520"/>
                <a:gd name="T28" fmla="*/ 1216806 w 1610360"/>
                <a:gd name="T29" fmla="*/ 1270333 h 1366520"/>
                <a:gd name="T30" fmla="*/ 1130265 w 1610360"/>
                <a:gd name="T31" fmla="*/ 1308218 h 1366520"/>
                <a:gd name="T32" fmla="*/ 1039988 w 1610360"/>
                <a:gd name="T33" fmla="*/ 1336632 h 1366520"/>
                <a:gd name="T34" fmla="*/ 947042 w 1610360"/>
                <a:gd name="T35" fmla="*/ 1355574 h 1366520"/>
                <a:gd name="T36" fmla="*/ 852496 w 1610360"/>
                <a:gd name="T37" fmla="*/ 1365046 h 1366520"/>
                <a:gd name="T38" fmla="*/ 757416 w 1610360"/>
                <a:gd name="T39" fmla="*/ 1365046 h 1366520"/>
                <a:gd name="T40" fmla="*/ 662870 w 1610360"/>
                <a:gd name="T41" fmla="*/ 1355574 h 1366520"/>
                <a:gd name="T42" fmla="*/ 569924 w 1610360"/>
                <a:gd name="T43" fmla="*/ 1336632 h 1366520"/>
                <a:gd name="T44" fmla="*/ 479647 w 1610360"/>
                <a:gd name="T45" fmla="*/ 1308218 h 1366520"/>
                <a:gd name="T46" fmla="*/ 393106 w 1610360"/>
                <a:gd name="T47" fmla="*/ 1270333 h 1366520"/>
                <a:gd name="T48" fmla="*/ 311367 w 1610360"/>
                <a:gd name="T49" fmla="*/ 1222977 h 1366520"/>
                <a:gd name="T50" fmla="*/ 235499 w 1610360"/>
                <a:gd name="T51" fmla="*/ 1166150 h 1366520"/>
                <a:gd name="T52" fmla="*/ 166057 w 1610360"/>
                <a:gd name="T53" fmla="*/ 1099111 h 1366520"/>
                <a:gd name="T54" fmla="*/ 108692 w 1610360"/>
                <a:gd name="T55" fmla="*/ 1026727 h 1366520"/>
                <a:gd name="T56" fmla="*/ 63403 w 1610360"/>
                <a:gd name="T57" fmla="*/ 950014 h 1366520"/>
                <a:gd name="T58" fmla="*/ 30192 w 1610360"/>
                <a:gd name="T59" fmla="*/ 869991 h 1366520"/>
                <a:gd name="T60" fmla="*/ 9057 w 1610360"/>
                <a:gd name="T61" fmla="*/ 787677 h 1366520"/>
                <a:gd name="T62" fmla="*/ 0 w 1610360"/>
                <a:gd name="T63" fmla="*/ 704091 h 1366520"/>
                <a:gd name="T64" fmla="*/ 3019 w 1610360"/>
                <a:gd name="T65" fmla="*/ 620249 h 1366520"/>
                <a:gd name="T66" fmla="*/ 18115 w 1610360"/>
                <a:gd name="T67" fmla="*/ 537172 h 1366520"/>
                <a:gd name="T68" fmla="*/ 45288 w 1610360"/>
                <a:gd name="T69" fmla="*/ 455876 h 1366520"/>
                <a:gd name="T70" fmla="*/ 84538 w 1610360"/>
                <a:gd name="T71" fmla="*/ 377381 h 1366520"/>
                <a:gd name="T72" fmla="*/ 135865 w 1610360"/>
                <a:gd name="T73" fmla="*/ 302705 h 1366520"/>
                <a:gd name="T74" fmla="*/ 199268 w 1610360"/>
                <a:gd name="T75" fmla="*/ 232866 h 1366520"/>
                <a:gd name="T76" fmla="*/ 272633 w 1610360"/>
                <a:gd name="T77" fmla="*/ 170482 h 1366520"/>
                <a:gd name="T78" fmla="*/ 351570 w 1610360"/>
                <a:gd name="T79" fmla="*/ 118390 h 1366520"/>
                <a:gd name="T80" fmla="*/ 435843 w 1610360"/>
                <a:gd name="T81" fmla="*/ 75769 h 1366520"/>
                <a:gd name="T82" fmla="*/ 524386 w 1610360"/>
                <a:gd name="T83" fmla="*/ 42620 h 1366520"/>
                <a:gd name="T84" fmla="*/ 616130 w 1610360"/>
                <a:gd name="T85" fmla="*/ 18942 h 1366520"/>
                <a:gd name="T86" fmla="*/ 710009 w 1610360"/>
                <a:gd name="T87" fmla="*/ 4735 h 1366520"/>
                <a:gd name="T88" fmla="*/ 804956 w 1610360"/>
                <a:gd name="T89" fmla="*/ 0 h 1366520"/>
                <a:gd name="T90" fmla="*/ 899903 w 1610360"/>
                <a:gd name="T91" fmla="*/ 4735 h 1366520"/>
                <a:gd name="T92" fmla="*/ 993782 w 1610360"/>
                <a:gd name="T93" fmla="*/ 18942 h 1366520"/>
                <a:gd name="T94" fmla="*/ 1085527 w 1610360"/>
                <a:gd name="T95" fmla="*/ 42620 h 1366520"/>
                <a:gd name="T96" fmla="*/ 1174069 w 1610360"/>
                <a:gd name="T97" fmla="*/ 75769 h 1366520"/>
                <a:gd name="T98" fmla="*/ 1258343 w 1610360"/>
                <a:gd name="T99" fmla="*/ 118390 h 1366520"/>
                <a:gd name="T100" fmla="*/ 1337280 w 1610360"/>
                <a:gd name="T101" fmla="*/ 170482 h 136652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610360" h="1366520">
                  <a:moveTo>
                    <a:pt x="1374414" y="200079"/>
                  </a:moveTo>
                  <a:lnTo>
                    <a:pt x="1410644" y="232866"/>
                  </a:lnTo>
                  <a:lnTo>
                    <a:pt x="1443856" y="267117"/>
                  </a:lnTo>
                  <a:lnTo>
                    <a:pt x="1474048" y="302705"/>
                  </a:lnTo>
                  <a:lnTo>
                    <a:pt x="1501221" y="339502"/>
                  </a:lnTo>
                  <a:lnTo>
                    <a:pt x="1525374" y="377381"/>
                  </a:lnTo>
                  <a:lnTo>
                    <a:pt x="1546509" y="416215"/>
                  </a:lnTo>
                  <a:lnTo>
                    <a:pt x="1564624" y="455876"/>
                  </a:lnTo>
                  <a:lnTo>
                    <a:pt x="1579720" y="496237"/>
                  </a:lnTo>
                  <a:lnTo>
                    <a:pt x="1591797" y="537172"/>
                  </a:lnTo>
                  <a:lnTo>
                    <a:pt x="1600855" y="578551"/>
                  </a:lnTo>
                  <a:lnTo>
                    <a:pt x="1606893" y="620249"/>
                  </a:lnTo>
                  <a:lnTo>
                    <a:pt x="1609912" y="662138"/>
                  </a:lnTo>
                  <a:lnTo>
                    <a:pt x="1609912" y="704091"/>
                  </a:lnTo>
                  <a:lnTo>
                    <a:pt x="1606893" y="745980"/>
                  </a:lnTo>
                  <a:lnTo>
                    <a:pt x="1600855" y="787677"/>
                  </a:lnTo>
                  <a:lnTo>
                    <a:pt x="1591797" y="829057"/>
                  </a:lnTo>
                  <a:lnTo>
                    <a:pt x="1579720" y="869991"/>
                  </a:lnTo>
                  <a:lnTo>
                    <a:pt x="1564624" y="910353"/>
                  </a:lnTo>
                  <a:lnTo>
                    <a:pt x="1546509" y="950014"/>
                  </a:lnTo>
                  <a:lnTo>
                    <a:pt x="1525374" y="988848"/>
                  </a:lnTo>
                  <a:lnTo>
                    <a:pt x="1501221" y="1026727"/>
                  </a:lnTo>
                  <a:lnTo>
                    <a:pt x="1474048" y="1063524"/>
                  </a:lnTo>
                  <a:lnTo>
                    <a:pt x="1443856" y="1099111"/>
                  </a:lnTo>
                  <a:lnTo>
                    <a:pt x="1410644" y="1133362"/>
                  </a:lnTo>
                  <a:lnTo>
                    <a:pt x="1374414" y="1166150"/>
                  </a:lnTo>
                  <a:lnTo>
                    <a:pt x="1337280" y="1195747"/>
                  </a:lnTo>
                  <a:lnTo>
                    <a:pt x="1298545" y="1222977"/>
                  </a:lnTo>
                  <a:lnTo>
                    <a:pt x="1258343" y="1247839"/>
                  </a:lnTo>
                  <a:lnTo>
                    <a:pt x="1216806" y="1270333"/>
                  </a:lnTo>
                  <a:lnTo>
                    <a:pt x="1174069" y="1290460"/>
                  </a:lnTo>
                  <a:lnTo>
                    <a:pt x="1130265" y="1308218"/>
                  </a:lnTo>
                  <a:lnTo>
                    <a:pt x="1085527" y="1323609"/>
                  </a:lnTo>
                  <a:lnTo>
                    <a:pt x="1039988" y="1336632"/>
                  </a:lnTo>
                  <a:lnTo>
                    <a:pt x="993782" y="1347287"/>
                  </a:lnTo>
                  <a:lnTo>
                    <a:pt x="947042" y="1355574"/>
                  </a:lnTo>
                  <a:lnTo>
                    <a:pt x="899903" y="1361494"/>
                  </a:lnTo>
                  <a:lnTo>
                    <a:pt x="852496" y="1365046"/>
                  </a:lnTo>
                  <a:lnTo>
                    <a:pt x="804956" y="1366229"/>
                  </a:lnTo>
                  <a:lnTo>
                    <a:pt x="757416" y="1365046"/>
                  </a:lnTo>
                  <a:lnTo>
                    <a:pt x="710009" y="1361494"/>
                  </a:lnTo>
                  <a:lnTo>
                    <a:pt x="662870" y="1355574"/>
                  </a:lnTo>
                  <a:lnTo>
                    <a:pt x="616130" y="1347287"/>
                  </a:lnTo>
                  <a:lnTo>
                    <a:pt x="569924" y="1336632"/>
                  </a:lnTo>
                  <a:lnTo>
                    <a:pt x="524386" y="1323609"/>
                  </a:lnTo>
                  <a:lnTo>
                    <a:pt x="479647" y="1308218"/>
                  </a:lnTo>
                  <a:lnTo>
                    <a:pt x="435843" y="1290460"/>
                  </a:lnTo>
                  <a:lnTo>
                    <a:pt x="393106" y="1270333"/>
                  </a:lnTo>
                  <a:lnTo>
                    <a:pt x="351570" y="1247839"/>
                  </a:lnTo>
                  <a:lnTo>
                    <a:pt x="311367" y="1222977"/>
                  </a:lnTo>
                  <a:lnTo>
                    <a:pt x="272633" y="1195747"/>
                  </a:lnTo>
                  <a:lnTo>
                    <a:pt x="235499" y="1166150"/>
                  </a:lnTo>
                  <a:lnTo>
                    <a:pt x="199268" y="1133362"/>
                  </a:lnTo>
                  <a:lnTo>
                    <a:pt x="166057" y="1099111"/>
                  </a:lnTo>
                  <a:lnTo>
                    <a:pt x="135865" y="1063524"/>
                  </a:lnTo>
                  <a:lnTo>
                    <a:pt x="108692" y="1026727"/>
                  </a:lnTo>
                  <a:lnTo>
                    <a:pt x="84538" y="988848"/>
                  </a:lnTo>
                  <a:lnTo>
                    <a:pt x="63403" y="950014"/>
                  </a:lnTo>
                  <a:lnTo>
                    <a:pt x="45288" y="910353"/>
                  </a:lnTo>
                  <a:lnTo>
                    <a:pt x="30192" y="869991"/>
                  </a:lnTo>
                  <a:lnTo>
                    <a:pt x="18115" y="829057"/>
                  </a:lnTo>
                  <a:lnTo>
                    <a:pt x="9057" y="787677"/>
                  </a:lnTo>
                  <a:lnTo>
                    <a:pt x="3019" y="745980"/>
                  </a:lnTo>
                  <a:lnTo>
                    <a:pt x="0" y="704091"/>
                  </a:lnTo>
                  <a:lnTo>
                    <a:pt x="0" y="662138"/>
                  </a:lnTo>
                  <a:lnTo>
                    <a:pt x="3019" y="620249"/>
                  </a:lnTo>
                  <a:lnTo>
                    <a:pt x="9057" y="578551"/>
                  </a:lnTo>
                  <a:lnTo>
                    <a:pt x="18115" y="537172"/>
                  </a:lnTo>
                  <a:lnTo>
                    <a:pt x="30192" y="496237"/>
                  </a:lnTo>
                  <a:lnTo>
                    <a:pt x="45288" y="455876"/>
                  </a:lnTo>
                  <a:lnTo>
                    <a:pt x="63403" y="416215"/>
                  </a:lnTo>
                  <a:lnTo>
                    <a:pt x="84538" y="377381"/>
                  </a:lnTo>
                  <a:lnTo>
                    <a:pt x="108692" y="339502"/>
                  </a:lnTo>
                  <a:lnTo>
                    <a:pt x="135865" y="302705"/>
                  </a:lnTo>
                  <a:lnTo>
                    <a:pt x="166057" y="267117"/>
                  </a:lnTo>
                  <a:lnTo>
                    <a:pt x="199268" y="232866"/>
                  </a:lnTo>
                  <a:lnTo>
                    <a:pt x="235499" y="200079"/>
                  </a:lnTo>
                  <a:lnTo>
                    <a:pt x="272633" y="170482"/>
                  </a:lnTo>
                  <a:lnTo>
                    <a:pt x="311367" y="143252"/>
                  </a:lnTo>
                  <a:lnTo>
                    <a:pt x="351570" y="118390"/>
                  </a:lnTo>
                  <a:lnTo>
                    <a:pt x="393106" y="95896"/>
                  </a:lnTo>
                  <a:lnTo>
                    <a:pt x="435843" y="75769"/>
                  </a:lnTo>
                  <a:lnTo>
                    <a:pt x="479647" y="58011"/>
                  </a:lnTo>
                  <a:lnTo>
                    <a:pt x="524386" y="42620"/>
                  </a:lnTo>
                  <a:lnTo>
                    <a:pt x="569924" y="29597"/>
                  </a:lnTo>
                  <a:lnTo>
                    <a:pt x="616130" y="18942"/>
                  </a:lnTo>
                  <a:lnTo>
                    <a:pt x="662870" y="10655"/>
                  </a:lnTo>
                  <a:lnTo>
                    <a:pt x="710009" y="4735"/>
                  </a:lnTo>
                  <a:lnTo>
                    <a:pt x="757416" y="1183"/>
                  </a:lnTo>
                  <a:lnTo>
                    <a:pt x="804956" y="0"/>
                  </a:lnTo>
                  <a:lnTo>
                    <a:pt x="852496" y="1183"/>
                  </a:lnTo>
                  <a:lnTo>
                    <a:pt x="899903" y="4735"/>
                  </a:lnTo>
                  <a:lnTo>
                    <a:pt x="947042" y="10655"/>
                  </a:lnTo>
                  <a:lnTo>
                    <a:pt x="993782" y="18942"/>
                  </a:lnTo>
                  <a:lnTo>
                    <a:pt x="1039988" y="29597"/>
                  </a:lnTo>
                  <a:lnTo>
                    <a:pt x="1085527" y="42620"/>
                  </a:lnTo>
                  <a:lnTo>
                    <a:pt x="1130265" y="58011"/>
                  </a:lnTo>
                  <a:lnTo>
                    <a:pt x="1174069" y="75769"/>
                  </a:lnTo>
                  <a:lnTo>
                    <a:pt x="1216806" y="95896"/>
                  </a:lnTo>
                  <a:lnTo>
                    <a:pt x="1258343" y="118390"/>
                  </a:lnTo>
                  <a:lnTo>
                    <a:pt x="1298545" y="143252"/>
                  </a:lnTo>
                  <a:lnTo>
                    <a:pt x="1337280" y="170482"/>
                  </a:lnTo>
                  <a:lnTo>
                    <a:pt x="1374414" y="200079"/>
                  </a:lnTo>
                  <a:close/>
                </a:path>
              </a:pathLst>
            </a:custGeom>
            <a:noFill/>
            <a:ln w="508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8713" name="object 40">
              <a:extLst>
                <a:ext uri="{FF2B5EF4-FFF2-40B4-BE49-F238E27FC236}">
                  <a16:creationId xmlns:a16="http://schemas.microsoft.com/office/drawing/2014/main" id="{47C028E0-1247-E642-4DAF-FE121DC2A9C8}"/>
                </a:ext>
              </a:extLst>
            </p:cNvPr>
            <p:cNvSpPr>
              <a:spLocks/>
            </p:cNvSpPr>
            <p:nvPr/>
          </p:nvSpPr>
          <p:spPr bwMode="auto">
            <a:xfrm>
              <a:off x="3208999" y="4389657"/>
              <a:ext cx="1396365" cy="1612265"/>
            </a:xfrm>
            <a:custGeom>
              <a:avLst/>
              <a:gdLst>
                <a:gd name="T0" fmla="*/ 1222013 w 1396364"/>
                <a:gd name="T1" fmla="*/ 272960 h 1612264"/>
                <a:gd name="T2" fmla="*/ 1275249 w 1396364"/>
                <a:gd name="T3" fmla="*/ 351992 h 1612264"/>
                <a:gd name="T4" fmla="*/ 1318806 w 1396364"/>
                <a:gd name="T5" fmla="*/ 436367 h 1612264"/>
                <a:gd name="T6" fmla="*/ 1352683 w 1396364"/>
                <a:gd name="T7" fmla="*/ 525016 h 1612264"/>
                <a:gd name="T8" fmla="*/ 1376881 w 1396364"/>
                <a:gd name="T9" fmla="*/ 616870 h 1612264"/>
                <a:gd name="T10" fmla="*/ 1391400 w 1396364"/>
                <a:gd name="T11" fmla="*/ 710862 h 1612264"/>
                <a:gd name="T12" fmla="*/ 1396240 w 1396364"/>
                <a:gd name="T13" fmla="*/ 805923 h 1612264"/>
                <a:gd name="T14" fmla="*/ 1391400 w 1396364"/>
                <a:gd name="T15" fmla="*/ 900986 h 1612264"/>
                <a:gd name="T16" fmla="*/ 1376881 w 1396364"/>
                <a:gd name="T17" fmla="*/ 994978 h 1612264"/>
                <a:gd name="T18" fmla="*/ 1352683 w 1396364"/>
                <a:gd name="T19" fmla="*/ 1086832 h 1612264"/>
                <a:gd name="T20" fmla="*/ 1318806 w 1396364"/>
                <a:gd name="T21" fmla="*/ 1175481 h 1612264"/>
                <a:gd name="T22" fmla="*/ 1275249 w 1396364"/>
                <a:gd name="T23" fmla="*/ 1259856 h 1612264"/>
                <a:gd name="T24" fmla="*/ 1222013 w 1396364"/>
                <a:gd name="T25" fmla="*/ 1338888 h 1612264"/>
                <a:gd name="T26" fmla="*/ 1158258 w 1396364"/>
                <a:gd name="T27" fmla="*/ 1412340 h 1612264"/>
                <a:gd name="T28" fmla="*/ 1086885 w 1396364"/>
                <a:gd name="T29" fmla="*/ 1475820 h 1612264"/>
                <a:gd name="T30" fmla="*/ 1010569 w 1396364"/>
                <a:gd name="T31" fmla="*/ 1527209 h 1612264"/>
                <a:gd name="T32" fmla="*/ 930350 w 1396364"/>
                <a:gd name="T33" fmla="*/ 1566506 h 1612264"/>
                <a:gd name="T34" fmla="*/ 847269 w 1396364"/>
                <a:gd name="T35" fmla="*/ 1593711 h 1612264"/>
                <a:gd name="T36" fmla="*/ 762366 w 1396364"/>
                <a:gd name="T37" fmla="*/ 1608825 h 1612264"/>
                <a:gd name="T38" fmla="*/ 676682 w 1396364"/>
                <a:gd name="T39" fmla="*/ 1611848 h 1612264"/>
                <a:gd name="T40" fmla="*/ 591259 w 1396364"/>
                <a:gd name="T41" fmla="*/ 1602780 h 1612264"/>
                <a:gd name="T42" fmla="*/ 507137 w 1396364"/>
                <a:gd name="T43" fmla="*/ 1581620 h 1612264"/>
                <a:gd name="T44" fmla="*/ 425357 w 1396364"/>
                <a:gd name="T45" fmla="*/ 1548368 h 1612264"/>
                <a:gd name="T46" fmla="*/ 346959 w 1396364"/>
                <a:gd name="T47" fmla="*/ 1503026 h 1612264"/>
                <a:gd name="T48" fmla="*/ 272984 w 1396364"/>
                <a:gd name="T49" fmla="*/ 1445592 h 1612264"/>
                <a:gd name="T50" fmla="*/ 204474 w 1396364"/>
                <a:gd name="T51" fmla="*/ 1376066 h 1612264"/>
                <a:gd name="T52" fmla="*/ 146398 w 1396364"/>
                <a:gd name="T53" fmla="*/ 1300107 h 1612264"/>
                <a:gd name="T54" fmla="*/ 98002 w 1396364"/>
                <a:gd name="T55" fmla="*/ 1218270 h 1612264"/>
                <a:gd name="T56" fmla="*/ 59285 w 1396364"/>
                <a:gd name="T57" fmla="*/ 1131624 h 1612264"/>
                <a:gd name="T58" fmla="*/ 30247 w 1396364"/>
                <a:gd name="T59" fmla="*/ 1041239 h 1612264"/>
                <a:gd name="T60" fmla="*/ 10889 w 1396364"/>
                <a:gd name="T61" fmla="*/ 948182 h 1612264"/>
                <a:gd name="T62" fmla="*/ 1209 w 1396364"/>
                <a:gd name="T63" fmla="*/ 853522 h 1612264"/>
                <a:gd name="T64" fmla="*/ 1209 w 1396364"/>
                <a:gd name="T65" fmla="*/ 758326 h 1612264"/>
                <a:gd name="T66" fmla="*/ 10889 w 1396364"/>
                <a:gd name="T67" fmla="*/ 663666 h 1612264"/>
                <a:gd name="T68" fmla="*/ 30247 w 1396364"/>
                <a:gd name="T69" fmla="*/ 570609 h 1612264"/>
                <a:gd name="T70" fmla="*/ 59285 w 1396364"/>
                <a:gd name="T71" fmla="*/ 480224 h 1612264"/>
                <a:gd name="T72" fmla="*/ 98002 w 1396364"/>
                <a:gd name="T73" fmla="*/ 393578 h 1612264"/>
                <a:gd name="T74" fmla="*/ 146398 w 1396364"/>
                <a:gd name="T75" fmla="*/ 311741 h 1612264"/>
                <a:gd name="T76" fmla="*/ 204474 w 1396364"/>
                <a:gd name="T77" fmla="*/ 235782 h 1612264"/>
                <a:gd name="T78" fmla="*/ 272984 w 1396364"/>
                <a:gd name="T79" fmla="*/ 166256 h 1612264"/>
                <a:gd name="T80" fmla="*/ 346959 w 1396364"/>
                <a:gd name="T81" fmla="*/ 108822 h 1612264"/>
                <a:gd name="T82" fmla="*/ 425357 w 1396364"/>
                <a:gd name="T83" fmla="*/ 63479 h 1612264"/>
                <a:gd name="T84" fmla="*/ 507137 w 1396364"/>
                <a:gd name="T85" fmla="*/ 30228 h 1612264"/>
                <a:gd name="T86" fmla="*/ 591259 w 1396364"/>
                <a:gd name="T87" fmla="*/ 9068 h 1612264"/>
                <a:gd name="T88" fmla="*/ 676682 w 1396364"/>
                <a:gd name="T89" fmla="*/ 0 h 1612264"/>
                <a:gd name="T90" fmla="*/ 762366 w 1396364"/>
                <a:gd name="T91" fmla="*/ 3022 h 1612264"/>
                <a:gd name="T92" fmla="*/ 847269 w 1396364"/>
                <a:gd name="T93" fmla="*/ 18137 h 1612264"/>
                <a:gd name="T94" fmla="*/ 930350 w 1396364"/>
                <a:gd name="T95" fmla="*/ 45342 h 1612264"/>
                <a:gd name="T96" fmla="*/ 1010569 w 1396364"/>
                <a:gd name="T97" fmla="*/ 84639 h 1612264"/>
                <a:gd name="T98" fmla="*/ 1086885 w 1396364"/>
                <a:gd name="T99" fmla="*/ 136028 h 1612264"/>
                <a:gd name="T100" fmla="*/ 1158258 w 1396364"/>
                <a:gd name="T101" fmla="*/ 199508 h 161226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396364" h="1612264">
                  <a:moveTo>
                    <a:pt x="1191763" y="235782"/>
                  </a:moveTo>
                  <a:lnTo>
                    <a:pt x="1222011" y="272960"/>
                  </a:lnTo>
                  <a:lnTo>
                    <a:pt x="1249839" y="311741"/>
                  </a:lnTo>
                  <a:lnTo>
                    <a:pt x="1275247" y="351992"/>
                  </a:lnTo>
                  <a:lnTo>
                    <a:pt x="1298235" y="393578"/>
                  </a:lnTo>
                  <a:lnTo>
                    <a:pt x="1318804" y="436367"/>
                  </a:lnTo>
                  <a:lnTo>
                    <a:pt x="1336952" y="480224"/>
                  </a:lnTo>
                  <a:lnTo>
                    <a:pt x="1352681" y="525016"/>
                  </a:lnTo>
                  <a:lnTo>
                    <a:pt x="1365990" y="570609"/>
                  </a:lnTo>
                  <a:lnTo>
                    <a:pt x="1376879" y="616870"/>
                  </a:lnTo>
                  <a:lnTo>
                    <a:pt x="1385349" y="663666"/>
                  </a:lnTo>
                  <a:lnTo>
                    <a:pt x="1391398" y="710862"/>
                  </a:lnTo>
                  <a:lnTo>
                    <a:pt x="1395028" y="758326"/>
                  </a:lnTo>
                  <a:lnTo>
                    <a:pt x="1396238" y="805923"/>
                  </a:lnTo>
                  <a:lnTo>
                    <a:pt x="1395028" y="853520"/>
                  </a:lnTo>
                  <a:lnTo>
                    <a:pt x="1391398" y="900984"/>
                  </a:lnTo>
                  <a:lnTo>
                    <a:pt x="1385349" y="948180"/>
                  </a:lnTo>
                  <a:lnTo>
                    <a:pt x="1376879" y="994976"/>
                  </a:lnTo>
                  <a:lnTo>
                    <a:pt x="1365990" y="1041237"/>
                  </a:lnTo>
                  <a:lnTo>
                    <a:pt x="1352681" y="1086830"/>
                  </a:lnTo>
                  <a:lnTo>
                    <a:pt x="1336952" y="1131622"/>
                  </a:lnTo>
                  <a:lnTo>
                    <a:pt x="1318804" y="1175479"/>
                  </a:lnTo>
                  <a:lnTo>
                    <a:pt x="1298235" y="1218268"/>
                  </a:lnTo>
                  <a:lnTo>
                    <a:pt x="1275247" y="1259854"/>
                  </a:lnTo>
                  <a:lnTo>
                    <a:pt x="1249839" y="1300105"/>
                  </a:lnTo>
                  <a:lnTo>
                    <a:pt x="1222011" y="1338886"/>
                  </a:lnTo>
                  <a:lnTo>
                    <a:pt x="1191763" y="1376064"/>
                  </a:lnTo>
                  <a:lnTo>
                    <a:pt x="1158256" y="1412338"/>
                  </a:lnTo>
                  <a:lnTo>
                    <a:pt x="1123253" y="1445590"/>
                  </a:lnTo>
                  <a:lnTo>
                    <a:pt x="1086883" y="1475818"/>
                  </a:lnTo>
                  <a:lnTo>
                    <a:pt x="1049278" y="1503024"/>
                  </a:lnTo>
                  <a:lnTo>
                    <a:pt x="1010567" y="1527207"/>
                  </a:lnTo>
                  <a:lnTo>
                    <a:pt x="970880" y="1548366"/>
                  </a:lnTo>
                  <a:lnTo>
                    <a:pt x="930348" y="1566504"/>
                  </a:lnTo>
                  <a:lnTo>
                    <a:pt x="889100" y="1581618"/>
                  </a:lnTo>
                  <a:lnTo>
                    <a:pt x="847267" y="1593709"/>
                  </a:lnTo>
                  <a:lnTo>
                    <a:pt x="804978" y="1602778"/>
                  </a:lnTo>
                  <a:lnTo>
                    <a:pt x="762364" y="1608823"/>
                  </a:lnTo>
                  <a:lnTo>
                    <a:pt x="719555" y="1611846"/>
                  </a:lnTo>
                  <a:lnTo>
                    <a:pt x="676682" y="1611846"/>
                  </a:lnTo>
                  <a:lnTo>
                    <a:pt x="633873" y="1608823"/>
                  </a:lnTo>
                  <a:lnTo>
                    <a:pt x="591259" y="1602778"/>
                  </a:lnTo>
                  <a:lnTo>
                    <a:pt x="548970" y="1593709"/>
                  </a:lnTo>
                  <a:lnTo>
                    <a:pt x="507137" y="1581618"/>
                  </a:lnTo>
                  <a:lnTo>
                    <a:pt x="465889" y="1566504"/>
                  </a:lnTo>
                  <a:lnTo>
                    <a:pt x="425357" y="1548366"/>
                  </a:lnTo>
                  <a:lnTo>
                    <a:pt x="385670" y="1527207"/>
                  </a:lnTo>
                  <a:lnTo>
                    <a:pt x="346959" y="1503024"/>
                  </a:lnTo>
                  <a:lnTo>
                    <a:pt x="309354" y="1475818"/>
                  </a:lnTo>
                  <a:lnTo>
                    <a:pt x="272984" y="1445590"/>
                  </a:lnTo>
                  <a:lnTo>
                    <a:pt x="237981" y="1412338"/>
                  </a:lnTo>
                  <a:lnTo>
                    <a:pt x="204474" y="1376064"/>
                  </a:lnTo>
                  <a:lnTo>
                    <a:pt x="174226" y="1338886"/>
                  </a:lnTo>
                  <a:lnTo>
                    <a:pt x="146398" y="1300105"/>
                  </a:lnTo>
                  <a:lnTo>
                    <a:pt x="120990" y="1259854"/>
                  </a:lnTo>
                  <a:lnTo>
                    <a:pt x="98002" y="1218268"/>
                  </a:lnTo>
                  <a:lnTo>
                    <a:pt x="77434" y="1175479"/>
                  </a:lnTo>
                  <a:lnTo>
                    <a:pt x="59285" y="1131622"/>
                  </a:lnTo>
                  <a:lnTo>
                    <a:pt x="43556" y="1086830"/>
                  </a:lnTo>
                  <a:lnTo>
                    <a:pt x="30247" y="1041237"/>
                  </a:lnTo>
                  <a:lnTo>
                    <a:pt x="19358" y="994976"/>
                  </a:lnTo>
                  <a:lnTo>
                    <a:pt x="10889" y="948180"/>
                  </a:lnTo>
                  <a:lnTo>
                    <a:pt x="4839" y="900984"/>
                  </a:lnTo>
                  <a:lnTo>
                    <a:pt x="1209" y="853520"/>
                  </a:lnTo>
                  <a:lnTo>
                    <a:pt x="0" y="805923"/>
                  </a:lnTo>
                  <a:lnTo>
                    <a:pt x="1209" y="758326"/>
                  </a:lnTo>
                  <a:lnTo>
                    <a:pt x="4839" y="710862"/>
                  </a:lnTo>
                  <a:lnTo>
                    <a:pt x="10889" y="663666"/>
                  </a:lnTo>
                  <a:lnTo>
                    <a:pt x="19358" y="616870"/>
                  </a:lnTo>
                  <a:lnTo>
                    <a:pt x="30247" y="570609"/>
                  </a:lnTo>
                  <a:lnTo>
                    <a:pt x="43556" y="525016"/>
                  </a:lnTo>
                  <a:lnTo>
                    <a:pt x="59285" y="480224"/>
                  </a:lnTo>
                  <a:lnTo>
                    <a:pt x="77434" y="436367"/>
                  </a:lnTo>
                  <a:lnTo>
                    <a:pt x="98002" y="393578"/>
                  </a:lnTo>
                  <a:lnTo>
                    <a:pt x="120990" y="351992"/>
                  </a:lnTo>
                  <a:lnTo>
                    <a:pt x="146398" y="311741"/>
                  </a:lnTo>
                  <a:lnTo>
                    <a:pt x="174226" y="272960"/>
                  </a:lnTo>
                  <a:lnTo>
                    <a:pt x="204474" y="235782"/>
                  </a:lnTo>
                  <a:lnTo>
                    <a:pt x="237981" y="199508"/>
                  </a:lnTo>
                  <a:lnTo>
                    <a:pt x="272984" y="166256"/>
                  </a:lnTo>
                  <a:lnTo>
                    <a:pt x="309354" y="136028"/>
                  </a:lnTo>
                  <a:lnTo>
                    <a:pt x="346959" y="108822"/>
                  </a:lnTo>
                  <a:lnTo>
                    <a:pt x="385670" y="84639"/>
                  </a:lnTo>
                  <a:lnTo>
                    <a:pt x="425357" y="63479"/>
                  </a:lnTo>
                  <a:lnTo>
                    <a:pt x="465889" y="45342"/>
                  </a:lnTo>
                  <a:lnTo>
                    <a:pt x="507137" y="30228"/>
                  </a:lnTo>
                  <a:lnTo>
                    <a:pt x="548970" y="18137"/>
                  </a:lnTo>
                  <a:lnTo>
                    <a:pt x="591259" y="9068"/>
                  </a:lnTo>
                  <a:lnTo>
                    <a:pt x="633873" y="3022"/>
                  </a:lnTo>
                  <a:lnTo>
                    <a:pt x="676682" y="0"/>
                  </a:lnTo>
                  <a:lnTo>
                    <a:pt x="719555" y="0"/>
                  </a:lnTo>
                  <a:lnTo>
                    <a:pt x="762364" y="3022"/>
                  </a:lnTo>
                  <a:lnTo>
                    <a:pt x="804978" y="9068"/>
                  </a:lnTo>
                  <a:lnTo>
                    <a:pt x="847267" y="18137"/>
                  </a:lnTo>
                  <a:lnTo>
                    <a:pt x="889100" y="30228"/>
                  </a:lnTo>
                  <a:lnTo>
                    <a:pt x="930348" y="45342"/>
                  </a:lnTo>
                  <a:lnTo>
                    <a:pt x="970880" y="63479"/>
                  </a:lnTo>
                  <a:lnTo>
                    <a:pt x="1010567" y="84639"/>
                  </a:lnTo>
                  <a:lnTo>
                    <a:pt x="1049278" y="108822"/>
                  </a:lnTo>
                  <a:lnTo>
                    <a:pt x="1086883" y="136028"/>
                  </a:lnTo>
                  <a:lnTo>
                    <a:pt x="1123253" y="166256"/>
                  </a:lnTo>
                  <a:lnTo>
                    <a:pt x="1158256" y="199508"/>
                  </a:lnTo>
                  <a:lnTo>
                    <a:pt x="1191763" y="235782"/>
                  </a:lnTo>
                  <a:close/>
                </a:path>
              </a:pathLst>
            </a:custGeom>
            <a:noFill/>
            <a:ln w="508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8676" name="object 43">
            <a:extLst>
              <a:ext uri="{FF2B5EF4-FFF2-40B4-BE49-F238E27FC236}">
                <a16:creationId xmlns:a16="http://schemas.microsoft.com/office/drawing/2014/main" id="{A2836112-938A-21CF-18FB-E6B7B2762A8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7" name="object 2" descr="$PPTXTitle">
            <a:extLst>
              <a:ext uri="{FF2B5EF4-FFF2-40B4-BE49-F238E27FC236}">
                <a16:creationId xmlns:a16="http://schemas.microsoft.com/office/drawing/2014/main" id="{F37F9B3A-A027-3254-44E2-88BFB817E6A6}"/>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Clustering</a:t>
            </a:r>
          </a:p>
        </p:txBody>
      </p:sp>
      <p:grpSp>
        <p:nvGrpSpPr>
          <p:cNvPr id="29698" name="object 3">
            <a:extLst>
              <a:ext uri="{FF2B5EF4-FFF2-40B4-BE49-F238E27FC236}">
                <a16:creationId xmlns:a16="http://schemas.microsoft.com/office/drawing/2014/main" id="{5958396E-BBDF-602D-A4D4-385A62C2AA73}"/>
              </a:ext>
            </a:extLst>
          </p:cNvPr>
          <p:cNvGrpSpPr>
            <a:grpSpLocks/>
          </p:cNvGrpSpPr>
          <p:nvPr/>
        </p:nvGrpSpPr>
        <p:grpSpPr bwMode="auto">
          <a:xfrm>
            <a:off x="531813" y="3055938"/>
            <a:ext cx="4845050" cy="3702050"/>
            <a:chOff x="532130" y="3055620"/>
            <a:chExt cx="4845685" cy="3702685"/>
          </a:xfrm>
        </p:grpSpPr>
        <p:sp>
          <p:nvSpPr>
            <p:cNvPr id="29700" name="object 4">
              <a:extLst>
                <a:ext uri="{FF2B5EF4-FFF2-40B4-BE49-F238E27FC236}">
                  <a16:creationId xmlns:a16="http://schemas.microsoft.com/office/drawing/2014/main" id="{0945FC21-DFD0-49F1-457C-AE2111A16BB9}"/>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29701" name="object 5">
              <a:extLst>
                <a:ext uri="{FF2B5EF4-FFF2-40B4-BE49-F238E27FC236}">
                  <a16:creationId xmlns:a16="http://schemas.microsoft.com/office/drawing/2014/main" id="{A15F17CA-B3DC-BC84-2B24-0CB0B31357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9702" name="object 6">
              <a:extLst>
                <a:ext uri="{FF2B5EF4-FFF2-40B4-BE49-F238E27FC236}">
                  <a16:creationId xmlns:a16="http://schemas.microsoft.com/office/drawing/2014/main" id="{64370A11-60F3-142C-7F02-B667883E1A19}"/>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9703" name="object 7">
              <a:extLst>
                <a:ext uri="{FF2B5EF4-FFF2-40B4-BE49-F238E27FC236}">
                  <a16:creationId xmlns:a16="http://schemas.microsoft.com/office/drawing/2014/main" id="{1DC61A84-4466-90E0-A242-0232108E5548}"/>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29704" name="object 8">
              <a:extLst>
                <a:ext uri="{FF2B5EF4-FFF2-40B4-BE49-F238E27FC236}">
                  <a16:creationId xmlns:a16="http://schemas.microsoft.com/office/drawing/2014/main" id="{58D0209C-71E6-66EC-A1E1-995B31562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05" name="object 9">
              <a:extLst>
                <a:ext uri="{FF2B5EF4-FFF2-40B4-BE49-F238E27FC236}">
                  <a16:creationId xmlns:a16="http://schemas.microsoft.com/office/drawing/2014/main" id="{F67133DB-E760-7944-3856-D82E761B7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06" name="object 10">
              <a:extLst>
                <a:ext uri="{FF2B5EF4-FFF2-40B4-BE49-F238E27FC236}">
                  <a16:creationId xmlns:a16="http://schemas.microsoft.com/office/drawing/2014/main" id="{0D57B91F-CCD6-B982-8461-B2F6EBCD6D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07" name="object 11">
              <a:extLst>
                <a:ext uri="{FF2B5EF4-FFF2-40B4-BE49-F238E27FC236}">
                  <a16:creationId xmlns:a16="http://schemas.microsoft.com/office/drawing/2014/main" id="{C9B892E5-4F93-4329-15A4-87B447994C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486" y="431279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08" name="object 12">
              <a:extLst>
                <a:ext uri="{FF2B5EF4-FFF2-40B4-BE49-F238E27FC236}">
                  <a16:creationId xmlns:a16="http://schemas.microsoft.com/office/drawing/2014/main" id="{B443ACE5-C337-99DB-931E-6186E548FBF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7566"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09" name="object 13">
              <a:extLst>
                <a:ext uri="{FF2B5EF4-FFF2-40B4-BE49-F238E27FC236}">
                  <a16:creationId xmlns:a16="http://schemas.microsoft.com/office/drawing/2014/main" id="{5EA05B59-D1E6-8869-178D-121C47C040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0" name="object 14">
              <a:extLst>
                <a:ext uri="{FF2B5EF4-FFF2-40B4-BE49-F238E27FC236}">
                  <a16:creationId xmlns:a16="http://schemas.microsoft.com/office/drawing/2014/main" id="{F106F18C-9B6E-31F8-0EAA-DC77D9120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39" y="44969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1" name="object 15">
              <a:extLst>
                <a:ext uri="{FF2B5EF4-FFF2-40B4-BE49-F238E27FC236}">
                  <a16:creationId xmlns:a16="http://schemas.microsoft.com/office/drawing/2014/main" id="{CA09B5B6-1ABC-A88B-E146-6A1DF2D2D1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2" name="object 16">
              <a:extLst>
                <a:ext uri="{FF2B5EF4-FFF2-40B4-BE49-F238E27FC236}">
                  <a16:creationId xmlns:a16="http://schemas.microsoft.com/office/drawing/2014/main" id="{5A9324B7-297B-5377-4FA1-1CCFE98594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164" y="439566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3" name="object 17">
              <a:extLst>
                <a:ext uri="{FF2B5EF4-FFF2-40B4-BE49-F238E27FC236}">
                  <a16:creationId xmlns:a16="http://schemas.microsoft.com/office/drawing/2014/main" id="{15FC5FF5-AFBC-7DF3-1840-5A58C3F4E5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4" name="object 18">
              <a:extLst>
                <a:ext uri="{FF2B5EF4-FFF2-40B4-BE49-F238E27FC236}">
                  <a16:creationId xmlns:a16="http://schemas.microsoft.com/office/drawing/2014/main" id="{EB23B89F-3F80-CE73-E8CA-FBBEFE719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5" name="object 19">
              <a:extLst>
                <a:ext uri="{FF2B5EF4-FFF2-40B4-BE49-F238E27FC236}">
                  <a16:creationId xmlns:a16="http://schemas.microsoft.com/office/drawing/2014/main" id="{FE562602-D555-B56E-EF6D-F6277371F0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5118" y="480998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6" name="object 20">
              <a:extLst>
                <a:ext uri="{FF2B5EF4-FFF2-40B4-BE49-F238E27FC236}">
                  <a16:creationId xmlns:a16="http://schemas.microsoft.com/office/drawing/2014/main" id="{25672CEA-5FC1-93E7-76F7-340DAC425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7" name="object 21">
              <a:extLst>
                <a:ext uri="{FF2B5EF4-FFF2-40B4-BE49-F238E27FC236}">
                  <a16:creationId xmlns:a16="http://schemas.microsoft.com/office/drawing/2014/main" id="{5FAC188D-11F8-3623-32C3-DE6F9B691F0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8" name="object 22">
              <a:extLst>
                <a:ext uri="{FF2B5EF4-FFF2-40B4-BE49-F238E27FC236}">
                  <a16:creationId xmlns:a16="http://schemas.microsoft.com/office/drawing/2014/main" id="{02EDA328-1368-C843-A3D4-E11D86C28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19" name="object 23">
              <a:extLst>
                <a:ext uri="{FF2B5EF4-FFF2-40B4-BE49-F238E27FC236}">
                  <a16:creationId xmlns:a16="http://schemas.microsoft.com/office/drawing/2014/main" id="{4E375800-4BC0-3B33-33F9-17C76BBAE62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7356" y="452456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0" name="object 24">
              <a:extLst>
                <a:ext uri="{FF2B5EF4-FFF2-40B4-BE49-F238E27FC236}">
                  <a16:creationId xmlns:a16="http://schemas.microsoft.com/office/drawing/2014/main" id="{057625F6-5EB8-A26F-BE02-43E45542A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1" name="object 25">
              <a:extLst>
                <a:ext uri="{FF2B5EF4-FFF2-40B4-BE49-F238E27FC236}">
                  <a16:creationId xmlns:a16="http://schemas.microsoft.com/office/drawing/2014/main" id="{0C5101AC-B06C-B5E9-CF9C-829E29E1620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2" name="object 26">
              <a:extLst>
                <a:ext uri="{FF2B5EF4-FFF2-40B4-BE49-F238E27FC236}">
                  <a16:creationId xmlns:a16="http://schemas.microsoft.com/office/drawing/2014/main" id="{1F16057F-5F21-2254-B5A5-96712399F4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3573" y="46810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3" name="object 27">
              <a:extLst>
                <a:ext uri="{FF2B5EF4-FFF2-40B4-BE49-F238E27FC236}">
                  <a16:creationId xmlns:a16="http://schemas.microsoft.com/office/drawing/2014/main" id="{E83B7324-DF25-EA2F-7177-8963ABB82D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4" name="object 28">
              <a:extLst>
                <a:ext uri="{FF2B5EF4-FFF2-40B4-BE49-F238E27FC236}">
                  <a16:creationId xmlns:a16="http://schemas.microsoft.com/office/drawing/2014/main" id="{205060DC-8438-9197-2F8A-3B1EFD6617F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5" name="object 29">
              <a:extLst>
                <a:ext uri="{FF2B5EF4-FFF2-40B4-BE49-F238E27FC236}">
                  <a16:creationId xmlns:a16="http://schemas.microsoft.com/office/drawing/2014/main" id="{4BBB7CED-62F5-4509-3AE8-2BB252CD68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6" name="object 30">
              <a:extLst>
                <a:ext uri="{FF2B5EF4-FFF2-40B4-BE49-F238E27FC236}">
                  <a16:creationId xmlns:a16="http://schemas.microsoft.com/office/drawing/2014/main" id="{F9BEB095-9F6A-9F62-2DBE-BE6D7503FE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7356" y="512303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7" name="object 31">
              <a:extLst>
                <a:ext uri="{FF2B5EF4-FFF2-40B4-BE49-F238E27FC236}">
                  <a16:creationId xmlns:a16="http://schemas.microsoft.com/office/drawing/2014/main" id="{9E3B3A6A-EA1E-CDD3-213C-4929236F45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8" name="object 32">
              <a:extLst>
                <a:ext uri="{FF2B5EF4-FFF2-40B4-BE49-F238E27FC236}">
                  <a16:creationId xmlns:a16="http://schemas.microsoft.com/office/drawing/2014/main" id="{58E9D662-5E18-C735-E4E7-0B2513E36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29" name="object 33">
              <a:extLst>
                <a:ext uri="{FF2B5EF4-FFF2-40B4-BE49-F238E27FC236}">
                  <a16:creationId xmlns:a16="http://schemas.microsoft.com/office/drawing/2014/main" id="{87BE8997-B86B-8590-D153-47078C46309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30" name="object 34">
              <a:extLst>
                <a:ext uri="{FF2B5EF4-FFF2-40B4-BE49-F238E27FC236}">
                  <a16:creationId xmlns:a16="http://schemas.microsoft.com/office/drawing/2014/main" id="{966C85A9-DF71-3E4C-8A95-CB8365024C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31" name="object 35">
              <a:extLst>
                <a:ext uri="{FF2B5EF4-FFF2-40B4-BE49-F238E27FC236}">
                  <a16:creationId xmlns:a16="http://schemas.microsoft.com/office/drawing/2014/main" id="{6D540D0E-A44C-08FB-44D6-752559C16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32" name="object 36">
              <a:extLst>
                <a:ext uri="{FF2B5EF4-FFF2-40B4-BE49-F238E27FC236}">
                  <a16:creationId xmlns:a16="http://schemas.microsoft.com/office/drawing/2014/main" id="{4FE47151-E0FD-3761-B2E9-5E86903B96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33" name="object 37">
              <a:extLst>
                <a:ext uri="{FF2B5EF4-FFF2-40B4-BE49-F238E27FC236}">
                  <a16:creationId xmlns:a16="http://schemas.microsoft.com/office/drawing/2014/main" id="{137D6FF2-FB50-8160-CC58-AE0DAE66F9C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88997" y="473633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734" name="object 38">
              <a:extLst>
                <a:ext uri="{FF2B5EF4-FFF2-40B4-BE49-F238E27FC236}">
                  <a16:creationId xmlns:a16="http://schemas.microsoft.com/office/drawing/2014/main" id="{C56362AF-3C86-5951-65E7-643EA0A587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29699" name="object 39">
            <a:extLst>
              <a:ext uri="{FF2B5EF4-FFF2-40B4-BE49-F238E27FC236}">
                <a16:creationId xmlns:a16="http://schemas.microsoft.com/office/drawing/2014/main" id="{0C1C571B-3DFF-678B-F2A5-2B2449FDF5A5}"/>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1" name="object 2" descr="$PPTXTitle">
            <a:extLst>
              <a:ext uri="{FF2B5EF4-FFF2-40B4-BE49-F238E27FC236}">
                <a16:creationId xmlns:a16="http://schemas.microsoft.com/office/drawing/2014/main" id="{74CC7460-CFB2-615E-296A-749F3209FE79}"/>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Clustering</a:t>
            </a:r>
            <a:endParaRPr lang="ru-RU" altLang="en-US" sz="3500" dirty="0">
              <a:solidFill>
                <a:srgbClr val="000000"/>
              </a:solidFill>
              <a:latin typeface="Cambria" panose="02040503050406030204" pitchFamily="18" charset="0"/>
              <a:cs typeface="Calibri" panose="020F0502020204030204" pitchFamily="34" charset="0"/>
            </a:endParaRPr>
          </a:p>
        </p:txBody>
      </p:sp>
      <p:grpSp>
        <p:nvGrpSpPr>
          <p:cNvPr id="30722" name="object 3">
            <a:extLst>
              <a:ext uri="{FF2B5EF4-FFF2-40B4-BE49-F238E27FC236}">
                <a16:creationId xmlns:a16="http://schemas.microsoft.com/office/drawing/2014/main" id="{B5CA20FB-5A08-5C56-49E8-17262C94DFA1}"/>
              </a:ext>
            </a:extLst>
          </p:cNvPr>
          <p:cNvGrpSpPr>
            <a:grpSpLocks/>
          </p:cNvGrpSpPr>
          <p:nvPr/>
        </p:nvGrpSpPr>
        <p:grpSpPr bwMode="auto">
          <a:xfrm>
            <a:off x="531813" y="3055938"/>
            <a:ext cx="4845050" cy="3702050"/>
            <a:chOff x="532130" y="3055620"/>
            <a:chExt cx="4845685" cy="3702685"/>
          </a:xfrm>
        </p:grpSpPr>
        <p:sp>
          <p:nvSpPr>
            <p:cNvPr id="30726" name="object 4">
              <a:extLst>
                <a:ext uri="{FF2B5EF4-FFF2-40B4-BE49-F238E27FC236}">
                  <a16:creationId xmlns:a16="http://schemas.microsoft.com/office/drawing/2014/main" id="{9A97E6BC-5EE4-3972-8C95-C806B57F46A7}"/>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0727" name="object 5">
              <a:extLst>
                <a:ext uri="{FF2B5EF4-FFF2-40B4-BE49-F238E27FC236}">
                  <a16:creationId xmlns:a16="http://schemas.microsoft.com/office/drawing/2014/main" id="{B62BAB28-94A0-AEAC-ED94-97CC21E91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0728" name="object 6">
              <a:extLst>
                <a:ext uri="{FF2B5EF4-FFF2-40B4-BE49-F238E27FC236}">
                  <a16:creationId xmlns:a16="http://schemas.microsoft.com/office/drawing/2014/main" id="{8A1611A3-5B89-7F27-C2BF-286F5F308FF0}"/>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729" name="object 7">
              <a:extLst>
                <a:ext uri="{FF2B5EF4-FFF2-40B4-BE49-F238E27FC236}">
                  <a16:creationId xmlns:a16="http://schemas.microsoft.com/office/drawing/2014/main" id="{7868F0F5-44C3-8983-4D07-AD0041C45CB5}"/>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0730" name="object 8">
              <a:extLst>
                <a:ext uri="{FF2B5EF4-FFF2-40B4-BE49-F238E27FC236}">
                  <a16:creationId xmlns:a16="http://schemas.microsoft.com/office/drawing/2014/main" id="{9C4E4206-6194-776C-A3C2-9602D22556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1" name="object 9">
              <a:extLst>
                <a:ext uri="{FF2B5EF4-FFF2-40B4-BE49-F238E27FC236}">
                  <a16:creationId xmlns:a16="http://schemas.microsoft.com/office/drawing/2014/main" id="{33ACC621-B7E0-6F75-4F98-D97058533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2" name="object 10">
              <a:extLst>
                <a:ext uri="{FF2B5EF4-FFF2-40B4-BE49-F238E27FC236}">
                  <a16:creationId xmlns:a16="http://schemas.microsoft.com/office/drawing/2014/main" id="{8637F1F7-5C6E-84F2-9D3B-502E8B7BDC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3" name="object 11">
              <a:extLst>
                <a:ext uri="{FF2B5EF4-FFF2-40B4-BE49-F238E27FC236}">
                  <a16:creationId xmlns:a16="http://schemas.microsoft.com/office/drawing/2014/main" id="{168575D1-4052-B487-8746-9DA0D74536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486" y="431279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4" name="object 12">
              <a:extLst>
                <a:ext uri="{FF2B5EF4-FFF2-40B4-BE49-F238E27FC236}">
                  <a16:creationId xmlns:a16="http://schemas.microsoft.com/office/drawing/2014/main" id="{435DDB44-FC71-2A4B-302E-E1246E7CEE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7566"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5" name="object 13">
              <a:extLst>
                <a:ext uri="{FF2B5EF4-FFF2-40B4-BE49-F238E27FC236}">
                  <a16:creationId xmlns:a16="http://schemas.microsoft.com/office/drawing/2014/main" id="{32E0F27D-0B1A-BC83-DE11-729469E85E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6" name="object 14">
              <a:extLst>
                <a:ext uri="{FF2B5EF4-FFF2-40B4-BE49-F238E27FC236}">
                  <a16:creationId xmlns:a16="http://schemas.microsoft.com/office/drawing/2014/main" id="{ACA59454-B428-434B-A71F-B233EB1276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69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7" name="object 15">
              <a:extLst>
                <a:ext uri="{FF2B5EF4-FFF2-40B4-BE49-F238E27FC236}">
                  <a16:creationId xmlns:a16="http://schemas.microsoft.com/office/drawing/2014/main" id="{AE863A7C-CD1F-50ED-880D-B1E77DB3CF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8" name="object 16">
              <a:extLst>
                <a:ext uri="{FF2B5EF4-FFF2-40B4-BE49-F238E27FC236}">
                  <a16:creationId xmlns:a16="http://schemas.microsoft.com/office/drawing/2014/main" id="{9470A8D7-2416-C1D7-507B-A35A219852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566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39" name="object 17">
              <a:extLst>
                <a:ext uri="{FF2B5EF4-FFF2-40B4-BE49-F238E27FC236}">
                  <a16:creationId xmlns:a16="http://schemas.microsoft.com/office/drawing/2014/main" id="{AF0765BE-9574-6891-5D64-CA9B4220E6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0" name="object 18">
              <a:extLst>
                <a:ext uri="{FF2B5EF4-FFF2-40B4-BE49-F238E27FC236}">
                  <a16:creationId xmlns:a16="http://schemas.microsoft.com/office/drawing/2014/main" id="{3211C404-92B4-CEAE-CF8C-D7B0DAD4A5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1" name="object 19">
              <a:extLst>
                <a:ext uri="{FF2B5EF4-FFF2-40B4-BE49-F238E27FC236}">
                  <a16:creationId xmlns:a16="http://schemas.microsoft.com/office/drawing/2014/main" id="{44462F78-A460-006A-9606-D91AB0D1C4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5118" y="480998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2" name="object 20">
              <a:extLst>
                <a:ext uri="{FF2B5EF4-FFF2-40B4-BE49-F238E27FC236}">
                  <a16:creationId xmlns:a16="http://schemas.microsoft.com/office/drawing/2014/main" id="{9226C7BC-5862-4C7B-76B0-A18E2F14FF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3" name="object 21">
              <a:extLst>
                <a:ext uri="{FF2B5EF4-FFF2-40B4-BE49-F238E27FC236}">
                  <a16:creationId xmlns:a16="http://schemas.microsoft.com/office/drawing/2014/main" id="{0CC3C226-6914-214E-57C3-6FAC2B05EA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4" name="object 22">
              <a:extLst>
                <a:ext uri="{FF2B5EF4-FFF2-40B4-BE49-F238E27FC236}">
                  <a16:creationId xmlns:a16="http://schemas.microsoft.com/office/drawing/2014/main" id="{D910A869-B497-822A-87A2-AFFED75AF7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5" name="object 23">
              <a:extLst>
                <a:ext uri="{FF2B5EF4-FFF2-40B4-BE49-F238E27FC236}">
                  <a16:creationId xmlns:a16="http://schemas.microsoft.com/office/drawing/2014/main" id="{8E9329C2-B53B-A3CB-4E4D-A02E3940253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456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6" name="object 24">
              <a:extLst>
                <a:ext uri="{FF2B5EF4-FFF2-40B4-BE49-F238E27FC236}">
                  <a16:creationId xmlns:a16="http://schemas.microsoft.com/office/drawing/2014/main" id="{711080AB-A4C7-5BD7-36B2-EB19A92AC5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7" name="object 25">
              <a:extLst>
                <a:ext uri="{FF2B5EF4-FFF2-40B4-BE49-F238E27FC236}">
                  <a16:creationId xmlns:a16="http://schemas.microsoft.com/office/drawing/2014/main" id="{02B017D5-6B76-42B9-0E6A-1FDFEA1C687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8" name="object 26">
              <a:extLst>
                <a:ext uri="{FF2B5EF4-FFF2-40B4-BE49-F238E27FC236}">
                  <a16:creationId xmlns:a16="http://schemas.microsoft.com/office/drawing/2014/main" id="{44EBD610-1517-1B57-22CC-4D66163042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573" y="46810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49" name="object 27">
              <a:extLst>
                <a:ext uri="{FF2B5EF4-FFF2-40B4-BE49-F238E27FC236}">
                  <a16:creationId xmlns:a16="http://schemas.microsoft.com/office/drawing/2014/main" id="{FA4E08E9-9287-2A65-E931-66FCBB5436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0" name="object 28">
              <a:extLst>
                <a:ext uri="{FF2B5EF4-FFF2-40B4-BE49-F238E27FC236}">
                  <a16:creationId xmlns:a16="http://schemas.microsoft.com/office/drawing/2014/main" id="{BD186014-9B8A-E3BA-4EA8-25BFD992E51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1" name="object 29">
              <a:extLst>
                <a:ext uri="{FF2B5EF4-FFF2-40B4-BE49-F238E27FC236}">
                  <a16:creationId xmlns:a16="http://schemas.microsoft.com/office/drawing/2014/main" id="{9CF6756D-32DC-868C-F839-D7C21BB957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2" name="object 30">
              <a:extLst>
                <a:ext uri="{FF2B5EF4-FFF2-40B4-BE49-F238E27FC236}">
                  <a16:creationId xmlns:a16="http://schemas.microsoft.com/office/drawing/2014/main" id="{6DD697CA-ADAD-ED00-646C-FDDDF390BB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512303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3" name="object 31">
              <a:extLst>
                <a:ext uri="{FF2B5EF4-FFF2-40B4-BE49-F238E27FC236}">
                  <a16:creationId xmlns:a16="http://schemas.microsoft.com/office/drawing/2014/main" id="{381D6486-1B0D-147B-001B-5D235396BF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4" name="object 32">
              <a:extLst>
                <a:ext uri="{FF2B5EF4-FFF2-40B4-BE49-F238E27FC236}">
                  <a16:creationId xmlns:a16="http://schemas.microsoft.com/office/drawing/2014/main" id="{DC42396F-4259-5D6C-1AC3-6A45F4580E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5" name="object 33">
              <a:extLst>
                <a:ext uri="{FF2B5EF4-FFF2-40B4-BE49-F238E27FC236}">
                  <a16:creationId xmlns:a16="http://schemas.microsoft.com/office/drawing/2014/main" id="{7AE4EAA9-D95C-D8BF-BFDF-2C49AB5090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6" name="object 34">
              <a:extLst>
                <a:ext uri="{FF2B5EF4-FFF2-40B4-BE49-F238E27FC236}">
                  <a16:creationId xmlns:a16="http://schemas.microsoft.com/office/drawing/2014/main" id="{AE88D0FA-DA70-6072-9C43-2D21EA3107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7" name="object 35">
              <a:extLst>
                <a:ext uri="{FF2B5EF4-FFF2-40B4-BE49-F238E27FC236}">
                  <a16:creationId xmlns:a16="http://schemas.microsoft.com/office/drawing/2014/main" id="{C1E01769-2062-E008-8951-16A456BA2A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8" name="object 36">
              <a:extLst>
                <a:ext uri="{FF2B5EF4-FFF2-40B4-BE49-F238E27FC236}">
                  <a16:creationId xmlns:a16="http://schemas.microsoft.com/office/drawing/2014/main" id="{732676E2-FC10-5A2E-A03D-918FA5675C7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59" name="object 37">
              <a:extLst>
                <a:ext uri="{FF2B5EF4-FFF2-40B4-BE49-F238E27FC236}">
                  <a16:creationId xmlns:a16="http://schemas.microsoft.com/office/drawing/2014/main" id="{FEDA4611-D0E6-58EB-50F2-21E8B8DC62D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8997" y="473633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760" name="object 38">
              <a:extLst>
                <a:ext uri="{FF2B5EF4-FFF2-40B4-BE49-F238E27FC236}">
                  <a16:creationId xmlns:a16="http://schemas.microsoft.com/office/drawing/2014/main" id="{1106602C-2A9C-E8C6-D80A-19146E501D4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30725" name="object 41">
            <a:extLst>
              <a:ext uri="{FF2B5EF4-FFF2-40B4-BE49-F238E27FC236}">
                <a16:creationId xmlns:a16="http://schemas.microsoft.com/office/drawing/2014/main" id="{88BB5639-7250-F1D7-A26E-EC80A025A6F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1F885FB-A2C5-387C-5C3D-B3448C33AE0D}"/>
                  </a:ext>
                </a:extLst>
              </p:cNvPr>
              <p:cNvSpPr txBox="1"/>
              <p:nvPr/>
            </p:nvSpPr>
            <p:spPr>
              <a:xfrm>
                <a:off x="885776" y="2094922"/>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41F885FB-A2C5-387C-5C3D-B3448C33AE0D}"/>
                  </a:ext>
                </a:extLst>
              </p:cNvPr>
              <p:cNvSpPr txBox="1">
                <a:spLocks noRot="1" noChangeAspect="1" noMove="1" noResize="1" noEditPoints="1" noAdjustHandles="1" noChangeArrowheads="1" noChangeShapeType="1" noTextEdit="1"/>
              </p:cNvSpPr>
              <p:nvPr/>
            </p:nvSpPr>
            <p:spPr>
              <a:xfrm>
                <a:off x="885776" y="2094922"/>
                <a:ext cx="10526664" cy="461665"/>
              </a:xfrm>
              <a:prstGeom prst="rect">
                <a:avLst/>
              </a:prstGeom>
              <a:blipFill>
                <a:blip r:embed="rId12"/>
                <a:stretch>
                  <a:fillRect l="-361" t="-10811" r="-843" b="-37838"/>
                </a:stretch>
              </a:blipFill>
            </p:spPr>
            <p:txBody>
              <a:bodyPr/>
              <a:lstStyle/>
              <a:p>
                <a:r>
                  <a:rPr lang="en-US">
                    <a:noFill/>
                  </a:rPr>
                  <a:t> </a:t>
                </a:r>
              </a:p>
            </p:txBody>
          </p:sp>
        </mc:Fallback>
      </mc:AlternateContent>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1745" name="object 2">
            <a:extLst>
              <a:ext uri="{FF2B5EF4-FFF2-40B4-BE49-F238E27FC236}">
                <a16:creationId xmlns:a16="http://schemas.microsoft.com/office/drawing/2014/main" id="{C78AF032-8378-9395-A23C-BCFFBF791000}"/>
              </a:ext>
            </a:extLst>
          </p:cNvPr>
          <p:cNvGrpSpPr>
            <a:grpSpLocks/>
          </p:cNvGrpSpPr>
          <p:nvPr/>
        </p:nvGrpSpPr>
        <p:grpSpPr bwMode="auto">
          <a:xfrm>
            <a:off x="531813" y="3055938"/>
            <a:ext cx="4845050" cy="3702050"/>
            <a:chOff x="532130" y="3055620"/>
            <a:chExt cx="4845685" cy="3702685"/>
          </a:xfrm>
        </p:grpSpPr>
        <p:sp>
          <p:nvSpPr>
            <p:cNvPr id="31750" name="object 3">
              <a:extLst>
                <a:ext uri="{FF2B5EF4-FFF2-40B4-BE49-F238E27FC236}">
                  <a16:creationId xmlns:a16="http://schemas.microsoft.com/office/drawing/2014/main" id="{4400C54F-E3F5-0829-3ED6-997337363688}"/>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1751" name="object 4">
              <a:extLst>
                <a:ext uri="{FF2B5EF4-FFF2-40B4-BE49-F238E27FC236}">
                  <a16:creationId xmlns:a16="http://schemas.microsoft.com/office/drawing/2014/main" id="{C9242EE8-C62C-5A51-F539-801B6A4471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1752" name="object 5">
              <a:extLst>
                <a:ext uri="{FF2B5EF4-FFF2-40B4-BE49-F238E27FC236}">
                  <a16:creationId xmlns:a16="http://schemas.microsoft.com/office/drawing/2014/main" id="{A29D0C90-8329-0E54-E213-0CD0A4599D55}"/>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1753" name="object 6">
              <a:extLst>
                <a:ext uri="{FF2B5EF4-FFF2-40B4-BE49-F238E27FC236}">
                  <a16:creationId xmlns:a16="http://schemas.microsoft.com/office/drawing/2014/main" id="{990CC9A4-E768-913E-15CA-902A9697D81D}"/>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1754" name="object 7">
              <a:extLst>
                <a:ext uri="{FF2B5EF4-FFF2-40B4-BE49-F238E27FC236}">
                  <a16:creationId xmlns:a16="http://schemas.microsoft.com/office/drawing/2014/main" id="{A96F4886-53FE-E895-CD10-94C5642C4E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55" name="object 8">
              <a:extLst>
                <a:ext uri="{FF2B5EF4-FFF2-40B4-BE49-F238E27FC236}">
                  <a16:creationId xmlns:a16="http://schemas.microsoft.com/office/drawing/2014/main" id="{4FFD76FB-87CB-893A-98D2-A1DC46060A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56" name="object 9">
              <a:extLst>
                <a:ext uri="{FF2B5EF4-FFF2-40B4-BE49-F238E27FC236}">
                  <a16:creationId xmlns:a16="http://schemas.microsoft.com/office/drawing/2014/main" id="{EE327376-2829-6CEB-2C52-7B6F967E63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57" name="object 10">
              <a:extLst>
                <a:ext uri="{FF2B5EF4-FFF2-40B4-BE49-F238E27FC236}">
                  <a16:creationId xmlns:a16="http://schemas.microsoft.com/office/drawing/2014/main" id="{E26BB759-3685-ED13-3308-1BD1016BFBD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486" y="431279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58" name="object 11">
              <a:extLst>
                <a:ext uri="{FF2B5EF4-FFF2-40B4-BE49-F238E27FC236}">
                  <a16:creationId xmlns:a16="http://schemas.microsoft.com/office/drawing/2014/main" id="{B0C3EBD5-AD31-A217-2DC6-F201B19024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7566"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59" name="object 12">
              <a:extLst>
                <a:ext uri="{FF2B5EF4-FFF2-40B4-BE49-F238E27FC236}">
                  <a16:creationId xmlns:a16="http://schemas.microsoft.com/office/drawing/2014/main" id="{EC3CFD05-D376-442E-688E-3EF6EAC51C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0" name="object 13">
              <a:extLst>
                <a:ext uri="{FF2B5EF4-FFF2-40B4-BE49-F238E27FC236}">
                  <a16:creationId xmlns:a16="http://schemas.microsoft.com/office/drawing/2014/main" id="{0EE1E3A2-232F-641A-8176-A75CEA2DF2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69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1" name="object 14">
              <a:extLst>
                <a:ext uri="{FF2B5EF4-FFF2-40B4-BE49-F238E27FC236}">
                  <a16:creationId xmlns:a16="http://schemas.microsoft.com/office/drawing/2014/main" id="{74F5119E-53A5-1CBA-6F0B-24830A6EE4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2" name="object 15">
              <a:extLst>
                <a:ext uri="{FF2B5EF4-FFF2-40B4-BE49-F238E27FC236}">
                  <a16:creationId xmlns:a16="http://schemas.microsoft.com/office/drawing/2014/main" id="{9F8064CF-62B7-81D2-BB18-EC1E053F8C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566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3" name="object 16">
              <a:extLst>
                <a:ext uri="{FF2B5EF4-FFF2-40B4-BE49-F238E27FC236}">
                  <a16:creationId xmlns:a16="http://schemas.microsoft.com/office/drawing/2014/main" id="{58001583-F2AD-8A28-2D1B-A61849EEE0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4" name="object 17">
              <a:extLst>
                <a:ext uri="{FF2B5EF4-FFF2-40B4-BE49-F238E27FC236}">
                  <a16:creationId xmlns:a16="http://schemas.microsoft.com/office/drawing/2014/main" id="{2CD0B2BE-5FBB-FCE1-42F9-ACFD271696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5" name="object 18">
              <a:extLst>
                <a:ext uri="{FF2B5EF4-FFF2-40B4-BE49-F238E27FC236}">
                  <a16:creationId xmlns:a16="http://schemas.microsoft.com/office/drawing/2014/main" id="{DC1E75E6-A399-C5E5-4CF0-AF4ECFFF00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5118" y="480998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6" name="object 19">
              <a:extLst>
                <a:ext uri="{FF2B5EF4-FFF2-40B4-BE49-F238E27FC236}">
                  <a16:creationId xmlns:a16="http://schemas.microsoft.com/office/drawing/2014/main" id="{382F996F-F92F-E0B3-87FF-D9F001213D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7" name="object 20">
              <a:extLst>
                <a:ext uri="{FF2B5EF4-FFF2-40B4-BE49-F238E27FC236}">
                  <a16:creationId xmlns:a16="http://schemas.microsoft.com/office/drawing/2014/main" id="{034C0084-AA48-F150-677B-E99C875F7B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8" name="object 21">
              <a:extLst>
                <a:ext uri="{FF2B5EF4-FFF2-40B4-BE49-F238E27FC236}">
                  <a16:creationId xmlns:a16="http://schemas.microsoft.com/office/drawing/2014/main" id="{D94C2428-65B3-5E70-8F1E-40BDEEA165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69" name="object 22">
              <a:extLst>
                <a:ext uri="{FF2B5EF4-FFF2-40B4-BE49-F238E27FC236}">
                  <a16:creationId xmlns:a16="http://schemas.microsoft.com/office/drawing/2014/main" id="{42874BC6-C8BA-4A0E-D0D4-E574D54B0C4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456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0" name="object 23">
              <a:extLst>
                <a:ext uri="{FF2B5EF4-FFF2-40B4-BE49-F238E27FC236}">
                  <a16:creationId xmlns:a16="http://schemas.microsoft.com/office/drawing/2014/main" id="{5D95BB08-F3FB-DAC2-41EE-0C37BAA6BC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1" name="object 24">
              <a:extLst>
                <a:ext uri="{FF2B5EF4-FFF2-40B4-BE49-F238E27FC236}">
                  <a16:creationId xmlns:a16="http://schemas.microsoft.com/office/drawing/2014/main" id="{31D56B5C-CEC0-0CC8-9A5B-FF3A0E677C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2" name="object 25">
              <a:extLst>
                <a:ext uri="{FF2B5EF4-FFF2-40B4-BE49-F238E27FC236}">
                  <a16:creationId xmlns:a16="http://schemas.microsoft.com/office/drawing/2014/main" id="{64B9F2EE-E10E-F9BE-5F8D-9BF4B9D1F8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573" y="46810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3" name="object 26">
              <a:extLst>
                <a:ext uri="{FF2B5EF4-FFF2-40B4-BE49-F238E27FC236}">
                  <a16:creationId xmlns:a16="http://schemas.microsoft.com/office/drawing/2014/main" id="{F0244D3F-BACE-9F4E-4FBB-BEE60C81D7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4" name="object 27">
              <a:extLst>
                <a:ext uri="{FF2B5EF4-FFF2-40B4-BE49-F238E27FC236}">
                  <a16:creationId xmlns:a16="http://schemas.microsoft.com/office/drawing/2014/main" id="{C6326CB7-E603-6E84-6E26-096C6B8F0E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5" name="object 28">
              <a:extLst>
                <a:ext uri="{FF2B5EF4-FFF2-40B4-BE49-F238E27FC236}">
                  <a16:creationId xmlns:a16="http://schemas.microsoft.com/office/drawing/2014/main" id="{E626EC06-978C-924F-1A9E-81FC13A4DD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6" name="object 29">
              <a:extLst>
                <a:ext uri="{FF2B5EF4-FFF2-40B4-BE49-F238E27FC236}">
                  <a16:creationId xmlns:a16="http://schemas.microsoft.com/office/drawing/2014/main" id="{A0DD8F04-6BB0-4168-77A6-9F3A3406A24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512303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7" name="object 30">
              <a:extLst>
                <a:ext uri="{FF2B5EF4-FFF2-40B4-BE49-F238E27FC236}">
                  <a16:creationId xmlns:a16="http://schemas.microsoft.com/office/drawing/2014/main" id="{A408EC96-D76B-7835-47B5-2143FBB225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8" name="object 31">
              <a:extLst>
                <a:ext uri="{FF2B5EF4-FFF2-40B4-BE49-F238E27FC236}">
                  <a16:creationId xmlns:a16="http://schemas.microsoft.com/office/drawing/2014/main" id="{E04440FC-51D8-5B20-882D-D77FB0AB01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79" name="object 32">
              <a:extLst>
                <a:ext uri="{FF2B5EF4-FFF2-40B4-BE49-F238E27FC236}">
                  <a16:creationId xmlns:a16="http://schemas.microsoft.com/office/drawing/2014/main" id="{C746B0B0-543C-80B9-D6E7-A7651A6EC25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80" name="object 33">
              <a:extLst>
                <a:ext uri="{FF2B5EF4-FFF2-40B4-BE49-F238E27FC236}">
                  <a16:creationId xmlns:a16="http://schemas.microsoft.com/office/drawing/2014/main" id="{5E4D2BE5-798B-4256-3D61-6373406C8F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81" name="object 34">
              <a:extLst>
                <a:ext uri="{FF2B5EF4-FFF2-40B4-BE49-F238E27FC236}">
                  <a16:creationId xmlns:a16="http://schemas.microsoft.com/office/drawing/2014/main" id="{9FA9AEDB-4EAF-2B2B-EB6A-C7FEC41023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82" name="object 35">
              <a:extLst>
                <a:ext uri="{FF2B5EF4-FFF2-40B4-BE49-F238E27FC236}">
                  <a16:creationId xmlns:a16="http://schemas.microsoft.com/office/drawing/2014/main" id="{105231D2-EF80-AF30-ED47-38768402C61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83" name="object 36">
              <a:extLst>
                <a:ext uri="{FF2B5EF4-FFF2-40B4-BE49-F238E27FC236}">
                  <a16:creationId xmlns:a16="http://schemas.microsoft.com/office/drawing/2014/main" id="{007616D8-F116-060D-38C2-97BEB9BB936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8997" y="473633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784" name="object 37">
              <a:extLst>
                <a:ext uri="{FF2B5EF4-FFF2-40B4-BE49-F238E27FC236}">
                  <a16:creationId xmlns:a16="http://schemas.microsoft.com/office/drawing/2014/main" id="{A99EA08C-80C4-36CD-39BB-824F12632C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31746" name="object 38" descr="$PPTXTitle">
            <a:extLst>
              <a:ext uri="{FF2B5EF4-FFF2-40B4-BE49-F238E27FC236}">
                <a16:creationId xmlns:a16="http://schemas.microsoft.com/office/drawing/2014/main" id="{9E26AF6B-E6DF-4508-0DD8-81FC89E7159A}"/>
              </a:ext>
            </a:extLst>
          </p:cNvPr>
          <p:cNvSpPr>
            <a:spLocks noGrp="1" noChangeArrowheads="1"/>
          </p:cNvSpPr>
          <p:nvPr>
            <p:ph type="title"/>
          </p:nvPr>
        </p:nvSpPr>
        <p:spPr>
          <a:xfrm>
            <a:off x="627063" y="8096"/>
            <a:ext cx="11423650" cy="1072542"/>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1749" name="object 41">
            <a:extLst>
              <a:ext uri="{FF2B5EF4-FFF2-40B4-BE49-F238E27FC236}">
                <a16:creationId xmlns:a16="http://schemas.microsoft.com/office/drawing/2014/main" id="{DC373B77-EFE2-B5D8-F235-91A92DFB00AB}"/>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DB1B8A6-E20E-3D83-5C93-D5318A111889}"/>
                  </a:ext>
                </a:extLst>
              </p:cNvPr>
              <p:cNvSpPr txBox="1"/>
              <p:nvPr/>
            </p:nvSpPr>
            <p:spPr>
              <a:xfrm>
                <a:off x="1287560" y="1865582"/>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EDB1B8A6-E20E-3D83-5C93-D5318A111889}"/>
                  </a:ext>
                </a:extLst>
              </p:cNvPr>
              <p:cNvSpPr txBox="1">
                <a:spLocks noRot="1" noChangeAspect="1" noMove="1" noResize="1" noEditPoints="1" noAdjustHandles="1" noChangeArrowheads="1" noChangeShapeType="1" noTextEdit="1"/>
              </p:cNvSpPr>
              <p:nvPr/>
            </p:nvSpPr>
            <p:spPr>
              <a:xfrm>
                <a:off x="1287560" y="1865582"/>
                <a:ext cx="10526664" cy="461665"/>
              </a:xfrm>
              <a:prstGeom prst="rect">
                <a:avLst/>
              </a:prstGeom>
              <a:blipFill>
                <a:blip r:embed="rId12"/>
                <a:stretch>
                  <a:fillRect l="-361" t="-5263" r="-723" b="-34211"/>
                </a:stretch>
              </a:blipFill>
            </p:spPr>
            <p:txBody>
              <a:bodyPr/>
              <a:lstStyle/>
              <a:p>
                <a:r>
                  <a:rPr lang="en-US">
                    <a:noFill/>
                  </a:rPr>
                  <a:t> </a:t>
                </a:r>
              </a:p>
            </p:txBody>
          </p:sp>
        </mc:Fallback>
      </mc:AlternateContent>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2769" name="object 2">
            <a:extLst>
              <a:ext uri="{FF2B5EF4-FFF2-40B4-BE49-F238E27FC236}">
                <a16:creationId xmlns:a16="http://schemas.microsoft.com/office/drawing/2014/main" id="{15FE6B5D-DCC5-C56F-0508-EEB0C2F2E020}"/>
              </a:ext>
            </a:extLst>
          </p:cNvPr>
          <p:cNvGrpSpPr>
            <a:grpSpLocks/>
          </p:cNvGrpSpPr>
          <p:nvPr/>
        </p:nvGrpSpPr>
        <p:grpSpPr bwMode="auto">
          <a:xfrm>
            <a:off x="531813" y="3055938"/>
            <a:ext cx="4845050" cy="3702050"/>
            <a:chOff x="532130" y="3055620"/>
            <a:chExt cx="4845685" cy="3702685"/>
          </a:xfrm>
        </p:grpSpPr>
        <p:sp>
          <p:nvSpPr>
            <p:cNvPr id="32776" name="object 3">
              <a:extLst>
                <a:ext uri="{FF2B5EF4-FFF2-40B4-BE49-F238E27FC236}">
                  <a16:creationId xmlns:a16="http://schemas.microsoft.com/office/drawing/2014/main" id="{89EA97D2-8729-B3B7-27D8-DC4FF163B311}"/>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2777" name="object 4">
              <a:extLst>
                <a:ext uri="{FF2B5EF4-FFF2-40B4-BE49-F238E27FC236}">
                  <a16:creationId xmlns:a16="http://schemas.microsoft.com/office/drawing/2014/main" id="{92073247-620F-6934-1298-7028429A5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2778" name="object 5">
              <a:extLst>
                <a:ext uri="{FF2B5EF4-FFF2-40B4-BE49-F238E27FC236}">
                  <a16:creationId xmlns:a16="http://schemas.microsoft.com/office/drawing/2014/main" id="{5952F396-C764-6495-555A-645864FC68F5}"/>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779" name="object 6">
              <a:extLst>
                <a:ext uri="{FF2B5EF4-FFF2-40B4-BE49-F238E27FC236}">
                  <a16:creationId xmlns:a16="http://schemas.microsoft.com/office/drawing/2014/main" id="{C12C4375-8EDE-7B07-747B-DC7A5FA6D794}"/>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2780" name="object 7">
              <a:extLst>
                <a:ext uri="{FF2B5EF4-FFF2-40B4-BE49-F238E27FC236}">
                  <a16:creationId xmlns:a16="http://schemas.microsoft.com/office/drawing/2014/main" id="{F1402430-37D7-97B4-3B85-C2ACE7AA19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1" name="object 8">
              <a:extLst>
                <a:ext uri="{FF2B5EF4-FFF2-40B4-BE49-F238E27FC236}">
                  <a16:creationId xmlns:a16="http://schemas.microsoft.com/office/drawing/2014/main" id="{EF84F7FB-1E16-C9C5-83DB-2FC0BDB111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2" name="object 9">
              <a:extLst>
                <a:ext uri="{FF2B5EF4-FFF2-40B4-BE49-F238E27FC236}">
                  <a16:creationId xmlns:a16="http://schemas.microsoft.com/office/drawing/2014/main" id="{6FAD30D5-9FDD-3403-B1F7-8B31F4B52B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3" name="object 10">
              <a:extLst>
                <a:ext uri="{FF2B5EF4-FFF2-40B4-BE49-F238E27FC236}">
                  <a16:creationId xmlns:a16="http://schemas.microsoft.com/office/drawing/2014/main" id="{CC0B95F9-2D49-7F43-0573-9F045ABFA3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486" y="431279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4" name="object 11">
              <a:extLst>
                <a:ext uri="{FF2B5EF4-FFF2-40B4-BE49-F238E27FC236}">
                  <a16:creationId xmlns:a16="http://schemas.microsoft.com/office/drawing/2014/main" id="{5DBA084E-32A9-25E1-C8E1-D8B9144CEE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7566"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5" name="object 12">
              <a:extLst>
                <a:ext uri="{FF2B5EF4-FFF2-40B4-BE49-F238E27FC236}">
                  <a16:creationId xmlns:a16="http://schemas.microsoft.com/office/drawing/2014/main" id="{A7DD4422-A9A7-FDCC-76AD-95DDAEE93E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6" name="object 13">
              <a:extLst>
                <a:ext uri="{FF2B5EF4-FFF2-40B4-BE49-F238E27FC236}">
                  <a16:creationId xmlns:a16="http://schemas.microsoft.com/office/drawing/2014/main" id="{4C99B42A-2DA6-DA32-4263-BF6DB82B54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69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7" name="object 14">
              <a:extLst>
                <a:ext uri="{FF2B5EF4-FFF2-40B4-BE49-F238E27FC236}">
                  <a16:creationId xmlns:a16="http://schemas.microsoft.com/office/drawing/2014/main" id="{3FA69F7D-42CA-26C8-DDF6-D955595026F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8" name="object 15">
              <a:extLst>
                <a:ext uri="{FF2B5EF4-FFF2-40B4-BE49-F238E27FC236}">
                  <a16:creationId xmlns:a16="http://schemas.microsoft.com/office/drawing/2014/main" id="{940D5FAE-0AF3-5FCE-CCC9-A8F6CCA463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566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89" name="object 16">
              <a:extLst>
                <a:ext uri="{FF2B5EF4-FFF2-40B4-BE49-F238E27FC236}">
                  <a16:creationId xmlns:a16="http://schemas.microsoft.com/office/drawing/2014/main" id="{16036C5B-9334-F0C5-94E2-5A8D563815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0" name="object 17">
              <a:extLst>
                <a:ext uri="{FF2B5EF4-FFF2-40B4-BE49-F238E27FC236}">
                  <a16:creationId xmlns:a16="http://schemas.microsoft.com/office/drawing/2014/main" id="{353C018C-6537-6D0B-1832-CD77218E5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1" name="object 18">
              <a:extLst>
                <a:ext uri="{FF2B5EF4-FFF2-40B4-BE49-F238E27FC236}">
                  <a16:creationId xmlns:a16="http://schemas.microsoft.com/office/drawing/2014/main" id="{F9D8B555-4EFA-62AD-C78F-ED5CF82298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5118" y="480998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2" name="object 19">
              <a:extLst>
                <a:ext uri="{FF2B5EF4-FFF2-40B4-BE49-F238E27FC236}">
                  <a16:creationId xmlns:a16="http://schemas.microsoft.com/office/drawing/2014/main" id="{FCCFFF96-92B9-EDFD-BC7C-4866A19974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3" name="object 20">
              <a:extLst>
                <a:ext uri="{FF2B5EF4-FFF2-40B4-BE49-F238E27FC236}">
                  <a16:creationId xmlns:a16="http://schemas.microsoft.com/office/drawing/2014/main" id="{A524D154-5374-C7FB-88F2-28B48403582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4" name="object 21">
              <a:extLst>
                <a:ext uri="{FF2B5EF4-FFF2-40B4-BE49-F238E27FC236}">
                  <a16:creationId xmlns:a16="http://schemas.microsoft.com/office/drawing/2014/main" id="{70E81192-5EB3-E19C-1D01-46D1D7BF45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5" name="object 22">
              <a:extLst>
                <a:ext uri="{FF2B5EF4-FFF2-40B4-BE49-F238E27FC236}">
                  <a16:creationId xmlns:a16="http://schemas.microsoft.com/office/drawing/2014/main" id="{FEFFF87D-5CF4-00BE-73B7-26AEF9E4F3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456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6" name="object 23">
              <a:extLst>
                <a:ext uri="{FF2B5EF4-FFF2-40B4-BE49-F238E27FC236}">
                  <a16:creationId xmlns:a16="http://schemas.microsoft.com/office/drawing/2014/main" id="{52AD4F99-DDA3-F024-C6A8-6ABC40DC41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7" name="object 24">
              <a:extLst>
                <a:ext uri="{FF2B5EF4-FFF2-40B4-BE49-F238E27FC236}">
                  <a16:creationId xmlns:a16="http://schemas.microsoft.com/office/drawing/2014/main" id="{C0E918B6-DCD9-F4AF-675B-084CC6E0A3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8" name="object 25">
              <a:extLst>
                <a:ext uri="{FF2B5EF4-FFF2-40B4-BE49-F238E27FC236}">
                  <a16:creationId xmlns:a16="http://schemas.microsoft.com/office/drawing/2014/main" id="{2BB3AC19-F3BD-34E7-4393-0E1DA9F9D2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573" y="46810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799" name="object 26">
              <a:extLst>
                <a:ext uri="{FF2B5EF4-FFF2-40B4-BE49-F238E27FC236}">
                  <a16:creationId xmlns:a16="http://schemas.microsoft.com/office/drawing/2014/main" id="{02F4EF0A-734F-3D89-620B-BC31EE7384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0" name="object 27">
              <a:extLst>
                <a:ext uri="{FF2B5EF4-FFF2-40B4-BE49-F238E27FC236}">
                  <a16:creationId xmlns:a16="http://schemas.microsoft.com/office/drawing/2014/main" id="{68713DE6-5882-DA9A-922B-6F6433C8B8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1" name="object 28">
              <a:extLst>
                <a:ext uri="{FF2B5EF4-FFF2-40B4-BE49-F238E27FC236}">
                  <a16:creationId xmlns:a16="http://schemas.microsoft.com/office/drawing/2014/main" id="{49204F3A-E323-DF93-F222-F513999AC9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2" name="object 29">
              <a:extLst>
                <a:ext uri="{FF2B5EF4-FFF2-40B4-BE49-F238E27FC236}">
                  <a16:creationId xmlns:a16="http://schemas.microsoft.com/office/drawing/2014/main" id="{B3C9B244-37E8-87D9-5F3F-BE438049391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512303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3" name="object 30">
              <a:extLst>
                <a:ext uri="{FF2B5EF4-FFF2-40B4-BE49-F238E27FC236}">
                  <a16:creationId xmlns:a16="http://schemas.microsoft.com/office/drawing/2014/main" id="{4F89D82A-E77C-135F-EE51-7873F8F70C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4" name="object 31">
              <a:extLst>
                <a:ext uri="{FF2B5EF4-FFF2-40B4-BE49-F238E27FC236}">
                  <a16:creationId xmlns:a16="http://schemas.microsoft.com/office/drawing/2014/main" id="{ECE6FE0F-772E-719A-514A-D7502B7A83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5" name="object 32">
              <a:extLst>
                <a:ext uri="{FF2B5EF4-FFF2-40B4-BE49-F238E27FC236}">
                  <a16:creationId xmlns:a16="http://schemas.microsoft.com/office/drawing/2014/main" id="{6E423BC1-2D67-462E-D93E-80FE1527FA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6" name="object 33">
              <a:extLst>
                <a:ext uri="{FF2B5EF4-FFF2-40B4-BE49-F238E27FC236}">
                  <a16:creationId xmlns:a16="http://schemas.microsoft.com/office/drawing/2014/main" id="{A435E5DC-511F-D73F-B9D6-131CB19017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7" name="object 34">
              <a:extLst>
                <a:ext uri="{FF2B5EF4-FFF2-40B4-BE49-F238E27FC236}">
                  <a16:creationId xmlns:a16="http://schemas.microsoft.com/office/drawing/2014/main" id="{DEA7F7A9-BE01-880A-0E5F-4D88B6C92C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8" name="object 35">
              <a:extLst>
                <a:ext uri="{FF2B5EF4-FFF2-40B4-BE49-F238E27FC236}">
                  <a16:creationId xmlns:a16="http://schemas.microsoft.com/office/drawing/2014/main" id="{AD447DD6-2D07-2553-1E93-385AC79A0D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09" name="object 36">
              <a:extLst>
                <a:ext uri="{FF2B5EF4-FFF2-40B4-BE49-F238E27FC236}">
                  <a16:creationId xmlns:a16="http://schemas.microsoft.com/office/drawing/2014/main" id="{E151670F-D43A-5B9F-E853-1D2458EED1F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8997" y="473633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810" name="object 37">
              <a:extLst>
                <a:ext uri="{FF2B5EF4-FFF2-40B4-BE49-F238E27FC236}">
                  <a16:creationId xmlns:a16="http://schemas.microsoft.com/office/drawing/2014/main" id="{09B9C13E-2CA9-217B-F227-0DF4FE3445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32770" name="object 38" descr="$PPTXTitle">
            <a:extLst>
              <a:ext uri="{FF2B5EF4-FFF2-40B4-BE49-F238E27FC236}">
                <a16:creationId xmlns:a16="http://schemas.microsoft.com/office/drawing/2014/main" id="{C1CCB726-BA4F-A8E2-ECE4-59EFDEF15239}"/>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2771" name="object 39">
            <a:extLst>
              <a:ext uri="{FF2B5EF4-FFF2-40B4-BE49-F238E27FC236}">
                <a16:creationId xmlns:a16="http://schemas.microsoft.com/office/drawing/2014/main" id="{A20A6750-C6BF-811F-B652-911407FCCA5E}"/>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2772" name="object 40">
            <a:extLst>
              <a:ext uri="{FF2B5EF4-FFF2-40B4-BE49-F238E27FC236}">
                <a16:creationId xmlns:a16="http://schemas.microsoft.com/office/drawing/2014/main" id="{17E10586-B895-6AB7-483C-AF95DB0B7EEE}"/>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a:solidFill>
                  <a:srgbClr val="000000"/>
                </a:solidFill>
                <a:latin typeface="Arial" panose="020B0604020202020204" pitchFamily="34" charset="0"/>
              </a:rPr>
              <a:t>Finite Gaussian mixture model (</a:t>
            </a:r>
            <a:r>
              <a:rPr lang="en-US" altLang="en-US" sz="3600" i="1">
                <a:solidFill>
                  <a:srgbClr val="000000"/>
                </a:solidFill>
                <a:latin typeface="Arial" panose="020B0604020202020204" pitchFamily="34" charset="0"/>
              </a:rPr>
              <a:t>K</a:t>
            </a:r>
            <a:r>
              <a:rPr lang="en-US" altLang="en-US" sz="3600">
                <a:solidFill>
                  <a:srgbClr val="000000"/>
                </a:solidFill>
                <a:latin typeface="Arial" panose="020B0604020202020204" pitchFamily="34" charset="0"/>
              </a:rPr>
              <a:t>=2 clusters)</a:t>
            </a:r>
            <a:endParaRPr lang="en-US" altLang="en-US" sz="3600">
              <a:latin typeface="Arial" panose="020B0604020202020204" pitchFamily="34" charset="0"/>
            </a:endParaRPr>
          </a:p>
        </p:txBody>
      </p:sp>
      <p:sp>
        <p:nvSpPr>
          <p:cNvPr id="32775" name="object 43">
            <a:extLst>
              <a:ext uri="{FF2B5EF4-FFF2-40B4-BE49-F238E27FC236}">
                <a16:creationId xmlns:a16="http://schemas.microsoft.com/office/drawing/2014/main" id="{20855E8C-8BED-EDBB-076D-046932D19CF0}"/>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98363B9-EDE3-EED1-CEF1-4F6111A770DC}"/>
                  </a:ext>
                </a:extLst>
              </p:cNvPr>
              <p:cNvSpPr txBox="1"/>
              <p:nvPr/>
            </p:nvSpPr>
            <p:spPr>
              <a:xfrm>
                <a:off x="1029792" y="1829228"/>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C98363B9-EDE3-EED1-CEF1-4F6111A770DC}"/>
                  </a:ext>
                </a:extLst>
              </p:cNvPr>
              <p:cNvSpPr txBox="1">
                <a:spLocks noRot="1" noChangeAspect="1" noMove="1" noResize="1" noEditPoints="1" noAdjustHandles="1" noChangeArrowheads="1" noChangeShapeType="1" noTextEdit="1"/>
              </p:cNvSpPr>
              <p:nvPr/>
            </p:nvSpPr>
            <p:spPr>
              <a:xfrm>
                <a:off x="1029792" y="1829228"/>
                <a:ext cx="10526664" cy="461665"/>
              </a:xfrm>
              <a:prstGeom prst="rect">
                <a:avLst/>
              </a:prstGeom>
              <a:blipFill>
                <a:blip r:embed="rId12"/>
                <a:stretch>
                  <a:fillRect l="-361" t="-8108" r="-723" b="-35135"/>
                </a:stretch>
              </a:blipFill>
            </p:spPr>
            <p:txBody>
              <a:bodyPr/>
              <a:lstStyle/>
              <a:p>
                <a:r>
                  <a:rPr lang="en-US">
                    <a:noFill/>
                  </a:rPr>
                  <a:t> </a:t>
                </a:r>
              </a:p>
            </p:txBody>
          </p:sp>
        </mc:Fallback>
      </mc:AlternateContent>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793" name="object 2">
            <a:extLst>
              <a:ext uri="{FF2B5EF4-FFF2-40B4-BE49-F238E27FC236}">
                <a16:creationId xmlns:a16="http://schemas.microsoft.com/office/drawing/2014/main" id="{558B68C7-FFAF-215A-2E0F-238BF2650F69}"/>
              </a:ext>
            </a:extLst>
          </p:cNvPr>
          <p:cNvGrpSpPr>
            <a:grpSpLocks/>
          </p:cNvGrpSpPr>
          <p:nvPr/>
        </p:nvGrpSpPr>
        <p:grpSpPr bwMode="auto">
          <a:xfrm>
            <a:off x="531813" y="3055938"/>
            <a:ext cx="4845050" cy="3702050"/>
            <a:chOff x="532130" y="3055620"/>
            <a:chExt cx="4845685" cy="3702685"/>
          </a:xfrm>
        </p:grpSpPr>
        <p:sp>
          <p:nvSpPr>
            <p:cNvPr id="33804" name="object 3">
              <a:extLst>
                <a:ext uri="{FF2B5EF4-FFF2-40B4-BE49-F238E27FC236}">
                  <a16:creationId xmlns:a16="http://schemas.microsoft.com/office/drawing/2014/main" id="{C7147120-0AAE-88A7-3DEC-53CEB46FC7F4}"/>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3805" name="object 4">
              <a:extLst>
                <a:ext uri="{FF2B5EF4-FFF2-40B4-BE49-F238E27FC236}">
                  <a16:creationId xmlns:a16="http://schemas.microsoft.com/office/drawing/2014/main" id="{6FA120F3-FECD-2A2E-E7C0-ED35468AAC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3806" name="object 5">
              <a:extLst>
                <a:ext uri="{FF2B5EF4-FFF2-40B4-BE49-F238E27FC236}">
                  <a16:creationId xmlns:a16="http://schemas.microsoft.com/office/drawing/2014/main" id="{CC370FD2-8C37-9BCD-EF71-2716F6888275}"/>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3807" name="object 6">
              <a:extLst>
                <a:ext uri="{FF2B5EF4-FFF2-40B4-BE49-F238E27FC236}">
                  <a16:creationId xmlns:a16="http://schemas.microsoft.com/office/drawing/2014/main" id="{BEF9E7E3-731B-A427-1074-B4853ACCAC95}"/>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3808" name="object 7">
              <a:extLst>
                <a:ext uri="{FF2B5EF4-FFF2-40B4-BE49-F238E27FC236}">
                  <a16:creationId xmlns:a16="http://schemas.microsoft.com/office/drawing/2014/main" id="{DFC6DD54-4CE1-5205-6F7B-46E9B3ED32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09" name="object 8">
              <a:extLst>
                <a:ext uri="{FF2B5EF4-FFF2-40B4-BE49-F238E27FC236}">
                  <a16:creationId xmlns:a16="http://schemas.microsoft.com/office/drawing/2014/main" id="{6689F34F-469E-8D8E-C26C-19A1E848E7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8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0" name="object 9">
              <a:extLst>
                <a:ext uri="{FF2B5EF4-FFF2-40B4-BE49-F238E27FC236}">
                  <a16:creationId xmlns:a16="http://schemas.microsoft.com/office/drawing/2014/main" id="{8EC0DD3A-624B-5175-5C01-828FD12E4F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310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1" name="object 10">
              <a:extLst>
                <a:ext uri="{FF2B5EF4-FFF2-40B4-BE49-F238E27FC236}">
                  <a16:creationId xmlns:a16="http://schemas.microsoft.com/office/drawing/2014/main" id="{95E20F9F-AF3D-B3F9-A379-EAE10F0BD6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486" y="431279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2" name="object 11">
              <a:extLst>
                <a:ext uri="{FF2B5EF4-FFF2-40B4-BE49-F238E27FC236}">
                  <a16:creationId xmlns:a16="http://schemas.microsoft.com/office/drawing/2014/main" id="{1740CA5A-5E3C-73E4-6DF9-A710ACD3B25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7566" y="4239210"/>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3" name="object 12">
              <a:extLst>
                <a:ext uri="{FF2B5EF4-FFF2-40B4-BE49-F238E27FC236}">
                  <a16:creationId xmlns:a16="http://schemas.microsoft.com/office/drawing/2014/main" id="{A057E7A7-8ED9-5318-0EBE-5AB390018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133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4" name="object 13">
              <a:extLst>
                <a:ext uri="{FF2B5EF4-FFF2-40B4-BE49-F238E27FC236}">
                  <a16:creationId xmlns:a16="http://schemas.microsoft.com/office/drawing/2014/main" id="{DF8A5892-8402-CB41-D364-C650D02D84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69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5" name="object 14">
              <a:extLst>
                <a:ext uri="{FF2B5EF4-FFF2-40B4-BE49-F238E27FC236}">
                  <a16:creationId xmlns:a16="http://schemas.microsoft.com/office/drawing/2014/main" id="{138C30A1-7391-F6FF-6654-9C9C6AEC24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641"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6" name="object 15">
              <a:extLst>
                <a:ext uri="{FF2B5EF4-FFF2-40B4-BE49-F238E27FC236}">
                  <a16:creationId xmlns:a16="http://schemas.microsoft.com/office/drawing/2014/main" id="{C964348B-BDD3-0423-77AE-E2127D7879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566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7" name="object 16">
              <a:extLst>
                <a:ext uri="{FF2B5EF4-FFF2-40B4-BE49-F238E27FC236}">
                  <a16:creationId xmlns:a16="http://schemas.microsoft.com/office/drawing/2014/main" id="{E94DE179-9E3D-91E7-9D18-0B9C8E9298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341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8" name="object 17">
              <a:extLst>
                <a:ext uri="{FF2B5EF4-FFF2-40B4-BE49-F238E27FC236}">
                  <a16:creationId xmlns:a16="http://schemas.microsoft.com/office/drawing/2014/main" id="{CB28A543-860B-320B-02DB-7A443A3C19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425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19" name="object 18">
              <a:extLst>
                <a:ext uri="{FF2B5EF4-FFF2-40B4-BE49-F238E27FC236}">
                  <a16:creationId xmlns:a16="http://schemas.microsoft.com/office/drawing/2014/main" id="{0E4D89EC-AF10-1533-8EA9-88565AFB147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5118" y="480998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0" name="object 19">
              <a:extLst>
                <a:ext uri="{FF2B5EF4-FFF2-40B4-BE49-F238E27FC236}">
                  <a16:creationId xmlns:a16="http://schemas.microsoft.com/office/drawing/2014/main" id="{FB638CEA-A57E-4E31-C78E-A4CA51AAB7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804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1" name="object 20">
              <a:extLst>
                <a:ext uri="{FF2B5EF4-FFF2-40B4-BE49-F238E27FC236}">
                  <a16:creationId xmlns:a16="http://schemas.microsoft.com/office/drawing/2014/main" id="{91724FFE-9B8F-F8C3-397F-0C99306283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35785" y="462584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2" name="object 21">
              <a:extLst>
                <a:ext uri="{FF2B5EF4-FFF2-40B4-BE49-F238E27FC236}">
                  <a16:creationId xmlns:a16="http://schemas.microsoft.com/office/drawing/2014/main" id="{938CDF97-62AF-38BE-9CB1-2964B99114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9624" y="414706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3" name="object 22">
              <a:extLst>
                <a:ext uri="{FF2B5EF4-FFF2-40B4-BE49-F238E27FC236}">
                  <a16:creationId xmlns:a16="http://schemas.microsoft.com/office/drawing/2014/main" id="{12AEC651-83D8-24A4-D7C7-D78D5EC7481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456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4" name="object 23">
              <a:extLst>
                <a:ext uri="{FF2B5EF4-FFF2-40B4-BE49-F238E27FC236}">
                  <a16:creationId xmlns:a16="http://schemas.microsoft.com/office/drawing/2014/main" id="{7A1CBFA6-DA3C-9581-4886-5B36BE170D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8148" y="469029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5" name="object 24">
              <a:extLst>
                <a:ext uri="{FF2B5EF4-FFF2-40B4-BE49-F238E27FC236}">
                  <a16:creationId xmlns:a16="http://schemas.microsoft.com/office/drawing/2014/main" id="{966BE9D9-3831-A4E2-18B2-0AEEA7EF6A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589" y="4717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6" name="object 25">
              <a:extLst>
                <a:ext uri="{FF2B5EF4-FFF2-40B4-BE49-F238E27FC236}">
                  <a16:creationId xmlns:a16="http://schemas.microsoft.com/office/drawing/2014/main" id="{6ABED32F-D500-9A77-5B68-D2AF1A5C0F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573" y="468108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7" name="object 26">
              <a:extLst>
                <a:ext uri="{FF2B5EF4-FFF2-40B4-BE49-F238E27FC236}">
                  <a16:creationId xmlns:a16="http://schemas.microsoft.com/office/drawing/2014/main" id="{32C88FCC-E276-BB02-D5DD-48887BF758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7049" y="486523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8" name="object 27">
              <a:extLst>
                <a:ext uri="{FF2B5EF4-FFF2-40B4-BE49-F238E27FC236}">
                  <a16:creationId xmlns:a16="http://schemas.microsoft.com/office/drawing/2014/main" id="{B0DCF13F-2349-0811-3C12-414BE8BF3CE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0039" y="492047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29" name="object 28">
              <a:extLst>
                <a:ext uri="{FF2B5EF4-FFF2-40B4-BE49-F238E27FC236}">
                  <a16:creationId xmlns:a16="http://schemas.microsoft.com/office/drawing/2014/main" id="{D0E31322-3B78-2D22-ED79-FFA7721AA2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94" y="503096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0" name="object 29">
              <a:extLst>
                <a:ext uri="{FF2B5EF4-FFF2-40B4-BE49-F238E27FC236}">
                  <a16:creationId xmlns:a16="http://schemas.microsoft.com/office/drawing/2014/main" id="{A984A05A-5763-0B0D-C0D1-BB2ABCD94A1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512303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1" name="object 30">
              <a:extLst>
                <a:ext uri="{FF2B5EF4-FFF2-40B4-BE49-F238E27FC236}">
                  <a16:creationId xmlns:a16="http://schemas.microsoft.com/office/drawing/2014/main" id="{CB795606-0DFF-96A4-B346-4CD63ABFC3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34004" y="51506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2" name="object 31">
              <a:extLst>
                <a:ext uri="{FF2B5EF4-FFF2-40B4-BE49-F238E27FC236}">
                  <a16:creationId xmlns:a16="http://schemas.microsoft.com/office/drawing/2014/main" id="{2D514128-137D-084F-9CE1-8D10E3CCB9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076" y="535321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3" name="object 32">
              <a:extLst>
                <a:ext uri="{FF2B5EF4-FFF2-40B4-BE49-F238E27FC236}">
                  <a16:creationId xmlns:a16="http://schemas.microsoft.com/office/drawing/2014/main" id="{D3DD0E9A-09E4-B913-0EA0-1129A3218E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9122" y="521510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4" name="object 33">
              <a:extLst>
                <a:ext uri="{FF2B5EF4-FFF2-40B4-BE49-F238E27FC236}">
                  <a16:creationId xmlns:a16="http://schemas.microsoft.com/office/drawing/2014/main" id="{EAA51145-B695-70C3-EE23-2AD164454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3753" y="51690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5" name="object 34">
              <a:extLst>
                <a:ext uri="{FF2B5EF4-FFF2-40B4-BE49-F238E27FC236}">
                  <a16:creationId xmlns:a16="http://schemas.microsoft.com/office/drawing/2014/main" id="{BC0786F7-F2FD-BE51-DA80-7F65B51C52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392" y="53900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6" name="object 35">
              <a:extLst>
                <a:ext uri="{FF2B5EF4-FFF2-40B4-BE49-F238E27FC236}">
                  <a16:creationId xmlns:a16="http://schemas.microsoft.com/office/drawing/2014/main" id="{CA82FB19-A0DB-BD5B-58CB-88A4D3F1219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06132" y="540845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7" name="object 36">
              <a:extLst>
                <a:ext uri="{FF2B5EF4-FFF2-40B4-BE49-F238E27FC236}">
                  <a16:creationId xmlns:a16="http://schemas.microsoft.com/office/drawing/2014/main" id="{E0439D79-937A-DCE5-30F6-9B08955B215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88997" y="473633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838" name="object 37">
              <a:extLst>
                <a:ext uri="{FF2B5EF4-FFF2-40B4-BE49-F238E27FC236}">
                  <a16:creationId xmlns:a16="http://schemas.microsoft.com/office/drawing/2014/main" id="{6632D98A-788E-A2D0-CF3B-5F5477A7D4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7537" y="572150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3839" name="object 38">
              <a:extLst>
                <a:ext uri="{FF2B5EF4-FFF2-40B4-BE49-F238E27FC236}">
                  <a16:creationId xmlns:a16="http://schemas.microsoft.com/office/drawing/2014/main" id="{74B9F098-BFC7-1EA5-BF0A-92540E9B4CED}"/>
                </a:ext>
              </a:extLst>
            </p:cNvPr>
            <p:cNvSpPr>
              <a:spLocks/>
            </p:cNvSpPr>
            <p:nvPr/>
          </p:nvSpPr>
          <p:spPr bwMode="auto">
            <a:xfrm>
              <a:off x="3860800" y="4978400"/>
              <a:ext cx="215900" cy="203200"/>
            </a:xfrm>
            <a:custGeom>
              <a:avLst/>
              <a:gdLst>
                <a:gd name="T0" fmla="*/ 0 w 215900"/>
                <a:gd name="T1" fmla="*/ 0 h 203200"/>
                <a:gd name="T2" fmla="*/ 215900 w 215900"/>
                <a:gd name="T3" fmla="*/ 0 h 203200"/>
                <a:gd name="T4" fmla="*/ 215900 w 215900"/>
                <a:gd name="T5" fmla="*/ 203200 h 203200"/>
                <a:gd name="T6" fmla="*/ 0 w 215900"/>
                <a:gd name="T7" fmla="*/ 203200 h 203200"/>
                <a:gd name="T8" fmla="*/ 0 w 2159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900" h="203200">
                  <a:moveTo>
                    <a:pt x="0" y="0"/>
                  </a:moveTo>
                  <a:lnTo>
                    <a:pt x="215900" y="0"/>
                  </a:lnTo>
                  <a:lnTo>
                    <a:pt x="215900" y="203200"/>
                  </a:lnTo>
                  <a:lnTo>
                    <a:pt x="0" y="2032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3794" name="object 39" descr="$PPTXTitle">
            <a:extLst>
              <a:ext uri="{FF2B5EF4-FFF2-40B4-BE49-F238E27FC236}">
                <a16:creationId xmlns:a16="http://schemas.microsoft.com/office/drawing/2014/main" id="{73BE8B1B-EA9F-5D40-5F56-1F6DA8E8CDE6}"/>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3795" name="object 40">
            <a:extLst>
              <a:ext uri="{FF2B5EF4-FFF2-40B4-BE49-F238E27FC236}">
                <a16:creationId xmlns:a16="http://schemas.microsoft.com/office/drawing/2014/main" id="{543A99AB-F5A9-9F8F-3DD2-6638FF62BEA2}"/>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3796" name="object 41">
            <a:extLst>
              <a:ext uri="{FF2B5EF4-FFF2-40B4-BE49-F238E27FC236}">
                <a16:creationId xmlns:a16="http://schemas.microsoft.com/office/drawing/2014/main" id="{C72F0571-BCD5-E1A3-BF25-FDD877359F82}"/>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a:solidFill>
                  <a:srgbClr val="000000"/>
                </a:solidFill>
                <a:latin typeface="Arial" panose="020B0604020202020204" pitchFamily="34" charset="0"/>
              </a:rPr>
              <a:t>Finite Gaussian mixture model (</a:t>
            </a:r>
            <a:r>
              <a:rPr lang="en-US" altLang="en-US" sz="3600" i="1">
                <a:solidFill>
                  <a:srgbClr val="000000"/>
                </a:solidFill>
                <a:latin typeface="Arial" panose="020B0604020202020204" pitchFamily="34" charset="0"/>
              </a:rPr>
              <a:t>K</a:t>
            </a:r>
            <a:r>
              <a:rPr lang="en-US" altLang="en-US" sz="3600">
                <a:solidFill>
                  <a:srgbClr val="000000"/>
                </a:solidFill>
                <a:latin typeface="Arial" panose="020B0604020202020204" pitchFamily="34" charset="0"/>
              </a:rPr>
              <a:t>=2 clusters)</a:t>
            </a:r>
            <a:endParaRPr lang="en-US" altLang="en-US" sz="3600">
              <a:latin typeface="Arial" panose="020B0604020202020204" pitchFamily="34" charset="0"/>
            </a:endParaRPr>
          </a:p>
        </p:txBody>
      </p:sp>
      <p:sp>
        <p:nvSpPr>
          <p:cNvPr id="33797" name="object 42">
            <a:extLst>
              <a:ext uri="{FF2B5EF4-FFF2-40B4-BE49-F238E27FC236}">
                <a16:creationId xmlns:a16="http://schemas.microsoft.com/office/drawing/2014/main" id="{E032E7AC-F1B2-30C1-D0C3-A3CF665F47B9}"/>
              </a:ext>
            </a:extLst>
          </p:cNvPr>
          <p:cNvSpPr txBox="1">
            <a:spLocks noChangeArrowheads="1"/>
          </p:cNvSpPr>
          <p:nvPr/>
        </p:nvSpPr>
        <p:spPr bwMode="auto">
          <a:xfrm>
            <a:off x="7622555" y="4876800"/>
            <a:ext cx="5445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dirty="0">
                <a:latin typeface="Cambria" panose="02040503050406030204" pitchFamily="18" charset="0"/>
              </a:rPr>
              <a:t>µ</a:t>
            </a:r>
            <a:r>
              <a:rPr lang="ru-RU" altLang="en-US" sz="3700" i="1" baseline="-12000" dirty="0" err="1">
                <a:latin typeface="Cambria" panose="02040503050406030204" pitchFamily="18" charset="0"/>
              </a:rPr>
              <a:t>k</a:t>
            </a:r>
            <a:endParaRPr lang="ru-RU" altLang="en-US" sz="3700" baseline="-12000" dirty="0">
              <a:latin typeface="Cambria" panose="02040503050406030204" pitchFamily="18" charset="0"/>
            </a:endParaRPr>
          </a:p>
        </p:txBody>
      </p:sp>
      <p:sp>
        <p:nvSpPr>
          <p:cNvPr id="33800" name="object 45">
            <a:extLst>
              <a:ext uri="{FF2B5EF4-FFF2-40B4-BE49-F238E27FC236}">
                <a16:creationId xmlns:a16="http://schemas.microsoft.com/office/drawing/2014/main" id="{9CDD4F8F-ECCF-9D6E-11AF-AFD2EFDCC90D}"/>
              </a:ext>
              <a:ext uri="{C183D7F6-B498-43B3-948B-1728B52AA6E4}">
                <adec:decorative xmlns:adec="http://schemas.microsoft.com/office/drawing/2017/decorative" val="1"/>
              </a:ext>
            </a:extLst>
          </p:cNvPr>
          <p:cNvSpPr>
            <a:spLocks/>
          </p:cNvSpPr>
          <p:nvPr/>
        </p:nvSpPr>
        <p:spPr bwMode="auto">
          <a:xfrm>
            <a:off x="1905000" y="430530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803" name="object 48">
            <a:extLst>
              <a:ext uri="{FF2B5EF4-FFF2-40B4-BE49-F238E27FC236}">
                <a16:creationId xmlns:a16="http://schemas.microsoft.com/office/drawing/2014/main" id="{B354A3FB-28C4-2F42-0A12-5C6AF1660B88}"/>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7454966-9F4F-4B3D-F408-4A813ED79347}"/>
                  </a:ext>
                </a:extLst>
              </p:cNvPr>
              <p:cNvSpPr txBox="1"/>
              <p:nvPr/>
            </p:nvSpPr>
            <p:spPr>
              <a:xfrm>
                <a:off x="957784" y="1575516"/>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47454966-9F4F-4B3D-F408-4A813ED79347}"/>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2"/>
                <a:stretch>
                  <a:fillRect l="-361" t="-7895" r="-843" b="-34211"/>
                </a:stretch>
              </a:blipFill>
            </p:spPr>
            <p:txBody>
              <a:bodyPr/>
              <a:lstStyle/>
              <a:p>
                <a:r>
                  <a:rPr lang="en-US">
                    <a:noFill/>
                  </a:rPr>
                  <a:t> </a:t>
                </a:r>
              </a:p>
            </p:txBody>
          </p:sp>
        </mc:Fallback>
      </mc:AlternateContent>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7" name="object 2" descr="$PPTXTitle">
            <a:extLst>
              <a:ext uri="{FF2B5EF4-FFF2-40B4-BE49-F238E27FC236}">
                <a16:creationId xmlns:a16="http://schemas.microsoft.com/office/drawing/2014/main" id="{68CC41D3-914F-FC92-398D-018920D08E20}"/>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4818" name="object 3">
            <a:extLst>
              <a:ext uri="{FF2B5EF4-FFF2-40B4-BE49-F238E27FC236}">
                <a16:creationId xmlns:a16="http://schemas.microsoft.com/office/drawing/2014/main" id="{0ABFB829-CA07-EAE2-7C32-C29B51469A0D}"/>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4819" name="object 4">
            <a:extLst>
              <a:ext uri="{FF2B5EF4-FFF2-40B4-BE49-F238E27FC236}">
                <a16:creationId xmlns:a16="http://schemas.microsoft.com/office/drawing/2014/main" id="{D18B6A3E-3D5D-3BBC-F1AD-CFB801C024FD}"/>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dirty="0">
                <a:solidFill>
                  <a:srgbClr val="000000"/>
                </a:solidFill>
                <a:latin typeface="Arial" panose="020B0604020202020204" pitchFamily="34" charset="0"/>
              </a:rPr>
              <a:t>Finite Gaussian mixture model (</a:t>
            </a:r>
            <a:r>
              <a:rPr lang="en-US" altLang="en-US" sz="3600" i="1" dirty="0">
                <a:solidFill>
                  <a:srgbClr val="000000"/>
                </a:solidFill>
                <a:latin typeface="Arial" panose="020B0604020202020204" pitchFamily="34" charset="0"/>
              </a:rPr>
              <a:t>K</a:t>
            </a:r>
            <a:r>
              <a:rPr lang="en-US" altLang="en-US" sz="3600" dirty="0">
                <a:solidFill>
                  <a:srgbClr val="000000"/>
                </a:solidFill>
                <a:latin typeface="Arial" panose="020B0604020202020204" pitchFamily="34" charset="0"/>
              </a:rPr>
              <a:t>=2 clusters)</a:t>
            </a:r>
            <a:endParaRPr lang="en-US" altLang="en-US" sz="3600" dirty="0">
              <a:latin typeface="Arial" panose="020B0604020202020204" pitchFamily="34" charset="0"/>
            </a:endParaRPr>
          </a:p>
        </p:txBody>
      </p:sp>
      <p:sp>
        <p:nvSpPr>
          <p:cNvPr id="34820" name="object 5">
            <a:extLst>
              <a:ext uri="{FF2B5EF4-FFF2-40B4-BE49-F238E27FC236}">
                <a16:creationId xmlns:a16="http://schemas.microsoft.com/office/drawing/2014/main" id="{46A4603B-243A-D49B-52A1-200177DD2A19}"/>
              </a:ext>
            </a:extLst>
          </p:cNvPr>
          <p:cNvSpPr txBox="1">
            <a:spLocks noChangeArrowheads="1"/>
          </p:cNvSpPr>
          <p:nvPr/>
        </p:nvSpPr>
        <p:spPr bwMode="auto">
          <a:xfrm>
            <a:off x="7350934" y="5233350"/>
            <a:ext cx="5445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dirty="0">
                <a:latin typeface="Cambria" panose="02040503050406030204" pitchFamily="18" charset="0"/>
              </a:rPr>
              <a:t>µ</a:t>
            </a:r>
            <a:r>
              <a:rPr lang="ru-RU" altLang="en-US" sz="3700" i="1" baseline="-12000" dirty="0" err="1">
                <a:latin typeface="Cambria" panose="02040503050406030204" pitchFamily="18" charset="0"/>
              </a:rPr>
              <a:t>k</a:t>
            </a:r>
            <a:endParaRPr lang="ru-RU" altLang="en-US" sz="3700" baseline="-12000" dirty="0">
              <a:latin typeface="Cambria" panose="02040503050406030204" pitchFamily="18" charset="0"/>
            </a:endParaRPr>
          </a:p>
        </p:txBody>
      </p:sp>
      <p:grpSp>
        <p:nvGrpSpPr>
          <p:cNvPr id="34823" name="object 8">
            <a:extLst>
              <a:ext uri="{FF2B5EF4-FFF2-40B4-BE49-F238E27FC236}">
                <a16:creationId xmlns:a16="http://schemas.microsoft.com/office/drawing/2014/main" id="{887EB06B-3BDE-22D0-B2D8-588F2B1567F7}"/>
              </a:ext>
            </a:extLst>
          </p:cNvPr>
          <p:cNvGrpSpPr>
            <a:grpSpLocks/>
          </p:cNvGrpSpPr>
          <p:nvPr/>
        </p:nvGrpSpPr>
        <p:grpSpPr bwMode="auto">
          <a:xfrm>
            <a:off x="531813" y="3055938"/>
            <a:ext cx="4845050" cy="3702050"/>
            <a:chOff x="532130" y="3055620"/>
            <a:chExt cx="4845685" cy="3702685"/>
          </a:xfrm>
        </p:grpSpPr>
        <p:sp>
          <p:nvSpPr>
            <p:cNvPr id="34833" name="object 9">
              <a:extLst>
                <a:ext uri="{FF2B5EF4-FFF2-40B4-BE49-F238E27FC236}">
                  <a16:creationId xmlns:a16="http://schemas.microsoft.com/office/drawing/2014/main" id="{826A251A-7D0F-C002-7583-472C5C92EECC}"/>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34" name="object 10">
              <a:extLst>
                <a:ext uri="{FF2B5EF4-FFF2-40B4-BE49-F238E27FC236}">
                  <a16:creationId xmlns:a16="http://schemas.microsoft.com/office/drawing/2014/main" id="{BC661A4D-2A29-8C21-6983-B8A0E7383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5" name="object 11">
              <a:extLst>
                <a:ext uri="{FF2B5EF4-FFF2-40B4-BE49-F238E27FC236}">
                  <a16:creationId xmlns:a16="http://schemas.microsoft.com/office/drawing/2014/main" id="{2EAD08B8-E470-9C00-014E-D081BEAD47B9}"/>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836" name="object 12">
              <a:extLst>
                <a:ext uri="{FF2B5EF4-FFF2-40B4-BE49-F238E27FC236}">
                  <a16:creationId xmlns:a16="http://schemas.microsoft.com/office/drawing/2014/main" id="{888F7D1E-9331-4C4D-4F11-DF8A4BD3E8CC}"/>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4837" name="object 13">
              <a:extLst>
                <a:ext uri="{FF2B5EF4-FFF2-40B4-BE49-F238E27FC236}">
                  <a16:creationId xmlns:a16="http://schemas.microsoft.com/office/drawing/2014/main" id="{3F841C21-0049-8DCC-4246-F398ACC91D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81"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8" name="object 14">
              <a:extLst>
                <a:ext uri="{FF2B5EF4-FFF2-40B4-BE49-F238E27FC236}">
                  <a16:creationId xmlns:a16="http://schemas.microsoft.com/office/drawing/2014/main" id="{EEE057B4-910E-1034-C22A-2E5762C0309C}"/>
                </a:ext>
              </a:extLst>
            </p:cNvPr>
            <p:cNvSpPr>
              <a:spLocks/>
            </p:cNvSpPr>
            <p:nvPr/>
          </p:nvSpPr>
          <p:spPr bwMode="auto">
            <a:xfrm>
              <a:off x="2082755" y="4261048"/>
              <a:ext cx="64769" cy="64769"/>
            </a:xfrm>
            <a:custGeom>
              <a:avLst/>
              <a:gdLst>
                <a:gd name="T0" fmla="*/ 32224 w 64769"/>
                <a:gd name="T1" fmla="*/ 0 h 64769"/>
                <a:gd name="T2" fmla="*/ 20098 w 64769"/>
                <a:gd name="T3" fmla="*/ 2359 h 64769"/>
                <a:gd name="T4" fmla="*/ 9438 w 64769"/>
                <a:gd name="T5" fmla="*/ 9438 h 64769"/>
                <a:gd name="T6" fmla="*/ 2359 w 64769"/>
                <a:gd name="T7" fmla="*/ 20098 h 64769"/>
                <a:gd name="T8" fmla="*/ 0 w 64769"/>
                <a:gd name="T9" fmla="*/ 32224 h 64769"/>
                <a:gd name="T10" fmla="*/ 2359 w 64769"/>
                <a:gd name="T11" fmla="*/ 44350 h 64769"/>
                <a:gd name="T12" fmla="*/ 9438 w 64769"/>
                <a:gd name="T13" fmla="*/ 55011 h 64769"/>
                <a:gd name="T14" fmla="*/ 20098 w 64769"/>
                <a:gd name="T15" fmla="*/ 62090 h 64769"/>
                <a:gd name="T16" fmla="*/ 32224 w 64769"/>
                <a:gd name="T17" fmla="*/ 64450 h 64769"/>
                <a:gd name="T18" fmla="*/ 44351 w 64769"/>
                <a:gd name="T19" fmla="*/ 62090 h 64769"/>
                <a:gd name="T20" fmla="*/ 55012 w 64769"/>
                <a:gd name="T21" fmla="*/ 55011 h 64769"/>
                <a:gd name="T22" fmla="*/ 62091 w 64769"/>
                <a:gd name="T23" fmla="*/ 44350 h 64769"/>
                <a:gd name="T24" fmla="*/ 64450 w 64769"/>
                <a:gd name="T25" fmla="*/ 32224 h 64769"/>
                <a:gd name="T26" fmla="*/ 62091 w 64769"/>
                <a:gd name="T27" fmla="*/ 20098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8"/>
                  </a:lnTo>
                  <a:lnTo>
                    <a:pt x="0" y="32224"/>
                  </a:lnTo>
                  <a:lnTo>
                    <a:pt x="2359" y="44350"/>
                  </a:lnTo>
                  <a:lnTo>
                    <a:pt x="9438" y="55011"/>
                  </a:lnTo>
                  <a:lnTo>
                    <a:pt x="20098" y="62090"/>
                  </a:lnTo>
                  <a:lnTo>
                    <a:pt x="32224" y="64450"/>
                  </a:lnTo>
                  <a:lnTo>
                    <a:pt x="44351" y="62090"/>
                  </a:lnTo>
                  <a:lnTo>
                    <a:pt x="55012" y="55011"/>
                  </a:lnTo>
                  <a:lnTo>
                    <a:pt x="62091" y="44350"/>
                  </a:lnTo>
                  <a:lnTo>
                    <a:pt x="64450" y="32224"/>
                  </a:lnTo>
                  <a:lnTo>
                    <a:pt x="62091" y="20098"/>
                  </a:lnTo>
                  <a:lnTo>
                    <a:pt x="55012" y="9438"/>
                  </a:lnTo>
                  <a:lnTo>
                    <a:pt x="44351" y="2359"/>
                  </a:lnTo>
                  <a:lnTo>
                    <a:pt x="32224"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9" name="object 15">
              <a:extLst>
                <a:ext uri="{FF2B5EF4-FFF2-40B4-BE49-F238E27FC236}">
                  <a16:creationId xmlns:a16="http://schemas.microsoft.com/office/drawing/2014/main" id="{D83A56FF-E946-C0FF-CA1A-96C0BC785E2E}"/>
                </a:ext>
              </a:extLst>
            </p:cNvPr>
            <p:cNvSpPr>
              <a:spLocks/>
            </p:cNvSpPr>
            <p:nvPr/>
          </p:nvSpPr>
          <p:spPr bwMode="auto">
            <a:xfrm>
              <a:off x="2082755" y="4261048"/>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0" name="object 16">
              <a:extLst>
                <a:ext uri="{FF2B5EF4-FFF2-40B4-BE49-F238E27FC236}">
                  <a16:creationId xmlns:a16="http://schemas.microsoft.com/office/drawing/2014/main" id="{306FCB50-A400-2B42-B3E3-CE24B8AEAC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179" y="419945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1" name="object 17">
              <a:extLst>
                <a:ext uri="{FF2B5EF4-FFF2-40B4-BE49-F238E27FC236}">
                  <a16:creationId xmlns:a16="http://schemas.microsoft.com/office/drawing/2014/main" id="{8DD43608-9AF1-11ED-BDCB-DF4F99E833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836" y="431914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2" name="object 18">
              <a:extLst>
                <a:ext uri="{FF2B5EF4-FFF2-40B4-BE49-F238E27FC236}">
                  <a16:creationId xmlns:a16="http://schemas.microsoft.com/office/drawing/2014/main" id="{B55BEAD8-CA1A-FA86-14D1-B5A647CC8C95}"/>
                </a:ext>
              </a:extLst>
            </p:cNvPr>
            <p:cNvSpPr>
              <a:spLocks/>
            </p:cNvSpPr>
            <p:nvPr/>
          </p:nvSpPr>
          <p:spPr bwMode="auto">
            <a:xfrm>
              <a:off x="1880266" y="4251910"/>
              <a:ext cx="64769" cy="64769"/>
            </a:xfrm>
            <a:custGeom>
              <a:avLst/>
              <a:gdLst>
                <a:gd name="T0" fmla="*/ 30041 w 64769"/>
                <a:gd name="T1" fmla="*/ 0 h 64769"/>
                <a:gd name="T2" fmla="*/ 18095 w 64769"/>
                <a:gd name="T3" fmla="*/ 3150 h 64769"/>
                <a:gd name="T4" fmla="*/ 7922 w 64769"/>
                <a:gd name="T5" fmla="*/ 10913 h 64769"/>
                <a:gd name="T6" fmla="*/ 1558 w 64769"/>
                <a:gd name="T7" fmla="*/ 22015 h 64769"/>
                <a:gd name="T8" fmla="*/ 0 w 64769"/>
                <a:gd name="T9" fmla="*/ 34270 h 64769"/>
                <a:gd name="T10" fmla="*/ 3150 w 64769"/>
                <a:gd name="T11" fmla="*/ 46216 h 64769"/>
                <a:gd name="T12" fmla="*/ 10913 w 64769"/>
                <a:gd name="T13" fmla="*/ 56389 h 64769"/>
                <a:gd name="T14" fmla="*/ 22015 w 64769"/>
                <a:gd name="T15" fmla="*/ 62753 h 64769"/>
                <a:gd name="T16" fmla="*/ 34270 w 64769"/>
                <a:gd name="T17" fmla="*/ 64311 h 64769"/>
                <a:gd name="T18" fmla="*/ 46216 w 64769"/>
                <a:gd name="T19" fmla="*/ 61161 h 64769"/>
                <a:gd name="T20" fmla="*/ 56388 w 64769"/>
                <a:gd name="T21" fmla="*/ 53398 h 64769"/>
                <a:gd name="T22" fmla="*/ 62752 w 64769"/>
                <a:gd name="T23" fmla="*/ 42296 h 64769"/>
                <a:gd name="T24" fmla="*/ 64311 w 64769"/>
                <a:gd name="T25" fmla="*/ 30040 h 64769"/>
                <a:gd name="T26" fmla="*/ 61161 w 64769"/>
                <a:gd name="T27" fmla="*/ 18095 h 64769"/>
                <a:gd name="T28" fmla="*/ 53397 w 64769"/>
                <a:gd name="T29" fmla="*/ 7922 h 64769"/>
                <a:gd name="T30" fmla="*/ 42296 w 64769"/>
                <a:gd name="T31" fmla="*/ 1558 h 64769"/>
                <a:gd name="T32" fmla="*/ 30041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0041" y="0"/>
                  </a:moveTo>
                  <a:lnTo>
                    <a:pt x="18095" y="3150"/>
                  </a:lnTo>
                  <a:lnTo>
                    <a:pt x="7922" y="10913"/>
                  </a:lnTo>
                  <a:lnTo>
                    <a:pt x="1558" y="22015"/>
                  </a:lnTo>
                  <a:lnTo>
                    <a:pt x="0" y="34270"/>
                  </a:lnTo>
                  <a:lnTo>
                    <a:pt x="3150" y="46216"/>
                  </a:lnTo>
                  <a:lnTo>
                    <a:pt x="10913" y="56389"/>
                  </a:lnTo>
                  <a:lnTo>
                    <a:pt x="22015" y="62753"/>
                  </a:lnTo>
                  <a:lnTo>
                    <a:pt x="34270" y="64311"/>
                  </a:lnTo>
                  <a:lnTo>
                    <a:pt x="46216" y="61161"/>
                  </a:lnTo>
                  <a:lnTo>
                    <a:pt x="56388" y="53398"/>
                  </a:lnTo>
                  <a:lnTo>
                    <a:pt x="62752" y="42296"/>
                  </a:lnTo>
                  <a:lnTo>
                    <a:pt x="64311" y="30040"/>
                  </a:lnTo>
                  <a:lnTo>
                    <a:pt x="61161" y="18095"/>
                  </a:lnTo>
                  <a:lnTo>
                    <a:pt x="53397" y="7922"/>
                  </a:lnTo>
                  <a:lnTo>
                    <a:pt x="42296" y="1558"/>
                  </a:lnTo>
                  <a:lnTo>
                    <a:pt x="30041"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3" name="object 19">
              <a:extLst>
                <a:ext uri="{FF2B5EF4-FFF2-40B4-BE49-F238E27FC236}">
                  <a16:creationId xmlns:a16="http://schemas.microsoft.com/office/drawing/2014/main" id="{F8DD5068-6401-DF9B-C763-F02712E90E98}"/>
                </a:ext>
              </a:extLst>
            </p:cNvPr>
            <p:cNvSpPr>
              <a:spLocks/>
            </p:cNvSpPr>
            <p:nvPr/>
          </p:nvSpPr>
          <p:spPr bwMode="auto">
            <a:xfrm>
              <a:off x="1880266" y="4251910"/>
              <a:ext cx="64769" cy="64769"/>
            </a:xfrm>
            <a:custGeom>
              <a:avLst/>
              <a:gdLst>
                <a:gd name="T0" fmla="*/ 53397 w 64769"/>
                <a:gd name="T1" fmla="*/ 7922 h 64769"/>
                <a:gd name="T2" fmla="*/ 61161 w 64769"/>
                <a:gd name="T3" fmla="*/ 18095 h 64769"/>
                <a:gd name="T4" fmla="*/ 64311 w 64769"/>
                <a:gd name="T5" fmla="*/ 30040 h 64769"/>
                <a:gd name="T6" fmla="*/ 62752 w 64769"/>
                <a:gd name="T7" fmla="*/ 42296 h 64769"/>
                <a:gd name="T8" fmla="*/ 56388 w 64769"/>
                <a:gd name="T9" fmla="*/ 53397 h 64769"/>
                <a:gd name="T10" fmla="*/ 46216 w 64769"/>
                <a:gd name="T11" fmla="*/ 61161 h 64769"/>
                <a:gd name="T12" fmla="*/ 34270 w 64769"/>
                <a:gd name="T13" fmla="*/ 64311 h 64769"/>
                <a:gd name="T14" fmla="*/ 22015 w 64769"/>
                <a:gd name="T15" fmla="*/ 62752 h 64769"/>
                <a:gd name="T16" fmla="*/ 10913 w 64769"/>
                <a:gd name="T17" fmla="*/ 56388 h 64769"/>
                <a:gd name="T18" fmla="*/ 3150 w 64769"/>
                <a:gd name="T19" fmla="*/ 46216 h 64769"/>
                <a:gd name="T20" fmla="*/ 0 w 64769"/>
                <a:gd name="T21" fmla="*/ 34270 h 64769"/>
                <a:gd name="T22" fmla="*/ 1558 w 64769"/>
                <a:gd name="T23" fmla="*/ 22015 h 64769"/>
                <a:gd name="T24" fmla="*/ 7922 w 64769"/>
                <a:gd name="T25" fmla="*/ 10913 h 64769"/>
                <a:gd name="T26" fmla="*/ 18095 w 64769"/>
                <a:gd name="T27" fmla="*/ 3150 h 64769"/>
                <a:gd name="T28" fmla="*/ 30040 w 64769"/>
                <a:gd name="T29" fmla="*/ 0 h 64769"/>
                <a:gd name="T30" fmla="*/ 42296 w 64769"/>
                <a:gd name="T31" fmla="*/ 1558 h 64769"/>
                <a:gd name="T32" fmla="*/ 53397 w 64769"/>
                <a:gd name="T33" fmla="*/ 7922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3397" y="7922"/>
                  </a:moveTo>
                  <a:lnTo>
                    <a:pt x="61161" y="18095"/>
                  </a:lnTo>
                  <a:lnTo>
                    <a:pt x="64311" y="30040"/>
                  </a:lnTo>
                  <a:lnTo>
                    <a:pt x="62752" y="42296"/>
                  </a:lnTo>
                  <a:lnTo>
                    <a:pt x="56388" y="53397"/>
                  </a:lnTo>
                  <a:lnTo>
                    <a:pt x="46216" y="61161"/>
                  </a:lnTo>
                  <a:lnTo>
                    <a:pt x="34270" y="64311"/>
                  </a:lnTo>
                  <a:lnTo>
                    <a:pt x="22015" y="62752"/>
                  </a:lnTo>
                  <a:lnTo>
                    <a:pt x="10913" y="56388"/>
                  </a:lnTo>
                  <a:lnTo>
                    <a:pt x="3150" y="46216"/>
                  </a:lnTo>
                  <a:lnTo>
                    <a:pt x="0" y="34270"/>
                  </a:lnTo>
                  <a:lnTo>
                    <a:pt x="1558" y="22015"/>
                  </a:lnTo>
                  <a:lnTo>
                    <a:pt x="7922" y="10913"/>
                  </a:lnTo>
                  <a:lnTo>
                    <a:pt x="18095" y="3150"/>
                  </a:lnTo>
                  <a:lnTo>
                    <a:pt x="30040" y="0"/>
                  </a:lnTo>
                  <a:lnTo>
                    <a:pt x="42296" y="1558"/>
                  </a:lnTo>
                  <a:lnTo>
                    <a:pt x="53397" y="7922"/>
                  </a:lnTo>
                </a:path>
              </a:pathLst>
            </a:custGeom>
            <a:noFill/>
            <a:ln w="12699"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4" name="object 20">
              <a:extLst>
                <a:ext uri="{FF2B5EF4-FFF2-40B4-BE49-F238E27FC236}">
                  <a16:creationId xmlns:a16="http://schemas.microsoft.com/office/drawing/2014/main" id="{35F0CF91-64F0-124A-27FF-B618465199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5126"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5" name="object 21">
              <a:extLst>
                <a:ext uri="{FF2B5EF4-FFF2-40B4-BE49-F238E27FC236}">
                  <a16:creationId xmlns:a16="http://schemas.microsoft.com/office/drawing/2014/main" id="{48D48851-B85C-E0F1-12B6-818E44F82CAA}"/>
                </a:ext>
              </a:extLst>
            </p:cNvPr>
            <p:cNvSpPr>
              <a:spLocks/>
            </p:cNvSpPr>
            <p:nvPr/>
          </p:nvSpPr>
          <p:spPr bwMode="auto">
            <a:xfrm>
              <a:off x="1806538" y="4509643"/>
              <a:ext cx="64769" cy="64769"/>
            </a:xfrm>
            <a:custGeom>
              <a:avLst/>
              <a:gdLst>
                <a:gd name="T0" fmla="*/ 32225 w 64769"/>
                <a:gd name="T1" fmla="*/ 0 h 64769"/>
                <a:gd name="T2" fmla="*/ 20099 w 64769"/>
                <a:gd name="T3" fmla="*/ 2359 h 64769"/>
                <a:gd name="T4" fmla="*/ 9439 w 64769"/>
                <a:gd name="T5" fmla="*/ 9438 h 64769"/>
                <a:gd name="T6" fmla="*/ 2359 w 64769"/>
                <a:gd name="T7" fmla="*/ 20098 h 64769"/>
                <a:gd name="T8" fmla="*/ 0 w 64769"/>
                <a:gd name="T9" fmla="*/ 32224 h 64769"/>
                <a:gd name="T10" fmla="*/ 2359 w 64769"/>
                <a:gd name="T11" fmla="*/ 44351 h 64769"/>
                <a:gd name="T12" fmla="*/ 9439 w 64769"/>
                <a:gd name="T13" fmla="*/ 55012 h 64769"/>
                <a:gd name="T14" fmla="*/ 20099 w 64769"/>
                <a:gd name="T15" fmla="*/ 62091 h 64769"/>
                <a:gd name="T16" fmla="*/ 32225 w 64769"/>
                <a:gd name="T17" fmla="*/ 64450 h 64769"/>
                <a:gd name="T18" fmla="*/ 44351 w 64769"/>
                <a:gd name="T19" fmla="*/ 62091 h 64769"/>
                <a:gd name="T20" fmla="*/ 55011 w 64769"/>
                <a:gd name="T21" fmla="*/ 55012 h 64769"/>
                <a:gd name="T22" fmla="*/ 62091 w 64769"/>
                <a:gd name="T23" fmla="*/ 44351 h 64769"/>
                <a:gd name="T24" fmla="*/ 64451 w 64769"/>
                <a:gd name="T25" fmla="*/ 32224 h 64769"/>
                <a:gd name="T26" fmla="*/ 62091 w 64769"/>
                <a:gd name="T27" fmla="*/ 20098 h 64769"/>
                <a:gd name="T28" fmla="*/ 55011 w 64769"/>
                <a:gd name="T29" fmla="*/ 9438 h 64769"/>
                <a:gd name="T30" fmla="*/ 44351 w 64769"/>
                <a:gd name="T31" fmla="*/ 2359 h 64769"/>
                <a:gd name="T32" fmla="*/ 32225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5" y="0"/>
                  </a:moveTo>
                  <a:lnTo>
                    <a:pt x="20099" y="2359"/>
                  </a:lnTo>
                  <a:lnTo>
                    <a:pt x="9439" y="9438"/>
                  </a:lnTo>
                  <a:lnTo>
                    <a:pt x="2359" y="20098"/>
                  </a:lnTo>
                  <a:lnTo>
                    <a:pt x="0" y="32224"/>
                  </a:lnTo>
                  <a:lnTo>
                    <a:pt x="2359" y="44351"/>
                  </a:lnTo>
                  <a:lnTo>
                    <a:pt x="9439" y="55012"/>
                  </a:lnTo>
                  <a:lnTo>
                    <a:pt x="20099" y="62091"/>
                  </a:lnTo>
                  <a:lnTo>
                    <a:pt x="32225" y="64450"/>
                  </a:lnTo>
                  <a:lnTo>
                    <a:pt x="44351" y="62091"/>
                  </a:lnTo>
                  <a:lnTo>
                    <a:pt x="55011" y="55012"/>
                  </a:lnTo>
                  <a:lnTo>
                    <a:pt x="62091" y="44351"/>
                  </a:lnTo>
                  <a:lnTo>
                    <a:pt x="64451" y="32224"/>
                  </a:lnTo>
                  <a:lnTo>
                    <a:pt x="62091" y="20098"/>
                  </a:lnTo>
                  <a:lnTo>
                    <a:pt x="55011" y="9438"/>
                  </a:lnTo>
                  <a:lnTo>
                    <a:pt x="44351" y="2359"/>
                  </a:lnTo>
                  <a:lnTo>
                    <a:pt x="32225"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6" name="object 22">
              <a:extLst>
                <a:ext uri="{FF2B5EF4-FFF2-40B4-BE49-F238E27FC236}">
                  <a16:creationId xmlns:a16="http://schemas.microsoft.com/office/drawing/2014/main" id="{D4C89ED2-F5B1-E5E1-2339-658EED7482CA}"/>
                </a:ext>
              </a:extLst>
            </p:cNvPr>
            <p:cNvSpPr>
              <a:spLocks/>
            </p:cNvSpPr>
            <p:nvPr/>
          </p:nvSpPr>
          <p:spPr bwMode="auto">
            <a:xfrm>
              <a:off x="1806539" y="4509643"/>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7" name="object 23">
              <a:extLst>
                <a:ext uri="{FF2B5EF4-FFF2-40B4-BE49-F238E27FC236}">
                  <a16:creationId xmlns:a16="http://schemas.microsoft.com/office/drawing/2014/main" id="{339CF9DD-3A2B-A7A7-5BFF-E15493819B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991"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8" name="object 24">
              <a:extLst>
                <a:ext uri="{FF2B5EF4-FFF2-40B4-BE49-F238E27FC236}">
                  <a16:creationId xmlns:a16="http://schemas.microsoft.com/office/drawing/2014/main" id="{C2A1FCE7-627D-2BD7-1B9C-E68602B9BB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14" y="440201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9" name="object 25">
              <a:extLst>
                <a:ext uri="{FF2B5EF4-FFF2-40B4-BE49-F238E27FC236}">
                  <a16:creationId xmlns:a16="http://schemas.microsoft.com/office/drawing/2014/main" id="{4B657517-1646-DFEC-49EC-8A67EAF318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306" y="407976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0" name="object 26">
              <a:extLst>
                <a:ext uri="{FF2B5EF4-FFF2-40B4-BE49-F238E27FC236}">
                  <a16:creationId xmlns:a16="http://schemas.microsoft.com/office/drawing/2014/main" id="{7133D49C-C59D-78F0-F823-DA0CC00EA5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423" y="465060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1" name="object 27">
              <a:extLst>
                <a:ext uri="{FF2B5EF4-FFF2-40B4-BE49-F238E27FC236}">
                  <a16:creationId xmlns:a16="http://schemas.microsoft.com/office/drawing/2014/main" id="{9355D9DB-7DD2-F1E1-B1D0-F758B69CF9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468" y="481633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2" name="object 28">
              <a:extLst>
                <a:ext uri="{FF2B5EF4-FFF2-40B4-BE49-F238E27FC236}">
                  <a16:creationId xmlns:a16="http://schemas.microsoft.com/office/drawing/2014/main" id="{558E05FD-D1CE-BB5A-BD98-5D39F75418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659" y="4374391"/>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3" name="object 29">
              <a:extLst>
                <a:ext uri="{FF2B5EF4-FFF2-40B4-BE49-F238E27FC236}">
                  <a16:creationId xmlns:a16="http://schemas.microsoft.com/office/drawing/2014/main" id="{3ECD036E-B4B2-C933-D12E-8C5F0BBB15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2135"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4" name="object 30">
              <a:extLst>
                <a:ext uri="{FF2B5EF4-FFF2-40B4-BE49-F238E27FC236}">
                  <a16:creationId xmlns:a16="http://schemas.microsoft.com/office/drawing/2014/main" id="{AD0D7051-7F58-D1B9-8DA8-3A14BD8AF4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974" y="415341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5" name="object 31">
              <a:extLst>
                <a:ext uri="{FF2B5EF4-FFF2-40B4-BE49-F238E27FC236}">
                  <a16:creationId xmlns:a16="http://schemas.microsoft.com/office/drawing/2014/main" id="{D857A16E-0635-FCF0-6DD6-855623D97D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06" y="453091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6" name="object 32">
              <a:extLst>
                <a:ext uri="{FF2B5EF4-FFF2-40B4-BE49-F238E27FC236}">
                  <a16:creationId xmlns:a16="http://schemas.microsoft.com/office/drawing/2014/main" id="{375012F3-A844-9BE1-7D7A-336E8891D1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4498" y="469664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7" name="object 33">
              <a:extLst>
                <a:ext uri="{FF2B5EF4-FFF2-40B4-BE49-F238E27FC236}">
                  <a16:creationId xmlns:a16="http://schemas.microsoft.com/office/drawing/2014/main" id="{49741B90-A2E7-37BF-C27B-C01C142345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939" y="472426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8" name="object 34">
              <a:extLst>
                <a:ext uri="{FF2B5EF4-FFF2-40B4-BE49-F238E27FC236}">
                  <a16:creationId xmlns:a16="http://schemas.microsoft.com/office/drawing/2014/main" id="{7111A1CA-41D1-C7B1-002D-E8A3DCA0CD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9923" y="4687437"/>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59" name="object 35">
              <a:extLst>
                <a:ext uri="{FF2B5EF4-FFF2-40B4-BE49-F238E27FC236}">
                  <a16:creationId xmlns:a16="http://schemas.microsoft.com/office/drawing/2014/main" id="{85044592-3470-518E-55FF-4F7A1E74180E}"/>
                </a:ext>
              </a:extLst>
            </p:cNvPr>
            <p:cNvSpPr>
              <a:spLocks/>
            </p:cNvSpPr>
            <p:nvPr/>
          </p:nvSpPr>
          <p:spPr bwMode="auto">
            <a:xfrm>
              <a:off x="3859750" y="487793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1 w 64769"/>
                <a:gd name="T19" fmla="*/ 62091 h 64769"/>
                <a:gd name="T20" fmla="*/ 55012 w 64769"/>
                <a:gd name="T21" fmla="*/ 55012 h 64769"/>
                <a:gd name="T22" fmla="*/ 62091 w 64769"/>
                <a:gd name="T23" fmla="*/ 44352 h 64769"/>
                <a:gd name="T24" fmla="*/ 64450 w 64769"/>
                <a:gd name="T25" fmla="*/ 32225 h 64769"/>
                <a:gd name="T26" fmla="*/ 62091 w 64769"/>
                <a:gd name="T27" fmla="*/ 20099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1" y="62091"/>
                  </a:lnTo>
                  <a:lnTo>
                    <a:pt x="55012" y="55012"/>
                  </a:lnTo>
                  <a:lnTo>
                    <a:pt x="62091" y="44352"/>
                  </a:lnTo>
                  <a:lnTo>
                    <a:pt x="64450" y="32225"/>
                  </a:lnTo>
                  <a:lnTo>
                    <a:pt x="62091" y="20099"/>
                  </a:lnTo>
                  <a:lnTo>
                    <a:pt x="55012" y="9438"/>
                  </a:lnTo>
                  <a:lnTo>
                    <a:pt x="44351"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0" name="object 36">
              <a:extLst>
                <a:ext uri="{FF2B5EF4-FFF2-40B4-BE49-F238E27FC236}">
                  <a16:creationId xmlns:a16="http://schemas.microsoft.com/office/drawing/2014/main" id="{60B1A2DE-C6E3-C7D3-F345-2F0370F8D662}"/>
                </a:ext>
              </a:extLst>
            </p:cNvPr>
            <p:cNvSpPr>
              <a:spLocks/>
            </p:cNvSpPr>
            <p:nvPr/>
          </p:nvSpPr>
          <p:spPr bwMode="auto">
            <a:xfrm>
              <a:off x="3859749" y="487793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1" name="object 37">
              <a:extLst>
                <a:ext uri="{FF2B5EF4-FFF2-40B4-BE49-F238E27FC236}">
                  <a16:creationId xmlns:a16="http://schemas.microsoft.com/office/drawing/2014/main" id="{B0FC7EC7-EDA0-C018-2F73-C546343C63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389" y="492682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62" name="object 38">
              <a:extLst>
                <a:ext uri="{FF2B5EF4-FFF2-40B4-BE49-F238E27FC236}">
                  <a16:creationId xmlns:a16="http://schemas.microsoft.com/office/drawing/2014/main" id="{8E31AA7A-167F-D928-6CE6-F1FE131B2CD9}"/>
                </a:ext>
              </a:extLst>
            </p:cNvPr>
            <p:cNvSpPr>
              <a:spLocks/>
            </p:cNvSpPr>
            <p:nvPr/>
          </p:nvSpPr>
          <p:spPr bwMode="auto">
            <a:xfrm>
              <a:off x="4043895" y="504366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0 w 64769"/>
                <a:gd name="T19" fmla="*/ 62091 h 64769"/>
                <a:gd name="T20" fmla="*/ 55011 w 64769"/>
                <a:gd name="T21" fmla="*/ 55012 h 64769"/>
                <a:gd name="T22" fmla="*/ 62090 w 64769"/>
                <a:gd name="T23" fmla="*/ 44352 h 64769"/>
                <a:gd name="T24" fmla="*/ 64450 w 64769"/>
                <a:gd name="T25" fmla="*/ 32225 h 64769"/>
                <a:gd name="T26" fmla="*/ 62090 w 64769"/>
                <a:gd name="T27" fmla="*/ 20099 h 64769"/>
                <a:gd name="T28" fmla="*/ 55011 w 64769"/>
                <a:gd name="T29" fmla="*/ 9438 h 64769"/>
                <a:gd name="T30" fmla="*/ 44350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0" y="62091"/>
                  </a:lnTo>
                  <a:lnTo>
                    <a:pt x="55011" y="55012"/>
                  </a:lnTo>
                  <a:lnTo>
                    <a:pt x="62090" y="44352"/>
                  </a:lnTo>
                  <a:lnTo>
                    <a:pt x="64450" y="32225"/>
                  </a:lnTo>
                  <a:lnTo>
                    <a:pt x="62090" y="20099"/>
                  </a:lnTo>
                  <a:lnTo>
                    <a:pt x="55011" y="9438"/>
                  </a:lnTo>
                  <a:lnTo>
                    <a:pt x="44350"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3" name="object 39">
              <a:extLst>
                <a:ext uri="{FF2B5EF4-FFF2-40B4-BE49-F238E27FC236}">
                  <a16:creationId xmlns:a16="http://schemas.microsoft.com/office/drawing/2014/main" id="{6ABA85B8-B72C-C7D6-C8B7-1531B1BAB3D9}"/>
                </a:ext>
              </a:extLst>
            </p:cNvPr>
            <p:cNvSpPr>
              <a:spLocks/>
            </p:cNvSpPr>
            <p:nvPr/>
          </p:nvSpPr>
          <p:spPr bwMode="auto">
            <a:xfrm>
              <a:off x="4043894" y="504366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4" name="object 40">
              <a:extLst>
                <a:ext uri="{FF2B5EF4-FFF2-40B4-BE49-F238E27FC236}">
                  <a16:creationId xmlns:a16="http://schemas.microsoft.com/office/drawing/2014/main" id="{D3A3D2FA-4187-A10E-3CCF-B54931F579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06" y="512938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5" name="object 41">
              <a:extLst>
                <a:ext uri="{FF2B5EF4-FFF2-40B4-BE49-F238E27FC236}">
                  <a16:creationId xmlns:a16="http://schemas.microsoft.com/office/drawing/2014/main" id="{75D7749A-4DD1-2247-35A7-24D1B6F861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354" y="515700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6" name="object 42">
              <a:extLst>
                <a:ext uri="{FF2B5EF4-FFF2-40B4-BE49-F238E27FC236}">
                  <a16:creationId xmlns:a16="http://schemas.microsoft.com/office/drawing/2014/main" id="{242B7C4D-F4C9-D784-DC86-DCAC3C0A787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426" y="535956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7" name="object 43">
              <a:extLst>
                <a:ext uri="{FF2B5EF4-FFF2-40B4-BE49-F238E27FC236}">
                  <a16:creationId xmlns:a16="http://schemas.microsoft.com/office/drawing/2014/main" id="{41346156-D2C3-FA0F-4CDE-0CCFE8F55C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472" y="522145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8" name="object 44">
              <a:extLst>
                <a:ext uri="{FF2B5EF4-FFF2-40B4-BE49-F238E27FC236}">
                  <a16:creationId xmlns:a16="http://schemas.microsoft.com/office/drawing/2014/main" id="{8AEE151D-A539-A204-84A1-050944D221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0103" y="517542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9" name="object 45">
              <a:extLst>
                <a:ext uri="{FF2B5EF4-FFF2-40B4-BE49-F238E27FC236}">
                  <a16:creationId xmlns:a16="http://schemas.microsoft.com/office/drawing/2014/main" id="{63F5E4AA-BFD5-9814-AF56-C24AD4465A5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742" y="539639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0" name="object 46">
              <a:extLst>
                <a:ext uri="{FF2B5EF4-FFF2-40B4-BE49-F238E27FC236}">
                  <a16:creationId xmlns:a16="http://schemas.microsoft.com/office/drawing/2014/main" id="{685F4AF3-DA49-544A-A2CF-347090AC1E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2482" y="541480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1" name="object 47">
              <a:extLst>
                <a:ext uri="{FF2B5EF4-FFF2-40B4-BE49-F238E27FC236}">
                  <a16:creationId xmlns:a16="http://schemas.microsoft.com/office/drawing/2014/main" id="{DF501958-0947-AB02-240C-B2AEE3C34B4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347" y="474268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2" name="object 48">
              <a:extLst>
                <a:ext uri="{FF2B5EF4-FFF2-40B4-BE49-F238E27FC236}">
                  <a16:creationId xmlns:a16="http://schemas.microsoft.com/office/drawing/2014/main" id="{B132DCBF-B2CF-137F-82DF-5AD87755E3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3887" y="572785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73" name="object 49">
              <a:extLst>
                <a:ext uri="{FF2B5EF4-FFF2-40B4-BE49-F238E27FC236}">
                  <a16:creationId xmlns:a16="http://schemas.microsoft.com/office/drawing/2014/main" id="{D7A9EC36-579B-C467-62E2-14BFDBFCF38F}"/>
                </a:ext>
              </a:extLst>
            </p:cNvPr>
            <p:cNvSpPr>
              <a:spLocks/>
            </p:cNvSpPr>
            <p:nvPr/>
          </p:nvSpPr>
          <p:spPr bwMode="auto">
            <a:xfrm>
              <a:off x="3867150" y="497205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74" name="object 50">
              <a:extLst>
                <a:ext uri="{FF2B5EF4-FFF2-40B4-BE49-F238E27FC236}">
                  <a16:creationId xmlns:a16="http://schemas.microsoft.com/office/drawing/2014/main" id="{5E6F2E2F-8BB1-CDC6-C118-1500CB518B13}"/>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899 h 215900"/>
                <a:gd name="T6" fmla="*/ 0 w 203200"/>
                <a:gd name="T7" fmla="*/ 215899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899"/>
                  </a:lnTo>
                  <a:lnTo>
                    <a:pt x="0" y="215899"/>
                  </a:lnTo>
                  <a:lnTo>
                    <a:pt x="0" y="0"/>
                  </a:lnTo>
                  <a:close/>
                </a:path>
              </a:pathLst>
            </a:custGeom>
            <a:noFill/>
            <a:ln w="12699"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34824" name="object 51">
            <a:extLst>
              <a:ext uri="{FF2B5EF4-FFF2-40B4-BE49-F238E27FC236}">
                <a16:creationId xmlns:a16="http://schemas.microsoft.com/office/drawing/2014/main" id="{22547282-B1DE-D731-15FA-AA3CF212930D}"/>
              </a:ext>
            </a:extLst>
          </p:cNvPr>
          <p:cNvGrpSpPr>
            <a:grpSpLocks/>
          </p:cNvGrpSpPr>
          <p:nvPr/>
        </p:nvGrpSpPr>
        <p:grpSpPr bwMode="auto">
          <a:xfrm>
            <a:off x="1892300" y="4305300"/>
            <a:ext cx="215900" cy="215900"/>
            <a:chOff x="1892300" y="4305299"/>
            <a:chExt cx="215900" cy="215900"/>
          </a:xfrm>
        </p:grpSpPr>
        <p:sp>
          <p:nvSpPr>
            <p:cNvPr id="34831" name="object 52">
              <a:extLst>
                <a:ext uri="{FF2B5EF4-FFF2-40B4-BE49-F238E27FC236}">
                  <a16:creationId xmlns:a16="http://schemas.microsoft.com/office/drawing/2014/main" id="{09AB8017-B3C9-76B9-BC50-FE9707EFFD69}"/>
                </a:ext>
              </a:extLst>
            </p:cNvPr>
            <p:cNvSpPr>
              <a:spLocks/>
            </p:cNvSpPr>
            <p:nvPr/>
          </p:nvSpPr>
          <p:spPr bwMode="auto">
            <a:xfrm>
              <a:off x="1898650" y="4311649"/>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2" name="object 53">
              <a:extLst>
                <a:ext uri="{FF2B5EF4-FFF2-40B4-BE49-F238E27FC236}">
                  <a16:creationId xmlns:a16="http://schemas.microsoft.com/office/drawing/2014/main" id="{1E52FE30-9754-0E64-CDAB-628CCB6BF949}"/>
                </a:ext>
              </a:extLst>
            </p:cNvPr>
            <p:cNvSpPr>
              <a:spLocks/>
            </p:cNvSpPr>
            <p:nvPr/>
          </p:nvSpPr>
          <p:spPr bwMode="auto">
            <a:xfrm>
              <a:off x="1898650" y="4311649"/>
              <a:ext cx="203200" cy="203200"/>
            </a:xfrm>
            <a:custGeom>
              <a:avLst/>
              <a:gdLst>
                <a:gd name="T0" fmla="*/ 0 w 203200"/>
                <a:gd name="T1" fmla="*/ 0 h 203200"/>
                <a:gd name="T2" fmla="*/ 203199 w 203200"/>
                <a:gd name="T3" fmla="*/ 0 h 203200"/>
                <a:gd name="T4" fmla="*/ 203199 w 203200"/>
                <a:gd name="T5" fmla="*/ 203199 h 203200"/>
                <a:gd name="T6" fmla="*/ 0 w 203200"/>
                <a:gd name="T7" fmla="*/ 203199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199" y="0"/>
                  </a:lnTo>
                  <a:lnTo>
                    <a:pt x="203199" y="203199"/>
                  </a:lnTo>
                  <a:lnTo>
                    <a:pt x="0" y="203199"/>
                  </a:lnTo>
                  <a:lnTo>
                    <a:pt x="0" y="0"/>
                  </a:lnTo>
                  <a:close/>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34825" name="object 54">
            <a:extLst>
              <a:ext uri="{FF2B5EF4-FFF2-40B4-BE49-F238E27FC236}">
                <a16:creationId xmlns:a16="http://schemas.microsoft.com/office/drawing/2014/main" id="{1C0BCFFF-2D61-307F-95BC-A4EB92BE8AD1}"/>
              </a:ext>
            </a:extLst>
          </p:cNvPr>
          <p:cNvSpPr txBox="1">
            <a:spLocks noChangeArrowheads="1"/>
          </p:cNvSpPr>
          <p:nvPr/>
        </p:nvSpPr>
        <p:spPr bwMode="auto">
          <a:xfrm>
            <a:off x="7315200" y="6284913"/>
            <a:ext cx="5143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a:latin typeface="Cambria" panose="02040503050406030204" pitchFamily="18" charset="0"/>
              </a:rPr>
              <a:t>z</a:t>
            </a:r>
            <a:r>
              <a:rPr lang="ru-RU" altLang="en-US" sz="3700" i="1" baseline="-12000">
                <a:latin typeface="Cambria" panose="02040503050406030204" pitchFamily="18" charset="0"/>
              </a:rPr>
              <a:t>n</a:t>
            </a:r>
            <a:endParaRPr lang="ru-RU" altLang="en-US" sz="3700" baseline="-12000">
              <a:latin typeface="Cambria" panose="02040503050406030204" pitchFamily="18" charset="0"/>
            </a:endParaRPr>
          </a:p>
        </p:txBody>
      </p:sp>
      <p:sp>
        <p:nvSpPr>
          <p:cNvPr id="34830" name="object 59">
            <a:extLst>
              <a:ext uri="{FF2B5EF4-FFF2-40B4-BE49-F238E27FC236}">
                <a16:creationId xmlns:a16="http://schemas.microsoft.com/office/drawing/2014/main" id="{B831ED11-6134-A807-C719-3D5AD0E8EED9}"/>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63BE69D-5657-C010-3A1A-B0A078F39437}"/>
                  </a:ext>
                </a:extLst>
              </p:cNvPr>
              <p:cNvSpPr txBox="1"/>
              <p:nvPr/>
            </p:nvSpPr>
            <p:spPr>
              <a:xfrm>
                <a:off x="957784" y="1575516"/>
                <a:ext cx="1052666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563BE69D-5657-C010-3A1A-B0A078F39437}"/>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1"/>
                <a:stretch>
                  <a:fillRect l="-361" t="-7895" r="-843" b="-34211"/>
                </a:stretch>
              </a:blipFill>
            </p:spPr>
            <p:txBody>
              <a:bodyPr/>
              <a:lstStyle/>
              <a:p>
                <a:r>
                  <a:rPr lang="en-US">
                    <a:noFill/>
                  </a:rPr>
                  <a:t> </a:t>
                </a:r>
              </a:p>
            </p:txBody>
          </p:sp>
        </mc:Fallback>
      </mc:AlternateContent>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47FF05-0A8B-3FB4-FAEF-19593448DA36}"/>
            </a:ext>
          </a:extLst>
        </p:cNvPr>
        <p:cNvGrpSpPr/>
        <p:nvPr/>
      </p:nvGrpSpPr>
      <p:grpSpPr>
        <a:xfrm>
          <a:off x="0" y="0"/>
          <a:ext cx="0" cy="0"/>
          <a:chOff x="0" y="0"/>
          <a:chExt cx="0" cy="0"/>
        </a:xfrm>
      </p:grpSpPr>
      <p:sp>
        <p:nvSpPr>
          <p:cNvPr id="34817" name="object 2" descr="$PPTXTitle">
            <a:extLst>
              <a:ext uri="{FF2B5EF4-FFF2-40B4-BE49-F238E27FC236}">
                <a16:creationId xmlns:a16="http://schemas.microsoft.com/office/drawing/2014/main" id="{441AE960-C3F3-5F79-3383-900CDBD156EF}"/>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4818" name="object 3">
            <a:extLst>
              <a:ext uri="{FF2B5EF4-FFF2-40B4-BE49-F238E27FC236}">
                <a16:creationId xmlns:a16="http://schemas.microsoft.com/office/drawing/2014/main" id="{14FE945D-C3FE-2FE7-5A5F-8308BDE501C8}"/>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4819" name="object 4">
            <a:extLst>
              <a:ext uri="{FF2B5EF4-FFF2-40B4-BE49-F238E27FC236}">
                <a16:creationId xmlns:a16="http://schemas.microsoft.com/office/drawing/2014/main" id="{28E9CBBD-57B7-B387-A79B-12F1ED8457D6}"/>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dirty="0">
                <a:solidFill>
                  <a:srgbClr val="000000"/>
                </a:solidFill>
                <a:latin typeface="Arial" panose="020B0604020202020204" pitchFamily="34" charset="0"/>
              </a:rPr>
              <a:t>Finite Gaussian mixture model (</a:t>
            </a:r>
            <a:r>
              <a:rPr lang="en-US" altLang="en-US" sz="3600" i="1" dirty="0">
                <a:solidFill>
                  <a:srgbClr val="000000"/>
                </a:solidFill>
                <a:latin typeface="Arial" panose="020B0604020202020204" pitchFamily="34" charset="0"/>
              </a:rPr>
              <a:t>K</a:t>
            </a:r>
            <a:r>
              <a:rPr lang="en-US" altLang="en-US" sz="3600" dirty="0">
                <a:solidFill>
                  <a:srgbClr val="000000"/>
                </a:solidFill>
                <a:latin typeface="Arial" panose="020B0604020202020204" pitchFamily="34" charset="0"/>
              </a:rPr>
              <a:t>=2 clusters)</a:t>
            </a:r>
            <a:endParaRPr lang="en-US" altLang="en-US" sz="3600" dirty="0">
              <a:latin typeface="Arial" panose="020B0604020202020204" pitchFamily="34" charset="0"/>
            </a:endParaRPr>
          </a:p>
        </p:txBody>
      </p:sp>
      <p:sp>
        <p:nvSpPr>
          <p:cNvPr id="34820" name="object 5">
            <a:extLst>
              <a:ext uri="{FF2B5EF4-FFF2-40B4-BE49-F238E27FC236}">
                <a16:creationId xmlns:a16="http://schemas.microsoft.com/office/drawing/2014/main" id="{47AA14AF-2A79-6107-16C2-BA0919C84C98}"/>
              </a:ext>
            </a:extLst>
          </p:cNvPr>
          <p:cNvSpPr txBox="1">
            <a:spLocks noChangeArrowheads="1"/>
          </p:cNvSpPr>
          <p:nvPr/>
        </p:nvSpPr>
        <p:spPr bwMode="auto">
          <a:xfrm>
            <a:off x="7350934" y="5233350"/>
            <a:ext cx="5445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dirty="0">
                <a:latin typeface="Cambria" panose="02040503050406030204" pitchFamily="18" charset="0"/>
              </a:rPr>
              <a:t>µ</a:t>
            </a:r>
            <a:r>
              <a:rPr lang="ru-RU" altLang="en-US" sz="3700" i="1" baseline="-12000" dirty="0" err="1">
                <a:latin typeface="Cambria" panose="02040503050406030204" pitchFamily="18" charset="0"/>
              </a:rPr>
              <a:t>k</a:t>
            </a:r>
            <a:endParaRPr lang="ru-RU" altLang="en-US" sz="3700" baseline="-12000" dirty="0">
              <a:latin typeface="Cambria" panose="02040503050406030204" pitchFamily="18" charset="0"/>
            </a:endParaRPr>
          </a:p>
        </p:txBody>
      </p:sp>
      <p:grpSp>
        <p:nvGrpSpPr>
          <p:cNvPr id="34823" name="object 8">
            <a:extLst>
              <a:ext uri="{FF2B5EF4-FFF2-40B4-BE49-F238E27FC236}">
                <a16:creationId xmlns:a16="http://schemas.microsoft.com/office/drawing/2014/main" id="{BD36749D-B969-81A2-539E-D65E1C2EE9A0}"/>
              </a:ext>
            </a:extLst>
          </p:cNvPr>
          <p:cNvGrpSpPr>
            <a:grpSpLocks/>
          </p:cNvGrpSpPr>
          <p:nvPr/>
        </p:nvGrpSpPr>
        <p:grpSpPr bwMode="auto">
          <a:xfrm>
            <a:off x="531813" y="3055938"/>
            <a:ext cx="4845050" cy="3702050"/>
            <a:chOff x="532130" y="3055620"/>
            <a:chExt cx="4845685" cy="3702685"/>
          </a:xfrm>
        </p:grpSpPr>
        <p:sp>
          <p:nvSpPr>
            <p:cNvPr id="34833" name="object 9">
              <a:extLst>
                <a:ext uri="{FF2B5EF4-FFF2-40B4-BE49-F238E27FC236}">
                  <a16:creationId xmlns:a16="http://schemas.microsoft.com/office/drawing/2014/main" id="{2D15703B-412D-36AA-970E-8AA48BBC1046}"/>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34" name="object 10">
              <a:extLst>
                <a:ext uri="{FF2B5EF4-FFF2-40B4-BE49-F238E27FC236}">
                  <a16:creationId xmlns:a16="http://schemas.microsoft.com/office/drawing/2014/main" id="{2AB3787A-CC2B-2DDA-F384-704E94D8A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5" name="object 11">
              <a:extLst>
                <a:ext uri="{FF2B5EF4-FFF2-40B4-BE49-F238E27FC236}">
                  <a16:creationId xmlns:a16="http://schemas.microsoft.com/office/drawing/2014/main" id="{BA6E65A8-0033-2EA9-9395-41F9C6C997AD}"/>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836" name="object 12">
              <a:extLst>
                <a:ext uri="{FF2B5EF4-FFF2-40B4-BE49-F238E27FC236}">
                  <a16:creationId xmlns:a16="http://schemas.microsoft.com/office/drawing/2014/main" id="{1F16FC81-AD6D-739E-0709-35DEC8AA08E1}"/>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4837" name="object 13">
              <a:extLst>
                <a:ext uri="{FF2B5EF4-FFF2-40B4-BE49-F238E27FC236}">
                  <a16:creationId xmlns:a16="http://schemas.microsoft.com/office/drawing/2014/main" id="{10E09BF6-1E6F-6100-E5A9-FEBA3634C1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81"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8" name="object 14">
              <a:extLst>
                <a:ext uri="{FF2B5EF4-FFF2-40B4-BE49-F238E27FC236}">
                  <a16:creationId xmlns:a16="http://schemas.microsoft.com/office/drawing/2014/main" id="{6661495E-FE5A-A379-B3B2-91AC94D4DDB1}"/>
                </a:ext>
              </a:extLst>
            </p:cNvPr>
            <p:cNvSpPr>
              <a:spLocks/>
            </p:cNvSpPr>
            <p:nvPr/>
          </p:nvSpPr>
          <p:spPr bwMode="auto">
            <a:xfrm>
              <a:off x="2082755" y="4261048"/>
              <a:ext cx="64769" cy="64769"/>
            </a:xfrm>
            <a:custGeom>
              <a:avLst/>
              <a:gdLst>
                <a:gd name="T0" fmla="*/ 32224 w 64769"/>
                <a:gd name="T1" fmla="*/ 0 h 64769"/>
                <a:gd name="T2" fmla="*/ 20098 w 64769"/>
                <a:gd name="T3" fmla="*/ 2359 h 64769"/>
                <a:gd name="T4" fmla="*/ 9438 w 64769"/>
                <a:gd name="T5" fmla="*/ 9438 h 64769"/>
                <a:gd name="T6" fmla="*/ 2359 w 64769"/>
                <a:gd name="T7" fmla="*/ 20098 h 64769"/>
                <a:gd name="T8" fmla="*/ 0 w 64769"/>
                <a:gd name="T9" fmla="*/ 32224 h 64769"/>
                <a:gd name="T10" fmla="*/ 2359 w 64769"/>
                <a:gd name="T11" fmla="*/ 44350 h 64769"/>
                <a:gd name="T12" fmla="*/ 9438 w 64769"/>
                <a:gd name="T13" fmla="*/ 55011 h 64769"/>
                <a:gd name="T14" fmla="*/ 20098 w 64769"/>
                <a:gd name="T15" fmla="*/ 62090 h 64769"/>
                <a:gd name="T16" fmla="*/ 32224 w 64769"/>
                <a:gd name="T17" fmla="*/ 64450 h 64769"/>
                <a:gd name="T18" fmla="*/ 44351 w 64769"/>
                <a:gd name="T19" fmla="*/ 62090 h 64769"/>
                <a:gd name="T20" fmla="*/ 55012 w 64769"/>
                <a:gd name="T21" fmla="*/ 55011 h 64769"/>
                <a:gd name="T22" fmla="*/ 62091 w 64769"/>
                <a:gd name="T23" fmla="*/ 44350 h 64769"/>
                <a:gd name="T24" fmla="*/ 64450 w 64769"/>
                <a:gd name="T25" fmla="*/ 32224 h 64769"/>
                <a:gd name="T26" fmla="*/ 62091 w 64769"/>
                <a:gd name="T27" fmla="*/ 20098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8"/>
                  </a:lnTo>
                  <a:lnTo>
                    <a:pt x="0" y="32224"/>
                  </a:lnTo>
                  <a:lnTo>
                    <a:pt x="2359" y="44350"/>
                  </a:lnTo>
                  <a:lnTo>
                    <a:pt x="9438" y="55011"/>
                  </a:lnTo>
                  <a:lnTo>
                    <a:pt x="20098" y="62090"/>
                  </a:lnTo>
                  <a:lnTo>
                    <a:pt x="32224" y="64450"/>
                  </a:lnTo>
                  <a:lnTo>
                    <a:pt x="44351" y="62090"/>
                  </a:lnTo>
                  <a:lnTo>
                    <a:pt x="55012" y="55011"/>
                  </a:lnTo>
                  <a:lnTo>
                    <a:pt x="62091" y="44350"/>
                  </a:lnTo>
                  <a:lnTo>
                    <a:pt x="64450" y="32224"/>
                  </a:lnTo>
                  <a:lnTo>
                    <a:pt x="62091" y="20098"/>
                  </a:lnTo>
                  <a:lnTo>
                    <a:pt x="55012" y="9438"/>
                  </a:lnTo>
                  <a:lnTo>
                    <a:pt x="44351" y="2359"/>
                  </a:lnTo>
                  <a:lnTo>
                    <a:pt x="32224"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9" name="object 15">
              <a:extLst>
                <a:ext uri="{FF2B5EF4-FFF2-40B4-BE49-F238E27FC236}">
                  <a16:creationId xmlns:a16="http://schemas.microsoft.com/office/drawing/2014/main" id="{5B17D515-5F10-A000-DAA8-E48B2223D466}"/>
                </a:ext>
              </a:extLst>
            </p:cNvPr>
            <p:cNvSpPr>
              <a:spLocks/>
            </p:cNvSpPr>
            <p:nvPr/>
          </p:nvSpPr>
          <p:spPr bwMode="auto">
            <a:xfrm>
              <a:off x="2082755" y="4261048"/>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0" name="object 16">
              <a:extLst>
                <a:ext uri="{FF2B5EF4-FFF2-40B4-BE49-F238E27FC236}">
                  <a16:creationId xmlns:a16="http://schemas.microsoft.com/office/drawing/2014/main" id="{A58CDC35-D4FC-E075-0155-8E898DFDCB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179" y="419945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1" name="object 17">
              <a:extLst>
                <a:ext uri="{FF2B5EF4-FFF2-40B4-BE49-F238E27FC236}">
                  <a16:creationId xmlns:a16="http://schemas.microsoft.com/office/drawing/2014/main" id="{AF264ABC-9E4C-4EA3-2F49-D61547F926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836" y="431914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2" name="object 18">
              <a:extLst>
                <a:ext uri="{FF2B5EF4-FFF2-40B4-BE49-F238E27FC236}">
                  <a16:creationId xmlns:a16="http://schemas.microsoft.com/office/drawing/2014/main" id="{2D9F0D9E-9A3D-07B5-6B6C-4C42A1CF9C0D}"/>
                </a:ext>
              </a:extLst>
            </p:cNvPr>
            <p:cNvSpPr>
              <a:spLocks/>
            </p:cNvSpPr>
            <p:nvPr/>
          </p:nvSpPr>
          <p:spPr bwMode="auto">
            <a:xfrm>
              <a:off x="1880266" y="4251910"/>
              <a:ext cx="64769" cy="64769"/>
            </a:xfrm>
            <a:custGeom>
              <a:avLst/>
              <a:gdLst>
                <a:gd name="T0" fmla="*/ 30041 w 64769"/>
                <a:gd name="T1" fmla="*/ 0 h 64769"/>
                <a:gd name="T2" fmla="*/ 18095 w 64769"/>
                <a:gd name="T3" fmla="*/ 3150 h 64769"/>
                <a:gd name="T4" fmla="*/ 7922 w 64769"/>
                <a:gd name="T5" fmla="*/ 10913 h 64769"/>
                <a:gd name="T6" fmla="*/ 1558 w 64769"/>
                <a:gd name="T7" fmla="*/ 22015 h 64769"/>
                <a:gd name="T8" fmla="*/ 0 w 64769"/>
                <a:gd name="T9" fmla="*/ 34270 h 64769"/>
                <a:gd name="T10" fmla="*/ 3150 w 64769"/>
                <a:gd name="T11" fmla="*/ 46216 h 64769"/>
                <a:gd name="T12" fmla="*/ 10913 w 64769"/>
                <a:gd name="T13" fmla="*/ 56389 h 64769"/>
                <a:gd name="T14" fmla="*/ 22015 w 64769"/>
                <a:gd name="T15" fmla="*/ 62753 h 64769"/>
                <a:gd name="T16" fmla="*/ 34270 w 64769"/>
                <a:gd name="T17" fmla="*/ 64311 h 64769"/>
                <a:gd name="T18" fmla="*/ 46216 w 64769"/>
                <a:gd name="T19" fmla="*/ 61161 h 64769"/>
                <a:gd name="T20" fmla="*/ 56388 w 64769"/>
                <a:gd name="T21" fmla="*/ 53398 h 64769"/>
                <a:gd name="T22" fmla="*/ 62752 w 64769"/>
                <a:gd name="T23" fmla="*/ 42296 h 64769"/>
                <a:gd name="T24" fmla="*/ 64311 w 64769"/>
                <a:gd name="T25" fmla="*/ 30040 h 64769"/>
                <a:gd name="T26" fmla="*/ 61161 w 64769"/>
                <a:gd name="T27" fmla="*/ 18095 h 64769"/>
                <a:gd name="T28" fmla="*/ 53397 w 64769"/>
                <a:gd name="T29" fmla="*/ 7922 h 64769"/>
                <a:gd name="T30" fmla="*/ 42296 w 64769"/>
                <a:gd name="T31" fmla="*/ 1558 h 64769"/>
                <a:gd name="T32" fmla="*/ 30041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0041" y="0"/>
                  </a:moveTo>
                  <a:lnTo>
                    <a:pt x="18095" y="3150"/>
                  </a:lnTo>
                  <a:lnTo>
                    <a:pt x="7922" y="10913"/>
                  </a:lnTo>
                  <a:lnTo>
                    <a:pt x="1558" y="22015"/>
                  </a:lnTo>
                  <a:lnTo>
                    <a:pt x="0" y="34270"/>
                  </a:lnTo>
                  <a:lnTo>
                    <a:pt x="3150" y="46216"/>
                  </a:lnTo>
                  <a:lnTo>
                    <a:pt x="10913" y="56389"/>
                  </a:lnTo>
                  <a:lnTo>
                    <a:pt x="22015" y="62753"/>
                  </a:lnTo>
                  <a:lnTo>
                    <a:pt x="34270" y="64311"/>
                  </a:lnTo>
                  <a:lnTo>
                    <a:pt x="46216" y="61161"/>
                  </a:lnTo>
                  <a:lnTo>
                    <a:pt x="56388" y="53398"/>
                  </a:lnTo>
                  <a:lnTo>
                    <a:pt x="62752" y="42296"/>
                  </a:lnTo>
                  <a:lnTo>
                    <a:pt x="64311" y="30040"/>
                  </a:lnTo>
                  <a:lnTo>
                    <a:pt x="61161" y="18095"/>
                  </a:lnTo>
                  <a:lnTo>
                    <a:pt x="53397" y="7922"/>
                  </a:lnTo>
                  <a:lnTo>
                    <a:pt x="42296" y="1558"/>
                  </a:lnTo>
                  <a:lnTo>
                    <a:pt x="30041"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3" name="object 19">
              <a:extLst>
                <a:ext uri="{FF2B5EF4-FFF2-40B4-BE49-F238E27FC236}">
                  <a16:creationId xmlns:a16="http://schemas.microsoft.com/office/drawing/2014/main" id="{8E43A21A-65A1-0104-31FB-7A569BA711FC}"/>
                </a:ext>
              </a:extLst>
            </p:cNvPr>
            <p:cNvSpPr>
              <a:spLocks/>
            </p:cNvSpPr>
            <p:nvPr/>
          </p:nvSpPr>
          <p:spPr bwMode="auto">
            <a:xfrm>
              <a:off x="1880266" y="4251910"/>
              <a:ext cx="64769" cy="64769"/>
            </a:xfrm>
            <a:custGeom>
              <a:avLst/>
              <a:gdLst>
                <a:gd name="T0" fmla="*/ 53397 w 64769"/>
                <a:gd name="T1" fmla="*/ 7922 h 64769"/>
                <a:gd name="T2" fmla="*/ 61161 w 64769"/>
                <a:gd name="T3" fmla="*/ 18095 h 64769"/>
                <a:gd name="T4" fmla="*/ 64311 w 64769"/>
                <a:gd name="T5" fmla="*/ 30040 h 64769"/>
                <a:gd name="T6" fmla="*/ 62752 w 64769"/>
                <a:gd name="T7" fmla="*/ 42296 h 64769"/>
                <a:gd name="T8" fmla="*/ 56388 w 64769"/>
                <a:gd name="T9" fmla="*/ 53397 h 64769"/>
                <a:gd name="T10" fmla="*/ 46216 w 64769"/>
                <a:gd name="T11" fmla="*/ 61161 h 64769"/>
                <a:gd name="T12" fmla="*/ 34270 w 64769"/>
                <a:gd name="T13" fmla="*/ 64311 h 64769"/>
                <a:gd name="T14" fmla="*/ 22015 w 64769"/>
                <a:gd name="T15" fmla="*/ 62752 h 64769"/>
                <a:gd name="T16" fmla="*/ 10913 w 64769"/>
                <a:gd name="T17" fmla="*/ 56388 h 64769"/>
                <a:gd name="T18" fmla="*/ 3150 w 64769"/>
                <a:gd name="T19" fmla="*/ 46216 h 64769"/>
                <a:gd name="T20" fmla="*/ 0 w 64769"/>
                <a:gd name="T21" fmla="*/ 34270 h 64769"/>
                <a:gd name="T22" fmla="*/ 1558 w 64769"/>
                <a:gd name="T23" fmla="*/ 22015 h 64769"/>
                <a:gd name="T24" fmla="*/ 7922 w 64769"/>
                <a:gd name="T25" fmla="*/ 10913 h 64769"/>
                <a:gd name="T26" fmla="*/ 18095 w 64769"/>
                <a:gd name="T27" fmla="*/ 3150 h 64769"/>
                <a:gd name="T28" fmla="*/ 30040 w 64769"/>
                <a:gd name="T29" fmla="*/ 0 h 64769"/>
                <a:gd name="T30" fmla="*/ 42296 w 64769"/>
                <a:gd name="T31" fmla="*/ 1558 h 64769"/>
                <a:gd name="T32" fmla="*/ 53397 w 64769"/>
                <a:gd name="T33" fmla="*/ 7922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3397" y="7922"/>
                  </a:moveTo>
                  <a:lnTo>
                    <a:pt x="61161" y="18095"/>
                  </a:lnTo>
                  <a:lnTo>
                    <a:pt x="64311" y="30040"/>
                  </a:lnTo>
                  <a:lnTo>
                    <a:pt x="62752" y="42296"/>
                  </a:lnTo>
                  <a:lnTo>
                    <a:pt x="56388" y="53397"/>
                  </a:lnTo>
                  <a:lnTo>
                    <a:pt x="46216" y="61161"/>
                  </a:lnTo>
                  <a:lnTo>
                    <a:pt x="34270" y="64311"/>
                  </a:lnTo>
                  <a:lnTo>
                    <a:pt x="22015" y="62752"/>
                  </a:lnTo>
                  <a:lnTo>
                    <a:pt x="10913" y="56388"/>
                  </a:lnTo>
                  <a:lnTo>
                    <a:pt x="3150" y="46216"/>
                  </a:lnTo>
                  <a:lnTo>
                    <a:pt x="0" y="34270"/>
                  </a:lnTo>
                  <a:lnTo>
                    <a:pt x="1558" y="22015"/>
                  </a:lnTo>
                  <a:lnTo>
                    <a:pt x="7922" y="10913"/>
                  </a:lnTo>
                  <a:lnTo>
                    <a:pt x="18095" y="3150"/>
                  </a:lnTo>
                  <a:lnTo>
                    <a:pt x="30040" y="0"/>
                  </a:lnTo>
                  <a:lnTo>
                    <a:pt x="42296" y="1558"/>
                  </a:lnTo>
                  <a:lnTo>
                    <a:pt x="53397" y="7922"/>
                  </a:lnTo>
                </a:path>
              </a:pathLst>
            </a:custGeom>
            <a:noFill/>
            <a:ln w="12699"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4" name="object 20">
              <a:extLst>
                <a:ext uri="{FF2B5EF4-FFF2-40B4-BE49-F238E27FC236}">
                  <a16:creationId xmlns:a16="http://schemas.microsoft.com/office/drawing/2014/main" id="{E6BD9B60-55C1-602D-C896-9559FAA50C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5126"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5" name="object 21">
              <a:extLst>
                <a:ext uri="{FF2B5EF4-FFF2-40B4-BE49-F238E27FC236}">
                  <a16:creationId xmlns:a16="http://schemas.microsoft.com/office/drawing/2014/main" id="{8FBD8AB5-8341-8A40-18ED-E33725D8D3C6}"/>
                </a:ext>
              </a:extLst>
            </p:cNvPr>
            <p:cNvSpPr>
              <a:spLocks/>
            </p:cNvSpPr>
            <p:nvPr/>
          </p:nvSpPr>
          <p:spPr bwMode="auto">
            <a:xfrm>
              <a:off x="1806538" y="4509643"/>
              <a:ext cx="64769" cy="64769"/>
            </a:xfrm>
            <a:custGeom>
              <a:avLst/>
              <a:gdLst>
                <a:gd name="T0" fmla="*/ 32225 w 64769"/>
                <a:gd name="T1" fmla="*/ 0 h 64769"/>
                <a:gd name="T2" fmla="*/ 20099 w 64769"/>
                <a:gd name="T3" fmla="*/ 2359 h 64769"/>
                <a:gd name="T4" fmla="*/ 9439 w 64769"/>
                <a:gd name="T5" fmla="*/ 9438 h 64769"/>
                <a:gd name="T6" fmla="*/ 2359 w 64769"/>
                <a:gd name="T7" fmla="*/ 20098 h 64769"/>
                <a:gd name="T8" fmla="*/ 0 w 64769"/>
                <a:gd name="T9" fmla="*/ 32224 h 64769"/>
                <a:gd name="T10" fmla="*/ 2359 w 64769"/>
                <a:gd name="T11" fmla="*/ 44351 h 64769"/>
                <a:gd name="T12" fmla="*/ 9439 w 64769"/>
                <a:gd name="T13" fmla="*/ 55012 h 64769"/>
                <a:gd name="T14" fmla="*/ 20099 w 64769"/>
                <a:gd name="T15" fmla="*/ 62091 h 64769"/>
                <a:gd name="T16" fmla="*/ 32225 w 64769"/>
                <a:gd name="T17" fmla="*/ 64450 h 64769"/>
                <a:gd name="T18" fmla="*/ 44351 w 64769"/>
                <a:gd name="T19" fmla="*/ 62091 h 64769"/>
                <a:gd name="T20" fmla="*/ 55011 w 64769"/>
                <a:gd name="T21" fmla="*/ 55012 h 64769"/>
                <a:gd name="T22" fmla="*/ 62091 w 64769"/>
                <a:gd name="T23" fmla="*/ 44351 h 64769"/>
                <a:gd name="T24" fmla="*/ 64451 w 64769"/>
                <a:gd name="T25" fmla="*/ 32224 h 64769"/>
                <a:gd name="T26" fmla="*/ 62091 w 64769"/>
                <a:gd name="T27" fmla="*/ 20098 h 64769"/>
                <a:gd name="T28" fmla="*/ 55011 w 64769"/>
                <a:gd name="T29" fmla="*/ 9438 h 64769"/>
                <a:gd name="T30" fmla="*/ 44351 w 64769"/>
                <a:gd name="T31" fmla="*/ 2359 h 64769"/>
                <a:gd name="T32" fmla="*/ 32225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5" y="0"/>
                  </a:moveTo>
                  <a:lnTo>
                    <a:pt x="20099" y="2359"/>
                  </a:lnTo>
                  <a:lnTo>
                    <a:pt x="9439" y="9438"/>
                  </a:lnTo>
                  <a:lnTo>
                    <a:pt x="2359" y="20098"/>
                  </a:lnTo>
                  <a:lnTo>
                    <a:pt x="0" y="32224"/>
                  </a:lnTo>
                  <a:lnTo>
                    <a:pt x="2359" y="44351"/>
                  </a:lnTo>
                  <a:lnTo>
                    <a:pt x="9439" y="55012"/>
                  </a:lnTo>
                  <a:lnTo>
                    <a:pt x="20099" y="62091"/>
                  </a:lnTo>
                  <a:lnTo>
                    <a:pt x="32225" y="64450"/>
                  </a:lnTo>
                  <a:lnTo>
                    <a:pt x="44351" y="62091"/>
                  </a:lnTo>
                  <a:lnTo>
                    <a:pt x="55011" y="55012"/>
                  </a:lnTo>
                  <a:lnTo>
                    <a:pt x="62091" y="44351"/>
                  </a:lnTo>
                  <a:lnTo>
                    <a:pt x="64451" y="32224"/>
                  </a:lnTo>
                  <a:lnTo>
                    <a:pt x="62091" y="20098"/>
                  </a:lnTo>
                  <a:lnTo>
                    <a:pt x="55011" y="9438"/>
                  </a:lnTo>
                  <a:lnTo>
                    <a:pt x="44351" y="2359"/>
                  </a:lnTo>
                  <a:lnTo>
                    <a:pt x="32225"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6" name="object 22">
              <a:extLst>
                <a:ext uri="{FF2B5EF4-FFF2-40B4-BE49-F238E27FC236}">
                  <a16:creationId xmlns:a16="http://schemas.microsoft.com/office/drawing/2014/main" id="{CB0E5C31-1A8E-C2EA-8C42-45BA1F31BB33}"/>
                </a:ext>
              </a:extLst>
            </p:cNvPr>
            <p:cNvSpPr>
              <a:spLocks/>
            </p:cNvSpPr>
            <p:nvPr/>
          </p:nvSpPr>
          <p:spPr bwMode="auto">
            <a:xfrm>
              <a:off x="1806539" y="4509643"/>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7" name="object 23">
              <a:extLst>
                <a:ext uri="{FF2B5EF4-FFF2-40B4-BE49-F238E27FC236}">
                  <a16:creationId xmlns:a16="http://schemas.microsoft.com/office/drawing/2014/main" id="{C408EBA8-1BAB-64C8-D1BB-015CA0F86A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991"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8" name="object 24">
              <a:extLst>
                <a:ext uri="{FF2B5EF4-FFF2-40B4-BE49-F238E27FC236}">
                  <a16:creationId xmlns:a16="http://schemas.microsoft.com/office/drawing/2014/main" id="{9788ED0D-E933-1097-5779-B65FB71F93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14" y="440201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9" name="object 25">
              <a:extLst>
                <a:ext uri="{FF2B5EF4-FFF2-40B4-BE49-F238E27FC236}">
                  <a16:creationId xmlns:a16="http://schemas.microsoft.com/office/drawing/2014/main" id="{125451E9-71B1-10F7-1A86-A11D470FE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306" y="407976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0" name="object 26">
              <a:extLst>
                <a:ext uri="{FF2B5EF4-FFF2-40B4-BE49-F238E27FC236}">
                  <a16:creationId xmlns:a16="http://schemas.microsoft.com/office/drawing/2014/main" id="{58DA3003-F3B7-9AAC-4698-F99F85B90C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423" y="465060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1" name="object 27">
              <a:extLst>
                <a:ext uri="{FF2B5EF4-FFF2-40B4-BE49-F238E27FC236}">
                  <a16:creationId xmlns:a16="http://schemas.microsoft.com/office/drawing/2014/main" id="{DD448EAE-2722-0015-D0E3-68D6A7504D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468" y="481633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2" name="object 28">
              <a:extLst>
                <a:ext uri="{FF2B5EF4-FFF2-40B4-BE49-F238E27FC236}">
                  <a16:creationId xmlns:a16="http://schemas.microsoft.com/office/drawing/2014/main" id="{16F00AB3-0E9A-3DDC-185E-FEF1BA035B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659" y="4374391"/>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3" name="object 29">
              <a:extLst>
                <a:ext uri="{FF2B5EF4-FFF2-40B4-BE49-F238E27FC236}">
                  <a16:creationId xmlns:a16="http://schemas.microsoft.com/office/drawing/2014/main" id="{F838B48C-F635-D0C2-7C4E-C3FD598754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2135"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4" name="object 30">
              <a:extLst>
                <a:ext uri="{FF2B5EF4-FFF2-40B4-BE49-F238E27FC236}">
                  <a16:creationId xmlns:a16="http://schemas.microsoft.com/office/drawing/2014/main" id="{0A251E1B-8042-A4D2-2BE3-5DE8A11467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974" y="415341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5" name="object 31">
              <a:extLst>
                <a:ext uri="{FF2B5EF4-FFF2-40B4-BE49-F238E27FC236}">
                  <a16:creationId xmlns:a16="http://schemas.microsoft.com/office/drawing/2014/main" id="{B8970F58-3722-66F5-F394-8F34920EFC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06" y="453091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6" name="object 32">
              <a:extLst>
                <a:ext uri="{FF2B5EF4-FFF2-40B4-BE49-F238E27FC236}">
                  <a16:creationId xmlns:a16="http://schemas.microsoft.com/office/drawing/2014/main" id="{31201304-8313-9843-3629-944032DBE1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4498" y="469664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7" name="object 33">
              <a:extLst>
                <a:ext uri="{FF2B5EF4-FFF2-40B4-BE49-F238E27FC236}">
                  <a16:creationId xmlns:a16="http://schemas.microsoft.com/office/drawing/2014/main" id="{F12C8B10-1CBB-F55A-765B-0D332C58671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939" y="472426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8" name="object 34">
              <a:extLst>
                <a:ext uri="{FF2B5EF4-FFF2-40B4-BE49-F238E27FC236}">
                  <a16:creationId xmlns:a16="http://schemas.microsoft.com/office/drawing/2014/main" id="{0BEFE06F-A47E-A628-AE3E-698C829247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9923" y="4687437"/>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59" name="object 35">
              <a:extLst>
                <a:ext uri="{FF2B5EF4-FFF2-40B4-BE49-F238E27FC236}">
                  <a16:creationId xmlns:a16="http://schemas.microsoft.com/office/drawing/2014/main" id="{B57BFEB3-EB7B-D62A-5FE5-AB4BB4C6FCE7}"/>
                </a:ext>
              </a:extLst>
            </p:cNvPr>
            <p:cNvSpPr>
              <a:spLocks/>
            </p:cNvSpPr>
            <p:nvPr/>
          </p:nvSpPr>
          <p:spPr bwMode="auto">
            <a:xfrm>
              <a:off x="3859750" y="487793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1 w 64769"/>
                <a:gd name="T19" fmla="*/ 62091 h 64769"/>
                <a:gd name="T20" fmla="*/ 55012 w 64769"/>
                <a:gd name="T21" fmla="*/ 55012 h 64769"/>
                <a:gd name="T22" fmla="*/ 62091 w 64769"/>
                <a:gd name="T23" fmla="*/ 44352 h 64769"/>
                <a:gd name="T24" fmla="*/ 64450 w 64769"/>
                <a:gd name="T25" fmla="*/ 32225 h 64769"/>
                <a:gd name="T26" fmla="*/ 62091 w 64769"/>
                <a:gd name="T27" fmla="*/ 20099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1" y="62091"/>
                  </a:lnTo>
                  <a:lnTo>
                    <a:pt x="55012" y="55012"/>
                  </a:lnTo>
                  <a:lnTo>
                    <a:pt x="62091" y="44352"/>
                  </a:lnTo>
                  <a:lnTo>
                    <a:pt x="64450" y="32225"/>
                  </a:lnTo>
                  <a:lnTo>
                    <a:pt x="62091" y="20099"/>
                  </a:lnTo>
                  <a:lnTo>
                    <a:pt x="55012" y="9438"/>
                  </a:lnTo>
                  <a:lnTo>
                    <a:pt x="44351"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0" name="object 36">
              <a:extLst>
                <a:ext uri="{FF2B5EF4-FFF2-40B4-BE49-F238E27FC236}">
                  <a16:creationId xmlns:a16="http://schemas.microsoft.com/office/drawing/2014/main" id="{24363C3D-9FAE-39F7-A23B-19B1D1EAB1AB}"/>
                </a:ext>
              </a:extLst>
            </p:cNvPr>
            <p:cNvSpPr>
              <a:spLocks/>
            </p:cNvSpPr>
            <p:nvPr/>
          </p:nvSpPr>
          <p:spPr bwMode="auto">
            <a:xfrm>
              <a:off x="3859749" y="487793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1" name="object 37">
              <a:extLst>
                <a:ext uri="{FF2B5EF4-FFF2-40B4-BE49-F238E27FC236}">
                  <a16:creationId xmlns:a16="http://schemas.microsoft.com/office/drawing/2014/main" id="{D27B918F-544D-3C87-3799-80BCEF6C5B2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389" y="492682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62" name="object 38">
              <a:extLst>
                <a:ext uri="{FF2B5EF4-FFF2-40B4-BE49-F238E27FC236}">
                  <a16:creationId xmlns:a16="http://schemas.microsoft.com/office/drawing/2014/main" id="{6815CD29-2E0C-1D81-C31B-609A70E9F610}"/>
                </a:ext>
              </a:extLst>
            </p:cNvPr>
            <p:cNvSpPr>
              <a:spLocks/>
            </p:cNvSpPr>
            <p:nvPr/>
          </p:nvSpPr>
          <p:spPr bwMode="auto">
            <a:xfrm>
              <a:off x="4043895" y="504366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0 w 64769"/>
                <a:gd name="T19" fmla="*/ 62091 h 64769"/>
                <a:gd name="T20" fmla="*/ 55011 w 64769"/>
                <a:gd name="T21" fmla="*/ 55012 h 64769"/>
                <a:gd name="T22" fmla="*/ 62090 w 64769"/>
                <a:gd name="T23" fmla="*/ 44352 h 64769"/>
                <a:gd name="T24" fmla="*/ 64450 w 64769"/>
                <a:gd name="T25" fmla="*/ 32225 h 64769"/>
                <a:gd name="T26" fmla="*/ 62090 w 64769"/>
                <a:gd name="T27" fmla="*/ 20099 h 64769"/>
                <a:gd name="T28" fmla="*/ 55011 w 64769"/>
                <a:gd name="T29" fmla="*/ 9438 h 64769"/>
                <a:gd name="T30" fmla="*/ 44350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0" y="62091"/>
                  </a:lnTo>
                  <a:lnTo>
                    <a:pt x="55011" y="55012"/>
                  </a:lnTo>
                  <a:lnTo>
                    <a:pt x="62090" y="44352"/>
                  </a:lnTo>
                  <a:lnTo>
                    <a:pt x="64450" y="32225"/>
                  </a:lnTo>
                  <a:lnTo>
                    <a:pt x="62090" y="20099"/>
                  </a:lnTo>
                  <a:lnTo>
                    <a:pt x="55011" y="9438"/>
                  </a:lnTo>
                  <a:lnTo>
                    <a:pt x="44350"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3" name="object 39">
              <a:extLst>
                <a:ext uri="{FF2B5EF4-FFF2-40B4-BE49-F238E27FC236}">
                  <a16:creationId xmlns:a16="http://schemas.microsoft.com/office/drawing/2014/main" id="{78701F09-ED90-192D-C7F6-D9747065EAA6}"/>
                </a:ext>
              </a:extLst>
            </p:cNvPr>
            <p:cNvSpPr>
              <a:spLocks/>
            </p:cNvSpPr>
            <p:nvPr/>
          </p:nvSpPr>
          <p:spPr bwMode="auto">
            <a:xfrm>
              <a:off x="4043894" y="504366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4" name="object 40">
              <a:extLst>
                <a:ext uri="{FF2B5EF4-FFF2-40B4-BE49-F238E27FC236}">
                  <a16:creationId xmlns:a16="http://schemas.microsoft.com/office/drawing/2014/main" id="{11C6D41D-77E2-9BDB-AD66-1894EF3653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06" y="512938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5" name="object 41">
              <a:extLst>
                <a:ext uri="{FF2B5EF4-FFF2-40B4-BE49-F238E27FC236}">
                  <a16:creationId xmlns:a16="http://schemas.microsoft.com/office/drawing/2014/main" id="{83A3A4C0-9BFA-D7D4-31EB-111E6F723D1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354" y="515700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6" name="object 42">
              <a:extLst>
                <a:ext uri="{FF2B5EF4-FFF2-40B4-BE49-F238E27FC236}">
                  <a16:creationId xmlns:a16="http://schemas.microsoft.com/office/drawing/2014/main" id="{D33D0C66-49CB-7E15-104C-C8FB7A32CEF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426" y="535956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7" name="object 43">
              <a:extLst>
                <a:ext uri="{FF2B5EF4-FFF2-40B4-BE49-F238E27FC236}">
                  <a16:creationId xmlns:a16="http://schemas.microsoft.com/office/drawing/2014/main" id="{B1D75242-FF79-08C0-84EC-55A6680668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472" y="522145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8" name="object 44">
              <a:extLst>
                <a:ext uri="{FF2B5EF4-FFF2-40B4-BE49-F238E27FC236}">
                  <a16:creationId xmlns:a16="http://schemas.microsoft.com/office/drawing/2014/main" id="{449AF54F-AE45-E780-7E0B-DEAFD0BFC10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0103" y="517542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9" name="object 45">
              <a:extLst>
                <a:ext uri="{FF2B5EF4-FFF2-40B4-BE49-F238E27FC236}">
                  <a16:creationId xmlns:a16="http://schemas.microsoft.com/office/drawing/2014/main" id="{B11CB9DC-D16F-72A2-AAF9-65A8B988D4F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742" y="539639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0" name="object 46">
              <a:extLst>
                <a:ext uri="{FF2B5EF4-FFF2-40B4-BE49-F238E27FC236}">
                  <a16:creationId xmlns:a16="http://schemas.microsoft.com/office/drawing/2014/main" id="{47036FF3-B433-9E51-5EDD-60F98649C9F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2482" y="541480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1" name="object 47">
              <a:extLst>
                <a:ext uri="{FF2B5EF4-FFF2-40B4-BE49-F238E27FC236}">
                  <a16:creationId xmlns:a16="http://schemas.microsoft.com/office/drawing/2014/main" id="{A58D908A-6066-AEA7-35EE-6F9C749D8C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347" y="474268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2" name="object 48">
              <a:extLst>
                <a:ext uri="{FF2B5EF4-FFF2-40B4-BE49-F238E27FC236}">
                  <a16:creationId xmlns:a16="http://schemas.microsoft.com/office/drawing/2014/main" id="{D02F3537-733C-6EC1-1282-C29863ABAA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3887" y="572785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73" name="object 49">
              <a:extLst>
                <a:ext uri="{FF2B5EF4-FFF2-40B4-BE49-F238E27FC236}">
                  <a16:creationId xmlns:a16="http://schemas.microsoft.com/office/drawing/2014/main" id="{0C7ABEB7-60B8-C2EB-DEAB-EAB4B70C1861}"/>
                </a:ext>
              </a:extLst>
            </p:cNvPr>
            <p:cNvSpPr>
              <a:spLocks/>
            </p:cNvSpPr>
            <p:nvPr/>
          </p:nvSpPr>
          <p:spPr bwMode="auto">
            <a:xfrm>
              <a:off x="3867150" y="497205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74" name="object 50">
              <a:extLst>
                <a:ext uri="{FF2B5EF4-FFF2-40B4-BE49-F238E27FC236}">
                  <a16:creationId xmlns:a16="http://schemas.microsoft.com/office/drawing/2014/main" id="{C9DF199F-B11F-4439-3040-2597C7DA03C6}"/>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899 h 215900"/>
                <a:gd name="T6" fmla="*/ 0 w 203200"/>
                <a:gd name="T7" fmla="*/ 215899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899"/>
                  </a:lnTo>
                  <a:lnTo>
                    <a:pt x="0" y="215899"/>
                  </a:lnTo>
                  <a:lnTo>
                    <a:pt x="0" y="0"/>
                  </a:lnTo>
                  <a:close/>
                </a:path>
              </a:pathLst>
            </a:custGeom>
            <a:noFill/>
            <a:ln w="12699"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34824" name="object 51">
            <a:extLst>
              <a:ext uri="{FF2B5EF4-FFF2-40B4-BE49-F238E27FC236}">
                <a16:creationId xmlns:a16="http://schemas.microsoft.com/office/drawing/2014/main" id="{B865AE90-4366-24D8-C98E-6E80A283A733}"/>
              </a:ext>
            </a:extLst>
          </p:cNvPr>
          <p:cNvGrpSpPr>
            <a:grpSpLocks/>
          </p:cNvGrpSpPr>
          <p:nvPr/>
        </p:nvGrpSpPr>
        <p:grpSpPr bwMode="auto">
          <a:xfrm>
            <a:off x="1892300" y="4305300"/>
            <a:ext cx="215900" cy="215900"/>
            <a:chOff x="1892300" y="4305299"/>
            <a:chExt cx="215900" cy="215900"/>
          </a:xfrm>
        </p:grpSpPr>
        <p:sp>
          <p:nvSpPr>
            <p:cNvPr id="34831" name="object 52">
              <a:extLst>
                <a:ext uri="{FF2B5EF4-FFF2-40B4-BE49-F238E27FC236}">
                  <a16:creationId xmlns:a16="http://schemas.microsoft.com/office/drawing/2014/main" id="{5867E032-2C84-3DE4-792C-C5CDF1EEBAE9}"/>
                </a:ext>
              </a:extLst>
            </p:cNvPr>
            <p:cNvSpPr>
              <a:spLocks/>
            </p:cNvSpPr>
            <p:nvPr/>
          </p:nvSpPr>
          <p:spPr bwMode="auto">
            <a:xfrm>
              <a:off x="1898650" y="4311649"/>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2" name="object 53">
              <a:extLst>
                <a:ext uri="{FF2B5EF4-FFF2-40B4-BE49-F238E27FC236}">
                  <a16:creationId xmlns:a16="http://schemas.microsoft.com/office/drawing/2014/main" id="{767553BF-925F-8534-D281-964322E73E7D}"/>
                </a:ext>
              </a:extLst>
            </p:cNvPr>
            <p:cNvSpPr>
              <a:spLocks/>
            </p:cNvSpPr>
            <p:nvPr/>
          </p:nvSpPr>
          <p:spPr bwMode="auto">
            <a:xfrm>
              <a:off x="1898650" y="4311649"/>
              <a:ext cx="203200" cy="203200"/>
            </a:xfrm>
            <a:custGeom>
              <a:avLst/>
              <a:gdLst>
                <a:gd name="T0" fmla="*/ 0 w 203200"/>
                <a:gd name="T1" fmla="*/ 0 h 203200"/>
                <a:gd name="T2" fmla="*/ 203199 w 203200"/>
                <a:gd name="T3" fmla="*/ 0 h 203200"/>
                <a:gd name="T4" fmla="*/ 203199 w 203200"/>
                <a:gd name="T5" fmla="*/ 203199 h 203200"/>
                <a:gd name="T6" fmla="*/ 0 w 203200"/>
                <a:gd name="T7" fmla="*/ 203199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199" y="0"/>
                  </a:lnTo>
                  <a:lnTo>
                    <a:pt x="203199" y="203199"/>
                  </a:lnTo>
                  <a:lnTo>
                    <a:pt x="0" y="203199"/>
                  </a:lnTo>
                  <a:lnTo>
                    <a:pt x="0" y="0"/>
                  </a:lnTo>
                  <a:close/>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34825" name="object 54">
            <a:extLst>
              <a:ext uri="{FF2B5EF4-FFF2-40B4-BE49-F238E27FC236}">
                <a16:creationId xmlns:a16="http://schemas.microsoft.com/office/drawing/2014/main" id="{DBC7579A-5247-A629-48D3-60A9FA7D8579}"/>
              </a:ext>
            </a:extLst>
          </p:cNvPr>
          <p:cNvSpPr txBox="1">
            <a:spLocks noChangeArrowheads="1"/>
          </p:cNvSpPr>
          <p:nvPr/>
        </p:nvSpPr>
        <p:spPr bwMode="auto">
          <a:xfrm>
            <a:off x="7315200" y="6284913"/>
            <a:ext cx="5143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dirty="0" err="1">
                <a:latin typeface="Cambria" panose="02040503050406030204" pitchFamily="18" charset="0"/>
              </a:rPr>
              <a:t>z</a:t>
            </a:r>
            <a:r>
              <a:rPr lang="ru-RU" altLang="en-US" sz="3700" i="1" baseline="-12000" dirty="0" err="1">
                <a:latin typeface="Cambria" panose="02040503050406030204" pitchFamily="18" charset="0"/>
              </a:rPr>
              <a:t>n</a:t>
            </a:r>
            <a:endParaRPr lang="ru-RU" altLang="en-US" sz="3700" baseline="-12000" dirty="0">
              <a:latin typeface="Cambria" panose="02040503050406030204" pitchFamily="18" charset="0"/>
            </a:endParaRPr>
          </a:p>
        </p:txBody>
      </p:sp>
      <p:sp>
        <p:nvSpPr>
          <p:cNvPr id="34830" name="object 59">
            <a:extLst>
              <a:ext uri="{FF2B5EF4-FFF2-40B4-BE49-F238E27FC236}">
                <a16:creationId xmlns:a16="http://schemas.microsoft.com/office/drawing/2014/main" id="{6ADF29FC-5E6D-9BDD-3325-9C482E2A3E96}"/>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E42F0F2-113A-7957-62CA-3A50112C80ED}"/>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5E42F0F2-113A-7957-62CA-3A50112C80ED}"/>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1"/>
                <a:stretch>
                  <a:fillRect l="-361" t="-7895" r="-843"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0C52E6E-6321-BFCF-2860-2E08602AEB88}"/>
                  </a:ext>
                </a:extLst>
              </p:cNvPr>
              <p:cNvSpPr txBox="1"/>
              <p:nvPr/>
            </p:nvSpPr>
            <p:spPr>
              <a:xfrm>
                <a:off x="7291660" y="7091575"/>
                <a:ext cx="3328091" cy="62632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sub>
                          </m:sSub>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3" name="TextBox 2">
                <a:extLst>
                  <a:ext uri="{FF2B5EF4-FFF2-40B4-BE49-F238E27FC236}">
                    <a16:creationId xmlns:a16="http://schemas.microsoft.com/office/drawing/2014/main" id="{30C52E6E-6321-BFCF-2860-2E08602AEB88}"/>
                  </a:ext>
                </a:extLst>
              </p:cNvPr>
              <p:cNvSpPr txBox="1">
                <a:spLocks noRot="1" noChangeAspect="1" noMove="1" noResize="1" noEditPoints="1" noAdjustHandles="1" noChangeArrowheads="1" noChangeShapeType="1" noTextEdit="1"/>
              </p:cNvSpPr>
              <p:nvPr/>
            </p:nvSpPr>
            <p:spPr>
              <a:xfrm>
                <a:off x="7291660" y="7091575"/>
                <a:ext cx="3328091" cy="626325"/>
              </a:xfrm>
              <a:prstGeom prst="rect">
                <a:avLst/>
              </a:prstGeom>
              <a:blipFill>
                <a:blip r:embed="rId12"/>
                <a:stretch>
                  <a:fillRect l="-1521" b="-2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56B9C91-D6F8-ACCF-B758-0DD44EABB15C}"/>
                  </a:ext>
                </a:extLst>
              </p:cNvPr>
              <p:cNvSpPr txBox="1"/>
              <p:nvPr/>
            </p:nvSpPr>
            <p:spPr>
              <a:xfrm>
                <a:off x="8014568" y="6953075"/>
                <a:ext cx="63761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4" name="TextBox 3">
                <a:extLst>
                  <a:ext uri="{FF2B5EF4-FFF2-40B4-BE49-F238E27FC236}">
                    <a16:creationId xmlns:a16="http://schemas.microsoft.com/office/drawing/2014/main" id="{556B9C91-D6F8-ACCF-B758-0DD44EABB15C}"/>
                  </a:ext>
                </a:extLst>
              </p:cNvPr>
              <p:cNvSpPr txBox="1">
                <a:spLocks noRot="1" noChangeAspect="1" noMove="1" noResize="1" noEditPoints="1" noAdjustHandles="1" noChangeArrowheads="1" noChangeShapeType="1" noTextEdit="1"/>
              </p:cNvSpPr>
              <p:nvPr/>
            </p:nvSpPr>
            <p:spPr>
              <a:xfrm>
                <a:off x="8014568" y="6953075"/>
                <a:ext cx="637610" cy="276999"/>
              </a:xfrm>
              <a:prstGeom prst="rect">
                <a:avLst/>
              </a:prstGeom>
              <a:blipFill>
                <a:blip r:embed="rId13"/>
                <a:stretch>
                  <a:fillRect l="-13725" r="-11765" b="-34783"/>
                </a:stretch>
              </a:blipFill>
            </p:spPr>
            <p:txBody>
              <a:bodyPr/>
              <a:lstStyle/>
              <a:p>
                <a:r>
                  <a:rPr lang="en-US">
                    <a:noFill/>
                  </a:rPr>
                  <a:t> </a:t>
                </a:r>
              </a:p>
            </p:txBody>
          </p:sp>
        </mc:Fallback>
      </mc:AlternateContent>
    </p:spTree>
    <p:extLst>
      <p:ext uri="{BB962C8B-B14F-4D97-AF65-F5344CB8AC3E}">
        <p14:creationId xmlns:p14="http://schemas.microsoft.com/office/powerpoint/2010/main" val="65085849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CD025F6-8703-F414-F1DC-AFD2FAEA42B4}"/>
            </a:ext>
          </a:extLst>
        </p:cNvPr>
        <p:cNvGrpSpPr/>
        <p:nvPr/>
      </p:nvGrpSpPr>
      <p:grpSpPr>
        <a:xfrm>
          <a:off x="0" y="0"/>
          <a:ext cx="0" cy="0"/>
          <a:chOff x="0" y="0"/>
          <a:chExt cx="0" cy="0"/>
        </a:xfrm>
      </p:grpSpPr>
      <p:sp>
        <p:nvSpPr>
          <p:cNvPr id="34817" name="object 2" descr="$PPTXTitle">
            <a:extLst>
              <a:ext uri="{FF2B5EF4-FFF2-40B4-BE49-F238E27FC236}">
                <a16:creationId xmlns:a16="http://schemas.microsoft.com/office/drawing/2014/main" id="{B0CA52D8-722F-3B26-B14A-5B3D9053373A}"/>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4818" name="object 3">
            <a:extLst>
              <a:ext uri="{FF2B5EF4-FFF2-40B4-BE49-F238E27FC236}">
                <a16:creationId xmlns:a16="http://schemas.microsoft.com/office/drawing/2014/main" id="{DA30ACB3-9732-FD70-F2A3-9156A938AC12}"/>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4819" name="object 4">
            <a:extLst>
              <a:ext uri="{FF2B5EF4-FFF2-40B4-BE49-F238E27FC236}">
                <a16:creationId xmlns:a16="http://schemas.microsoft.com/office/drawing/2014/main" id="{54C64F2A-184F-1A3E-18AA-9D7DC9F75C64}"/>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dirty="0">
                <a:solidFill>
                  <a:srgbClr val="000000"/>
                </a:solidFill>
                <a:latin typeface="Arial" panose="020B0604020202020204" pitchFamily="34" charset="0"/>
              </a:rPr>
              <a:t>Finite Gaussian mixture model (</a:t>
            </a:r>
            <a:r>
              <a:rPr lang="en-US" altLang="en-US" sz="3600" i="1" dirty="0">
                <a:solidFill>
                  <a:srgbClr val="000000"/>
                </a:solidFill>
                <a:latin typeface="Arial" panose="020B0604020202020204" pitchFamily="34" charset="0"/>
              </a:rPr>
              <a:t>K</a:t>
            </a:r>
            <a:r>
              <a:rPr lang="en-US" altLang="en-US" sz="3600" dirty="0">
                <a:solidFill>
                  <a:srgbClr val="000000"/>
                </a:solidFill>
                <a:latin typeface="Arial" panose="020B0604020202020204" pitchFamily="34" charset="0"/>
              </a:rPr>
              <a:t>=2 clusters)</a:t>
            </a:r>
            <a:endParaRPr lang="en-US" altLang="en-US" sz="3600" dirty="0">
              <a:latin typeface="Arial" panose="020B0604020202020204" pitchFamily="34" charset="0"/>
            </a:endParaRPr>
          </a:p>
        </p:txBody>
      </p:sp>
      <p:grpSp>
        <p:nvGrpSpPr>
          <p:cNvPr id="34823" name="object 8">
            <a:extLst>
              <a:ext uri="{FF2B5EF4-FFF2-40B4-BE49-F238E27FC236}">
                <a16:creationId xmlns:a16="http://schemas.microsoft.com/office/drawing/2014/main" id="{D8439DF3-1008-1B19-1049-F637953265C1}"/>
              </a:ext>
            </a:extLst>
          </p:cNvPr>
          <p:cNvGrpSpPr>
            <a:grpSpLocks/>
          </p:cNvGrpSpPr>
          <p:nvPr/>
        </p:nvGrpSpPr>
        <p:grpSpPr bwMode="auto">
          <a:xfrm>
            <a:off x="531813" y="3055938"/>
            <a:ext cx="4845050" cy="3702050"/>
            <a:chOff x="532130" y="3055620"/>
            <a:chExt cx="4845685" cy="3702685"/>
          </a:xfrm>
        </p:grpSpPr>
        <p:sp>
          <p:nvSpPr>
            <p:cNvPr id="34833" name="object 9">
              <a:extLst>
                <a:ext uri="{FF2B5EF4-FFF2-40B4-BE49-F238E27FC236}">
                  <a16:creationId xmlns:a16="http://schemas.microsoft.com/office/drawing/2014/main" id="{95543151-2CA5-9B28-A7E8-36899644358E}"/>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34" name="object 10">
              <a:extLst>
                <a:ext uri="{FF2B5EF4-FFF2-40B4-BE49-F238E27FC236}">
                  <a16:creationId xmlns:a16="http://schemas.microsoft.com/office/drawing/2014/main" id="{458AF00B-BF8E-54CA-9451-45DB92566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5" name="object 11">
              <a:extLst>
                <a:ext uri="{FF2B5EF4-FFF2-40B4-BE49-F238E27FC236}">
                  <a16:creationId xmlns:a16="http://schemas.microsoft.com/office/drawing/2014/main" id="{AD0C0B3B-B89C-350C-81DF-09D809D1274A}"/>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836" name="object 12">
              <a:extLst>
                <a:ext uri="{FF2B5EF4-FFF2-40B4-BE49-F238E27FC236}">
                  <a16:creationId xmlns:a16="http://schemas.microsoft.com/office/drawing/2014/main" id="{EBBCD5A8-103C-F887-7F2E-E867B1E7130C}"/>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4837" name="object 13">
              <a:extLst>
                <a:ext uri="{FF2B5EF4-FFF2-40B4-BE49-F238E27FC236}">
                  <a16:creationId xmlns:a16="http://schemas.microsoft.com/office/drawing/2014/main" id="{83F8D61D-ED83-2F00-C6C1-43D1DAE3E1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81"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8" name="object 14">
              <a:extLst>
                <a:ext uri="{FF2B5EF4-FFF2-40B4-BE49-F238E27FC236}">
                  <a16:creationId xmlns:a16="http://schemas.microsoft.com/office/drawing/2014/main" id="{FB6CBB79-7A2E-B556-BC08-A29527F27367}"/>
                </a:ext>
              </a:extLst>
            </p:cNvPr>
            <p:cNvSpPr>
              <a:spLocks/>
            </p:cNvSpPr>
            <p:nvPr/>
          </p:nvSpPr>
          <p:spPr bwMode="auto">
            <a:xfrm>
              <a:off x="2082755" y="4261048"/>
              <a:ext cx="64769" cy="64769"/>
            </a:xfrm>
            <a:custGeom>
              <a:avLst/>
              <a:gdLst>
                <a:gd name="T0" fmla="*/ 32224 w 64769"/>
                <a:gd name="T1" fmla="*/ 0 h 64769"/>
                <a:gd name="T2" fmla="*/ 20098 w 64769"/>
                <a:gd name="T3" fmla="*/ 2359 h 64769"/>
                <a:gd name="T4" fmla="*/ 9438 w 64769"/>
                <a:gd name="T5" fmla="*/ 9438 h 64769"/>
                <a:gd name="T6" fmla="*/ 2359 w 64769"/>
                <a:gd name="T7" fmla="*/ 20098 h 64769"/>
                <a:gd name="T8" fmla="*/ 0 w 64769"/>
                <a:gd name="T9" fmla="*/ 32224 h 64769"/>
                <a:gd name="T10" fmla="*/ 2359 w 64769"/>
                <a:gd name="T11" fmla="*/ 44350 h 64769"/>
                <a:gd name="T12" fmla="*/ 9438 w 64769"/>
                <a:gd name="T13" fmla="*/ 55011 h 64769"/>
                <a:gd name="T14" fmla="*/ 20098 w 64769"/>
                <a:gd name="T15" fmla="*/ 62090 h 64769"/>
                <a:gd name="T16" fmla="*/ 32224 w 64769"/>
                <a:gd name="T17" fmla="*/ 64450 h 64769"/>
                <a:gd name="T18" fmla="*/ 44351 w 64769"/>
                <a:gd name="T19" fmla="*/ 62090 h 64769"/>
                <a:gd name="T20" fmla="*/ 55012 w 64769"/>
                <a:gd name="T21" fmla="*/ 55011 h 64769"/>
                <a:gd name="T22" fmla="*/ 62091 w 64769"/>
                <a:gd name="T23" fmla="*/ 44350 h 64769"/>
                <a:gd name="T24" fmla="*/ 64450 w 64769"/>
                <a:gd name="T25" fmla="*/ 32224 h 64769"/>
                <a:gd name="T26" fmla="*/ 62091 w 64769"/>
                <a:gd name="T27" fmla="*/ 20098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8"/>
                  </a:lnTo>
                  <a:lnTo>
                    <a:pt x="0" y="32224"/>
                  </a:lnTo>
                  <a:lnTo>
                    <a:pt x="2359" y="44350"/>
                  </a:lnTo>
                  <a:lnTo>
                    <a:pt x="9438" y="55011"/>
                  </a:lnTo>
                  <a:lnTo>
                    <a:pt x="20098" y="62090"/>
                  </a:lnTo>
                  <a:lnTo>
                    <a:pt x="32224" y="64450"/>
                  </a:lnTo>
                  <a:lnTo>
                    <a:pt x="44351" y="62090"/>
                  </a:lnTo>
                  <a:lnTo>
                    <a:pt x="55012" y="55011"/>
                  </a:lnTo>
                  <a:lnTo>
                    <a:pt x="62091" y="44350"/>
                  </a:lnTo>
                  <a:lnTo>
                    <a:pt x="64450" y="32224"/>
                  </a:lnTo>
                  <a:lnTo>
                    <a:pt x="62091" y="20098"/>
                  </a:lnTo>
                  <a:lnTo>
                    <a:pt x="55012" y="9438"/>
                  </a:lnTo>
                  <a:lnTo>
                    <a:pt x="44351" y="2359"/>
                  </a:lnTo>
                  <a:lnTo>
                    <a:pt x="32224"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9" name="object 15">
              <a:extLst>
                <a:ext uri="{FF2B5EF4-FFF2-40B4-BE49-F238E27FC236}">
                  <a16:creationId xmlns:a16="http://schemas.microsoft.com/office/drawing/2014/main" id="{BB7D8226-36E5-488A-0AC3-52AEDC649B3E}"/>
                </a:ext>
              </a:extLst>
            </p:cNvPr>
            <p:cNvSpPr>
              <a:spLocks/>
            </p:cNvSpPr>
            <p:nvPr/>
          </p:nvSpPr>
          <p:spPr bwMode="auto">
            <a:xfrm>
              <a:off x="2082755" y="4261048"/>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0" name="object 16">
              <a:extLst>
                <a:ext uri="{FF2B5EF4-FFF2-40B4-BE49-F238E27FC236}">
                  <a16:creationId xmlns:a16="http://schemas.microsoft.com/office/drawing/2014/main" id="{7DBB3AB9-946F-FECA-567F-9639E466AC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179" y="419945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1" name="object 17">
              <a:extLst>
                <a:ext uri="{FF2B5EF4-FFF2-40B4-BE49-F238E27FC236}">
                  <a16:creationId xmlns:a16="http://schemas.microsoft.com/office/drawing/2014/main" id="{0E1AF2A2-562F-9FE9-7BC3-4163B85860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836" y="431914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2" name="object 18">
              <a:extLst>
                <a:ext uri="{FF2B5EF4-FFF2-40B4-BE49-F238E27FC236}">
                  <a16:creationId xmlns:a16="http://schemas.microsoft.com/office/drawing/2014/main" id="{806A8F54-4456-DB10-2D1C-C588B72C655C}"/>
                </a:ext>
              </a:extLst>
            </p:cNvPr>
            <p:cNvSpPr>
              <a:spLocks/>
            </p:cNvSpPr>
            <p:nvPr/>
          </p:nvSpPr>
          <p:spPr bwMode="auto">
            <a:xfrm>
              <a:off x="1880266" y="4251910"/>
              <a:ext cx="64769" cy="64769"/>
            </a:xfrm>
            <a:custGeom>
              <a:avLst/>
              <a:gdLst>
                <a:gd name="T0" fmla="*/ 30041 w 64769"/>
                <a:gd name="T1" fmla="*/ 0 h 64769"/>
                <a:gd name="T2" fmla="*/ 18095 w 64769"/>
                <a:gd name="T3" fmla="*/ 3150 h 64769"/>
                <a:gd name="T4" fmla="*/ 7922 w 64769"/>
                <a:gd name="T5" fmla="*/ 10913 h 64769"/>
                <a:gd name="T6" fmla="*/ 1558 w 64769"/>
                <a:gd name="T7" fmla="*/ 22015 h 64769"/>
                <a:gd name="T8" fmla="*/ 0 w 64769"/>
                <a:gd name="T9" fmla="*/ 34270 h 64769"/>
                <a:gd name="T10" fmla="*/ 3150 w 64769"/>
                <a:gd name="T11" fmla="*/ 46216 h 64769"/>
                <a:gd name="T12" fmla="*/ 10913 w 64769"/>
                <a:gd name="T13" fmla="*/ 56389 h 64769"/>
                <a:gd name="T14" fmla="*/ 22015 w 64769"/>
                <a:gd name="T15" fmla="*/ 62753 h 64769"/>
                <a:gd name="T16" fmla="*/ 34270 w 64769"/>
                <a:gd name="T17" fmla="*/ 64311 h 64769"/>
                <a:gd name="T18" fmla="*/ 46216 w 64769"/>
                <a:gd name="T19" fmla="*/ 61161 h 64769"/>
                <a:gd name="T20" fmla="*/ 56388 w 64769"/>
                <a:gd name="T21" fmla="*/ 53398 h 64769"/>
                <a:gd name="T22" fmla="*/ 62752 w 64769"/>
                <a:gd name="T23" fmla="*/ 42296 h 64769"/>
                <a:gd name="T24" fmla="*/ 64311 w 64769"/>
                <a:gd name="T25" fmla="*/ 30040 h 64769"/>
                <a:gd name="T26" fmla="*/ 61161 w 64769"/>
                <a:gd name="T27" fmla="*/ 18095 h 64769"/>
                <a:gd name="T28" fmla="*/ 53397 w 64769"/>
                <a:gd name="T29" fmla="*/ 7922 h 64769"/>
                <a:gd name="T30" fmla="*/ 42296 w 64769"/>
                <a:gd name="T31" fmla="*/ 1558 h 64769"/>
                <a:gd name="T32" fmla="*/ 30041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0041" y="0"/>
                  </a:moveTo>
                  <a:lnTo>
                    <a:pt x="18095" y="3150"/>
                  </a:lnTo>
                  <a:lnTo>
                    <a:pt x="7922" y="10913"/>
                  </a:lnTo>
                  <a:lnTo>
                    <a:pt x="1558" y="22015"/>
                  </a:lnTo>
                  <a:lnTo>
                    <a:pt x="0" y="34270"/>
                  </a:lnTo>
                  <a:lnTo>
                    <a:pt x="3150" y="46216"/>
                  </a:lnTo>
                  <a:lnTo>
                    <a:pt x="10913" y="56389"/>
                  </a:lnTo>
                  <a:lnTo>
                    <a:pt x="22015" y="62753"/>
                  </a:lnTo>
                  <a:lnTo>
                    <a:pt x="34270" y="64311"/>
                  </a:lnTo>
                  <a:lnTo>
                    <a:pt x="46216" y="61161"/>
                  </a:lnTo>
                  <a:lnTo>
                    <a:pt x="56388" y="53398"/>
                  </a:lnTo>
                  <a:lnTo>
                    <a:pt x="62752" y="42296"/>
                  </a:lnTo>
                  <a:lnTo>
                    <a:pt x="64311" y="30040"/>
                  </a:lnTo>
                  <a:lnTo>
                    <a:pt x="61161" y="18095"/>
                  </a:lnTo>
                  <a:lnTo>
                    <a:pt x="53397" y="7922"/>
                  </a:lnTo>
                  <a:lnTo>
                    <a:pt x="42296" y="1558"/>
                  </a:lnTo>
                  <a:lnTo>
                    <a:pt x="30041"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3" name="object 19">
              <a:extLst>
                <a:ext uri="{FF2B5EF4-FFF2-40B4-BE49-F238E27FC236}">
                  <a16:creationId xmlns:a16="http://schemas.microsoft.com/office/drawing/2014/main" id="{FA612BD6-5599-F273-B32C-AE52D9814B04}"/>
                </a:ext>
              </a:extLst>
            </p:cNvPr>
            <p:cNvSpPr>
              <a:spLocks/>
            </p:cNvSpPr>
            <p:nvPr/>
          </p:nvSpPr>
          <p:spPr bwMode="auto">
            <a:xfrm>
              <a:off x="1880266" y="4251910"/>
              <a:ext cx="64769" cy="64769"/>
            </a:xfrm>
            <a:custGeom>
              <a:avLst/>
              <a:gdLst>
                <a:gd name="T0" fmla="*/ 53397 w 64769"/>
                <a:gd name="T1" fmla="*/ 7922 h 64769"/>
                <a:gd name="T2" fmla="*/ 61161 w 64769"/>
                <a:gd name="T3" fmla="*/ 18095 h 64769"/>
                <a:gd name="T4" fmla="*/ 64311 w 64769"/>
                <a:gd name="T5" fmla="*/ 30040 h 64769"/>
                <a:gd name="T6" fmla="*/ 62752 w 64769"/>
                <a:gd name="T7" fmla="*/ 42296 h 64769"/>
                <a:gd name="T8" fmla="*/ 56388 w 64769"/>
                <a:gd name="T9" fmla="*/ 53397 h 64769"/>
                <a:gd name="T10" fmla="*/ 46216 w 64769"/>
                <a:gd name="T11" fmla="*/ 61161 h 64769"/>
                <a:gd name="T12" fmla="*/ 34270 w 64769"/>
                <a:gd name="T13" fmla="*/ 64311 h 64769"/>
                <a:gd name="T14" fmla="*/ 22015 w 64769"/>
                <a:gd name="T15" fmla="*/ 62752 h 64769"/>
                <a:gd name="T16" fmla="*/ 10913 w 64769"/>
                <a:gd name="T17" fmla="*/ 56388 h 64769"/>
                <a:gd name="T18" fmla="*/ 3150 w 64769"/>
                <a:gd name="T19" fmla="*/ 46216 h 64769"/>
                <a:gd name="T20" fmla="*/ 0 w 64769"/>
                <a:gd name="T21" fmla="*/ 34270 h 64769"/>
                <a:gd name="T22" fmla="*/ 1558 w 64769"/>
                <a:gd name="T23" fmla="*/ 22015 h 64769"/>
                <a:gd name="T24" fmla="*/ 7922 w 64769"/>
                <a:gd name="T25" fmla="*/ 10913 h 64769"/>
                <a:gd name="T26" fmla="*/ 18095 w 64769"/>
                <a:gd name="T27" fmla="*/ 3150 h 64769"/>
                <a:gd name="T28" fmla="*/ 30040 w 64769"/>
                <a:gd name="T29" fmla="*/ 0 h 64769"/>
                <a:gd name="T30" fmla="*/ 42296 w 64769"/>
                <a:gd name="T31" fmla="*/ 1558 h 64769"/>
                <a:gd name="T32" fmla="*/ 53397 w 64769"/>
                <a:gd name="T33" fmla="*/ 7922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3397" y="7922"/>
                  </a:moveTo>
                  <a:lnTo>
                    <a:pt x="61161" y="18095"/>
                  </a:lnTo>
                  <a:lnTo>
                    <a:pt x="64311" y="30040"/>
                  </a:lnTo>
                  <a:lnTo>
                    <a:pt x="62752" y="42296"/>
                  </a:lnTo>
                  <a:lnTo>
                    <a:pt x="56388" y="53397"/>
                  </a:lnTo>
                  <a:lnTo>
                    <a:pt x="46216" y="61161"/>
                  </a:lnTo>
                  <a:lnTo>
                    <a:pt x="34270" y="64311"/>
                  </a:lnTo>
                  <a:lnTo>
                    <a:pt x="22015" y="62752"/>
                  </a:lnTo>
                  <a:lnTo>
                    <a:pt x="10913" y="56388"/>
                  </a:lnTo>
                  <a:lnTo>
                    <a:pt x="3150" y="46216"/>
                  </a:lnTo>
                  <a:lnTo>
                    <a:pt x="0" y="34270"/>
                  </a:lnTo>
                  <a:lnTo>
                    <a:pt x="1558" y="22015"/>
                  </a:lnTo>
                  <a:lnTo>
                    <a:pt x="7922" y="10913"/>
                  </a:lnTo>
                  <a:lnTo>
                    <a:pt x="18095" y="3150"/>
                  </a:lnTo>
                  <a:lnTo>
                    <a:pt x="30040" y="0"/>
                  </a:lnTo>
                  <a:lnTo>
                    <a:pt x="42296" y="1558"/>
                  </a:lnTo>
                  <a:lnTo>
                    <a:pt x="53397" y="7922"/>
                  </a:lnTo>
                </a:path>
              </a:pathLst>
            </a:custGeom>
            <a:noFill/>
            <a:ln w="12699"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4" name="object 20">
              <a:extLst>
                <a:ext uri="{FF2B5EF4-FFF2-40B4-BE49-F238E27FC236}">
                  <a16:creationId xmlns:a16="http://schemas.microsoft.com/office/drawing/2014/main" id="{A6F9202D-F0CE-327A-0319-6AD46F8C0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5126"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5" name="object 21">
              <a:extLst>
                <a:ext uri="{FF2B5EF4-FFF2-40B4-BE49-F238E27FC236}">
                  <a16:creationId xmlns:a16="http://schemas.microsoft.com/office/drawing/2014/main" id="{556C98CB-A609-8119-84A4-B671BD2213D5}"/>
                </a:ext>
              </a:extLst>
            </p:cNvPr>
            <p:cNvSpPr>
              <a:spLocks/>
            </p:cNvSpPr>
            <p:nvPr/>
          </p:nvSpPr>
          <p:spPr bwMode="auto">
            <a:xfrm>
              <a:off x="1806538" y="4509643"/>
              <a:ext cx="64769" cy="64769"/>
            </a:xfrm>
            <a:custGeom>
              <a:avLst/>
              <a:gdLst>
                <a:gd name="T0" fmla="*/ 32225 w 64769"/>
                <a:gd name="T1" fmla="*/ 0 h 64769"/>
                <a:gd name="T2" fmla="*/ 20099 w 64769"/>
                <a:gd name="T3" fmla="*/ 2359 h 64769"/>
                <a:gd name="T4" fmla="*/ 9439 w 64769"/>
                <a:gd name="T5" fmla="*/ 9438 h 64769"/>
                <a:gd name="T6" fmla="*/ 2359 w 64769"/>
                <a:gd name="T7" fmla="*/ 20098 h 64769"/>
                <a:gd name="T8" fmla="*/ 0 w 64769"/>
                <a:gd name="T9" fmla="*/ 32224 h 64769"/>
                <a:gd name="T10" fmla="*/ 2359 w 64769"/>
                <a:gd name="T11" fmla="*/ 44351 h 64769"/>
                <a:gd name="T12" fmla="*/ 9439 w 64769"/>
                <a:gd name="T13" fmla="*/ 55012 h 64769"/>
                <a:gd name="T14" fmla="*/ 20099 w 64769"/>
                <a:gd name="T15" fmla="*/ 62091 h 64769"/>
                <a:gd name="T16" fmla="*/ 32225 w 64769"/>
                <a:gd name="T17" fmla="*/ 64450 h 64769"/>
                <a:gd name="T18" fmla="*/ 44351 w 64769"/>
                <a:gd name="T19" fmla="*/ 62091 h 64769"/>
                <a:gd name="T20" fmla="*/ 55011 w 64769"/>
                <a:gd name="T21" fmla="*/ 55012 h 64769"/>
                <a:gd name="T22" fmla="*/ 62091 w 64769"/>
                <a:gd name="T23" fmla="*/ 44351 h 64769"/>
                <a:gd name="T24" fmla="*/ 64451 w 64769"/>
                <a:gd name="T25" fmla="*/ 32224 h 64769"/>
                <a:gd name="T26" fmla="*/ 62091 w 64769"/>
                <a:gd name="T27" fmla="*/ 20098 h 64769"/>
                <a:gd name="T28" fmla="*/ 55011 w 64769"/>
                <a:gd name="T29" fmla="*/ 9438 h 64769"/>
                <a:gd name="T30" fmla="*/ 44351 w 64769"/>
                <a:gd name="T31" fmla="*/ 2359 h 64769"/>
                <a:gd name="T32" fmla="*/ 32225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5" y="0"/>
                  </a:moveTo>
                  <a:lnTo>
                    <a:pt x="20099" y="2359"/>
                  </a:lnTo>
                  <a:lnTo>
                    <a:pt x="9439" y="9438"/>
                  </a:lnTo>
                  <a:lnTo>
                    <a:pt x="2359" y="20098"/>
                  </a:lnTo>
                  <a:lnTo>
                    <a:pt x="0" y="32224"/>
                  </a:lnTo>
                  <a:lnTo>
                    <a:pt x="2359" y="44351"/>
                  </a:lnTo>
                  <a:lnTo>
                    <a:pt x="9439" y="55012"/>
                  </a:lnTo>
                  <a:lnTo>
                    <a:pt x="20099" y="62091"/>
                  </a:lnTo>
                  <a:lnTo>
                    <a:pt x="32225" y="64450"/>
                  </a:lnTo>
                  <a:lnTo>
                    <a:pt x="44351" y="62091"/>
                  </a:lnTo>
                  <a:lnTo>
                    <a:pt x="55011" y="55012"/>
                  </a:lnTo>
                  <a:lnTo>
                    <a:pt x="62091" y="44351"/>
                  </a:lnTo>
                  <a:lnTo>
                    <a:pt x="64451" y="32224"/>
                  </a:lnTo>
                  <a:lnTo>
                    <a:pt x="62091" y="20098"/>
                  </a:lnTo>
                  <a:lnTo>
                    <a:pt x="55011" y="9438"/>
                  </a:lnTo>
                  <a:lnTo>
                    <a:pt x="44351" y="2359"/>
                  </a:lnTo>
                  <a:lnTo>
                    <a:pt x="32225"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6" name="object 22">
              <a:extLst>
                <a:ext uri="{FF2B5EF4-FFF2-40B4-BE49-F238E27FC236}">
                  <a16:creationId xmlns:a16="http://schemas.microsoft.com/office/drawing/2014/main" id="{177F42AF-BD91-17B3-B504-39EB3046FF9D}"/>
                </a:ext>
              </a:extLst>
            </p:cNvPr>
            <p:cNvSpPr>
              <a:spLocks/>
            </p:cNvSpPr>
            <p:nvPr/>
          </p:nvSpPr>
          <p:spPr bwMode="auto">
            <a:xfrm>
              <a:off x="1806539" y="4509643"/>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7" name="object 23">
              <a:extLst>
                <a:ext uri="{FF2B5EF4-FFF2-40B4-BE49-F238E27FC236}">
                  <a16:creationId xmlns:a16="http://schemas.microsoft.com/office/drawing/2014/main" id="{17FC726F-9251-37FE-A111-70FD6FA0ED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991"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8" name="object 24">
              <a:extLst>
                <a:ext uri="{FF2B5EF4-FFF2-40B4-BE49-F238E27FC236}">
                  <a16:creationId xmlns:a16="http://schemas.microsoft.com/office/drawing/2014/main" id="{337B1FB9-0BEC-5956-8509-0CB1662828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14" y="440201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9" name="object 25">
              <a:extLst>
                <a:ext uri="{FF2B5EF4-FFF2-40B4-BE49-F238E27FC236}">
                  <a16:creationId xmlns:a16="http://schemas.microsoft.com/office/drawing/2014/main" id="{1F549ADB-0D89-ACFF-1B4E-6FCFD299B3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306" y="407976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0" name="object 26">
              <a:extLst>
                <a:ext uri="{FF2B5EF4-FFF2-40B4-BE49-F238E27FC236}">
                  <a16:creationId xmlns:a16="http://schemas.microsoft.com/office/drawing/2014/main" id="{377F6AB9-AC57-1699-E840-7B6F1D0300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423" y="465060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1" name="object 27">
              <a:extLst>
                <a:ext uri="{FF2B5EF4-FFF2-40B4-BE49-F238E27FC236}">
                  <a16:creationId xmlns:a16="http://schemas.microsoft.com/office/drawing/2014/main" id="{A337A2EF-5B14-CF72-8A55-A57329829C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468" y="481633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2" name="object 28">
              <a:extLst>
                <a:ext uri="{FF2B5EF4-FFF2-40B4-BE49-F238E27FC236}">
                  <a16:creationId xmlns:a16="http://schemas.microsoft.com/office/drawing/2014/main" id="{B0111A3B-03A4-17D8-5A0E-71517D1A35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659" y="4374391"/>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3" name="object 29">
              <a:extLst>
                <a:ext uri="{FF2B5EF4-FFF2-40B4-BE49-F238E27FC236}">
                  <a16:creationId xmlns:a16="http://schemas.microsoft.com/office/drawing/2014/main" id="{A1309131-72D5-FFD7-2237-D22F72E13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2135"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4" name="object 30">
              <a:extLst>
                <a:ext uri="{FF2B5EF4-FFF2-40B4-BE49-F238E27FC236}">
                  <a16:creationId xmlns:a16="http://schemas.microsoft.com/office/drawing/2014/main" id="{2E7E25B8-01B5-CD39-00A3-231834892B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974" y="415341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5" name="object 31">
              <a:extLst>
                <a:ext uri="{FF2B5EF4-FFF2-40B4-BE49-F238E27FC236}">
                  <a16:creationId xmlns:a16="http://schemas.microsoft.com/office/drawing/2014/main" id="{7E05A431-6CC5-BD93-66D8-6279508C2A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06" y="453091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6" name="object 32">
              <a:extLst>
                <a:ext uri="{FF2B5EF4-FFF2-40B4-BE49-F238E27FC236}">
                  <a16:creationId xmlns:a16="http://schemas.microsoft.com/office/drawing/2014/main" id="{22F5C91C-9FAA-CEAC-D02E-550AA14C38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4498" y="469664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7" name="object 33">
              <a:extLst>
                <a:ext uri="{FF2B5EF4-FFF2-40B4-BE49-F238E27FC236}">
                  <a16:creationId xmlns:a16="http://schemas.microsoft.com/office/drawing/2014/main" id="{18ADFD51-3360-C0E9-14E8-4671E127CC3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939" y="472426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8" name="object 34">
              <a:extLst>
                <a:ext uri="{FF2B5EF4-FFF2-40B4-BE49-F238E27FC236}">
                  <a16:creationId xmlns:a16="http://schemas.microsoft.com/office/drawing/2014/main" id="{1AFA0BF6-3E8D-0EAF-4DB0-4E7D4CF026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9923" y="4687437"/>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59" name="object 35">
              <a:extLst>
                <a:ext uri="{FF2B5EF4-FFF2-40B4-BE49-F238E27FC236}">
                  <a16:creationId xmlns:a16="http://schemas.microsoft.com/office/drawing/2014/main" id="{6EB95C1F-24DA-420E-9CCE-4EA605745644}"/>
                </a:ext>
              </a:extLst>
            </p:cNvPr>
            <p:cNvSpPr>
              <a:spLocks/>
            </p:cNvSpPr>
            <p:nvPr/>
          </p:nvSpPr>
          <p:spPr bwMode="auto">
            <a:xfrm>
              <a:off x="3859750" y="487793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1 w 64769"/>
                <a:gd name="T19" fmla="*/ 62091 h 64769"/>
                <a:gd name="T20" fmla="*/ 55012 w 64769"/>
                <a:gd name="T21" fmla="*/ 55012 h 64769"/>
                <a:gd name="T22" fmla="*/ 62091 w 64769"/>
                <a:gd name="T23" fmla="*/ 44352 h 64769"/>
                <a:gd name="T24" fmla="*/ 64450 w 64769"/>
                <a:gd name="T25" fmla="*/ 32225 h 64769"/>
                <a:gd name="T26" fmla="*/ 62091 w 64769"/>
                <a:gd name="T27" fmla="*/ 20099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1" y="62091"/>
                  </a:lnTo>
                  <a:lnTo>
                    <a:pt x="55012" y="55012"/>
                  </a:lnTo>
                  <a:lnTo>
                    <a:pt x="62091" y="44352"/>
                  </a:lnTo>
                  <a:lnTo>
                    <a:pt x="64450" y="32225"/>
                  </a:lnTo>
                  <a:lnTo>
                    <a:pt x="62091" y="20099"/>
                  </a:lnTo>
                  <a:lnTo>
                    <a:pt x="55012" y="9438"/>
                  </a:lnTo>
                  <a:lnTo>
                    <a:pt x="44351"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0" name="object 36">
              <a:extLst>
                <a:ext uri="{FF2B5EF4-FFF2-40B4-BE49-F238E27FC236}">
                  <a16:creationId xmlns:a16="http://schemas.microsoft.com/office/drawing/2014/main" id="{00669D3A-E21E-A9D3-BA84-5A223F115903}"/>
                </a:ext>
              </a:extLst>
            </p:cNvPr>
            <p:cNvSpPr>
              <a:spLocks/>
            </p:cNvSpPr>
            <p:nvPr/>
          </p:nvSpPr>
          <p:spPr bwMode="auto">
            <a:xfrm>
              <a:off x="3859749" y="487793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1" name="object 37">
              <a:extLst>
                <a:ext uri="{FF2B5EF4-FFF2-40B4-BE49-F238E27FC236}">
                  <a16:creationId xmlns:a16="http://schemas.microsoft.com/office/drawing/2014/main" id="{F69D0B42-C62C-2B72-4581-2CAE16DF83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389" y="492682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62" name="object 38">
              <a:extLst>
                <a:ext uri="{FF2B5EF4-FFF2-40B4-BE49-F238E27FC236}">
                  <a16:creationId xmlns:a16="http://schemas.microsoft.com/office/drawing/2014/main" id="{EEED29DB-1E5D-619F-15C8-2C5C69824DD5}"/>
                </a:ext>
              </a:extLst>
            </p:cNvPr>
            <p:cNvSpPr>
              <a:spLocks/>
            </p:cNvSpPr>
            <p:nvPr/>
          </p:nvSpPr>
          <p:spPr bwMode="auto">
            <a:xfrm>
              <a:off x="4043895" y="504366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0 w 64769"/>
                <a:gd name="T19" fmla="*/ 62091 h 64769"/>
                <a:gd name="T20" fmla="*/ 55011 w 64769"/>
                <a:gd name="T21" fmla="*/ 55012 h 64769"/>
                <a:gd name="T22" fmla="*/ 62090 w 64769"/>
                <a:gd name="T23" fmla="*/ 44352 h 64769"/>
                <a:gd name="T24" fmla="*/ 64450 w 64769"/>
                <a:gd name="T25" fmla="*/ 32225 h 64769"/>
                <a:gd name="T26" fmla="*/ 62090 w 64769"/>
                <a:gd name="T27" fmla="*/ 20099 h 64769"/>
                <a:gd name="T28" fmla="*/ 55011 w 64769"/>
                <a:gd name="T29" fmla="*/ 9438 h 64769"/>
                <a:gd name="T30" fmla="*/ 44350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0" y="62091"/>
                  </a:lnTo>
                  <a:lnTo>
                    <a:pt x="55011" y="55012"/>
                  </a:lnTo>
                  <a:lnTo>
                    <a:pt x="62090" y="44352"/>
                  </a:lnTo>
                  <a:lnTo>
                    <a:pt x="64450" y="32225"/>
                  </a:lnTo>
                  <a:lnTo>
                    <a:pt x="62090" y="20099"/>
                  </a:lnTo>
                  <a:lnTo>
                    <a:pt x="55011" y="9438"/>
                  </a:lnTo>
                  <a:lnTo>
                    <a:pt x="44350"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3" name="object 39">
              <a:extLst>
                <a:ext uri="{FF2B5EF4-FFF2-40B4-BE49-F238E27FC236}">
                  <a16:creationId xmlns:a16="http://schemas.microsoft.com/office/drawing/2014/main" id="{D6DE0484-0797-34E4-D050-095840AAF133}"/>
                </a:ext>
              </a:extLst>
            </p:cNvPr>
            <p:cNvSpPr>
              <a:spLocks/>
            </p:cNvSpPr>
            <p:nvPr/>
          </p:nvSpPr>
          <p:spPr bwMode="auto">
            <a:xfrm>
              <a:off x="4043894" y="504366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4" name="object 40">
              <a:extLst>
                <a:ext uri="{FF2B5EF4-FFF2-40B4-BE49-F238E27FC236}">
                  <a16:creationId xmlns:a16="http://schemas.microsoft.com/office/drawing/2014/main" id="{2C03C738-8A09-5D57-AC5A-06150E255F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06" y="512938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5" name="object 41">
              <a:extLst>
                <a:ext uri="{FF2B5EF4-FFF2-40B4-BE49-F238E27FC236}">
                  <a16:creationId xmlns:a16="http://schemas.microsoft.com/office/drawing/2014/main" id="{1D9F9DF6-D4D0-CD16-54E8-C5EDE19155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354" y="515700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6" name="object 42">
              <a:extLst>
                <a:ext uri="{FF2B5EF4-FFF2-40B4-BE49-F238E27FC236}">
                  <a16:creationId xmlns:a16="http://schemas.microsoft.com/office/drawing/2014/main" id="{B215DB15-1D80-924B-ADA2-B8496CCBCD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426" y="535956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7" name="object 43">
              <a:extLst>
                <a:ext uri="{FF2B5EF4-FFF2-40B4-BE49-F238E27FC236}">
                  <a16:creationId xmlns:a16="http://schemas.microsoft.com/office/drawing/2014/main" id="{ED6AE536-F6B4-CA72-C256-2E78963550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472" y="522145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8" name="object 44">
              <a:extLst>
                <a:ext uri="{FF2B5EF4-FFF2-40B4-BE49-F238E27FC236}">
                  <a16:creationId xmlns:a16="http://schemas.microsoft.com/office/drawing/2014/main" id="{3097061A-241F-0C6D-5DF5-68404FCEA3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0103" y="517542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9" name="object 45">
              <a:extLst>
                <a:ext uri="{FF2B5EF4-FFF2-40B4-BE49-F238E27FC236}">
                  <a16:creationId xmlns:a16="http://schemas.microsoft.com/office/drawing/2014/main" id="{89E7EFAE-39D0-C3D4-3E30-A4911CB3DC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742" y="539639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0" name="object 46">
              <a:extLst>
                <a:ext uri="{FF2B5EF4-FFF2-40B4-BE49-F238E27FC236}">
                  <a16:creationId xmlns:a16="http://schemas.microsoft.com/office/drawing/2014/main" id="{7CA36FC2-C684-DA5E-63C0-668D98E507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2482" y="541480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1" name="object 47">
              <a:extLst>
                <a:ext uri="{FF2B5EF4-FFF2-40B4-BE49-F238E27FC236}">
                  <a16:creationId xmlns:a16="http://schemas.microsoft.com/office/drawing/2014/main" id="{D8F629A1-01BA-C84D-0636-785D8EF9D8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347" y="474268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2" name="object 48">
              <a:extLst>
                <a:ext uri="{FF2B5EF4-FFF2-40B4-BE49-F238E27FC236}">
                  <a16:creationId xmlns:a16="http://schemas.microsoft.com/office/drawing/2014/main" id="{5A2591B4-7BCA-2A45-417F-5E56EF36E2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3887" y="572785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73" name="object 49">
              <a:extLst>
                <a:ext uri="{FF2B5EF4-FFF2-40B4-BE49-F238E27FC236}">
                  <a16:creationId xmlns:a16="http://schemas.microsoft.com/office/drawing/2014/main" id="{BAFD6290-DE70-F178-FDEB-1DD409894E41}"/>
                </a:ext>
              </a:extLst>
            </p:cNvPr>
            <p:cNvSpPr>
              <a:spLocks/>
            </p:cNvSpPr>
            <p:nvPr/>
          </p:nvSpPr>
          <p:spPr bwMode="auto">
            <a:xfrm>
              <a:off x="3867150" y="497205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74" name="object 50">
              <a:extLst>
                <a:ext uri="{FF2B5EF4-FFF2-40B4-BE49-F238E27FC236}">
                  <a16:creationId xmlns:a16="http://schemas.microsoft.com/office/drawing/2014/main" id="{6574130D-DA9C-462F-F5F2-559906AA1116}"/>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899 h 215900"/>
                <a:gd name="T6" fmla="*/ 0 w 203200"/>
                <a:gd name="T7" fmla="*/ 215899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899"/>
                  </a:lnTo>
                  <a:lnTo>
                    <a:pt x="0" y="215899"/>
                  </a:lnTo>
                  <a:lnTo>
                    <a:pt x="0" y="0"/>
                  </a:lnTo>
                  <a:close/>
                </a:path>
              </a:pathLst>
            </a:custGeom>
            <a:noFill/>
            <a:ln w="12699"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34824" name="object 51">
            <a:extLst>
              <a:ext uri="{FF2B5EF4-FFF2-40B4-BE49-F238E27FC236}">
                <a16:creationId xmlns:a16="http://schemas.microsoft.com/office/drawing/2014/main" id="{40644015-8C0D-48C2-4DE9-5FBFAC763605}"/>
              </a:ext>
            </a:extLst>
          </p:cNvPr>
          <p:cNvGrpSpPr>
            <a:grpSpLocks/>
          </p:cNvGrpSpPr>
          <p:nvPr/>
        </p:nvGrpSpPr>
        <p:grpSpPr bwMode="auto">
          <a:xfrm>
            <a:off x="1892300" y="4305300"/>
            <a:ext cx="215900" cy="215900"/>
            <a:chOff x="1892300" y="4305299"/>
            <a:chExt cx="215900" cy="215900"/>
          </a:xfrm>
        </p:grpSpPr>
        <p:sp>
          <p:nvSpPr>
            <p:cNvPr id="34831" name="object 52">
              <a:extLst>
                <a:ext uri="{FF2B5EF4-FFF2-40B4-BE49-F238E27FC236}">
                  <a16:creationId xmlns:a16="http://schemas.microsoft.com/office/drawing/2014/main" id="{A7011B92-00B3-07C2-D788-D98C574AF8FA}"/>
                </a:ext>
              </a:extLst>
            </p:cNvPr>
            <p:cNvSpPr>
              <a:spLocks/>
            </p:cNvSpPr>
            <p:nvPr/>
          </p:nvSpPr>
          <p:spPr bwMode="auto">
            <a:xfrm>
              <a:off x="1898650" y="4311649"/>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2" name="object 53">
              <a:extLst>
                <a:ext uri="{FF2B5EF4-FFF2-40B4-BE49-F238E27FC236}">
                  <a16:creationId xmlns:a16="http://schemas.microsoft.com/office/drawing/2014/main" id="{0D340807-77EF-3349-2D32-8011C565C3A2}"/>
                </a:ext>
              </a:extLst>
            </p:cNvPr>
            <p:cNvSpPr>
              <a:spLocks/>
            </p:cNvSpPr>
            <p:nvPr/>
          </p:nvSpPr>
          <p:spPr bwMode="auto">
            <a:xfrm>
              <a:off x="1898650" y="4311649"/>
              <a:ext cx="203200" cy="203200"/>
            </a:xfrm>
            <a:custGeom>
              <a:avLst/>
              <a:gdLst>
                <a:gd name="T0" fmla="*/ 0 w 203200"/>
                <a:gd name="T1" fmla="*/ 0 h 203200"/>
                <a:gd name="T2" fmla="*/ 203199 w 203200"/>
                <a:gd name="T3" fmla="*/ 0 h 203200"/>
                <a:gd name="T4" fmla="*/ 203199 w 203200"/>
                <a:gd name="T5" fmla="*/ 203199 h 203200"/>
                <a:gd name="T6" fmla="*/ 0 w 203200"/>
                <a:gd name="T7" fmla="*/ 203199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199" y="0"/>
                  </a:lnTo>
                  <a:lnTo>
                    <a:pt x="203199" y="203199"/>
                  </a:lnTo>
                  <a:lnTo>
                    <a:pt x="0" y="203199"/>
                  </a:lnTo>
                  <a:lnTo>
                    <a:pt x="0" y="0"/>
                  </a:lnTo>
                  <a:close/>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34825" name="object 54">
            <a:extLst>
              <a:ext uri="{FF2B5EF4-FFF2-40B4-BE49-F238E27FC236}">
                <a16:creationId xmlns:a16="http://schemas.microsoft.com/office/drawing/2014/main" id="{5F7D4D44-4483-1F8D-E771-047A4ECB5D39}"/>
              </a:ext>
            </a:extLst>
          </p:cNvPr>
          <p:cNvSpPr txBox="1">
            <a:spLocks noChangeArrowheads="1"/>
          </p:cNvSpPr>
          <p:nvPr/>
        </p:nvSpPr>
        <p:spPr bwMode="auto">
          <a:xfrm>
            <a:off x="7315200" y="6284913"/>
            <a:ext cx="5143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dirty="0" err="1">
                <a:latin typeface="Cambria" panose="02040503050406030204" pitchFamily="18" charset="0"/>
              </a:rPr>
              <a:t>z</a:t>
            </a:r>
            <a:r>
              <a:rPr lang="ru-RU" altLang="en-US" sz="3700" i="1" baseline="-12000" dirty="0" err="1">
                <a:latin typeface="Cambria" panose="02040503050406030204" pitchFamily="18" charset="0"/>
              </a:rPr>
              <a:t>n</a:t>
            </a:r>
            <a:endParaRPr lang="ru-RU" altLang="en-US" sz="3700" baseline="-12000" dirty="0">
              <a:latin typeface="Cambria" panose="02040503050406030204" pitchFamily="18" charset="0"/>
            </a:endParaRPr>
          </a:p>
        </p:txBody>
      </p:sp>
      <p:sp>
        <p:nvSpPr>
          <p:cNvPr id="34830" name="object 59">
            <a:extLst>
              <a:ext uri="{FF2B5EF4-FFF2-40B4-BE49-F238E27FC236}">
                <a16:creationId xmlns:a16="http://schemas.microsoft.com/office/drawing/2014/main" id="{5149E1A2-9EF8-6533-4B59-DC575811107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AB72F43-E07F-733C-A7CB-8FAC9CA76A5C}"/>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7AB72F43-E07F-733C-A7CB-8FAC9CA76A5C}"/>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1"/>
                <a:stretch>
                  <a:fillRect l="-361" t="-7895" r="-843"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0B559F1-21CB-3A9A-43CD-9B6296EDB976}"/>
                  </a:ext>
                </a:extLst>
              </p:cNvPr>
              <p:cNvSpPr txBox="1"/>
              <p:nvPr/>
            </p:nvSpPr>
            <p:spPr>
              <a:xfrm>
                <a:off x="7291660" y="7091575"/>
                <a:ext cx="3328091" cy="6263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sub>
                          </m:sSub>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3" name="TextBox 2">
                <a:extLst>
                  <a:ext uri="{FF2B5EF4-FFF2-40B4-BE49-F238E27FC236}">
                    <a16:creationId xmlns:a16="http://schemas.microsoft.com/office/drawing/2014/main" id="{D0B559F1-21CB-3A9A-43CD-9B6296EDB976}"/>
                  </a:ext>
                </a:extLst>
              </p:cNvPr>
              <p:cNvSpPr txBox="1">
                <a:spLocks noRot="1" noChangeAspect="1" noMove="1" noResize="1" noEditPoints="1" noAdjustHandles="1" noChangeArrowheads="1" noChangeShapeType="1" noTextEdit="1"/>
              </p:cNvSpPr>
              <p:nvPr/>
            </p:nvSpPr>
            <p:spPr>
              <a:xfrm>
                <a:off x="7291660" y="7091575"/>
                <a:ext cx="3328091" cy="626325"/>
              </a:xfrm>
              <a:prstGeom prst="rect">
                <a:avLst/>
              </a:prstGeom>
              <a:blipFill>
                <a:blip r:embed="rId12"/>
                <a:stretch>
                  <a:fillRect l="-1521" b="-2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E66F168-C3B6-E831-4625-D42CAE2FE022}"/>
                  </a:ext>
                </a:extLst>
              </p:cNvPr>
              <p:cNvSpPr txBox="1"/>
              <p:nvPr/>
            </p:nvSpPr>
            <p:spPr>
              <a:xfrm>
                <a:off x="8014568" y="6953075"/>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4" name="TextBox 3">
                <a:extLst>
                  <a:ext uri="{FF2B5EF4-FFF2-40B4-BE49-F238E27FC236}">
                    <a16:creationId xmlns:a16="http://schemas.microsoft.com/office/drawing/2014/main" id="{0E66F168-C3B6-E831-4625-D42CAE2FE022}"/>
                  </a:ext>
                </a:extLst>
              </p:cNvPr>
              <p:cNvSpPr txBox="1">
                <a:spLocks noRot="1" noChangeAspect="1" noMove="1" noResize="1" noEditPoints="1" noAdjustHandles="1" noChangeArrowheads="1" noChangeShapeType="1" noTextEdit="1"/>
              </p:cNvSpPr>
              <p:nvPr/>
            </p:nvSpPr>
            <p:spPr>
              <a:xfrm>
                <a:off x="8014568" y="6953075"/>
                <a:ext cx="637610" cy="276999"/>
              </a:xfrm>
              <a:prstGeom prst="rect">
                <a:avLst/>
              </a:prstGeom>
              <a:blipFill>
                <a:blip r:embed="rId13"/>
                <a:stretch>
                  <a:fillRect l="-13725" r="-11765"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8E99D-2E2D-9EAA-CB41-6F52D830CAE6}"/>
                  </a:ext>
                </a:extLst>
              </p:cNvPr>
              <p:cNvSpPr txBox="1"/>
              <p:nvPr/>
            </p:nvSpPr>
            <p:spPr>
              <a:xfrm>
                <a:off x="7185225" y="5124092"/>
                <a:ext cx="2929263" cy="53860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0</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m:rPr>
                                  <m:sty m:val="p"/>
                                </m:rPr>
                                <a:rPr lang="en-US" sz="3500" b="0" i="0" smtClean="0">
                                  <a:latin typeface="Cambria Math" panose="02040503050406030204" pitchFamily="18" charset="0"/>
                                </a:rPr>
                                <m:t>Σ</m:t>
                              </m:r>
                            </m:e>
                            <m:sub>
                              <m:r>
                                <a:rPr lang="en-US" sz="3500" b="0" i="1" smtClean="0">
                                  <a:latin typeface="Cambria Math" panose="02040503050406030204" pitchFamily="18" charset="0"/>
                                </a:rPr>
                                <m:t>0</m:t>
                              </m:r>
                            </m:sub>
                          </m:sSub>
                        </m:e>
                      </m:d>
                    </m:oMath>
                  </m:oMathPara>
                </a14:m>
                <a:endParaRPr lang="en-US" sz="3500" dirty="0"/>
              </a:p>
            </p:txBody>
          </p:sp>
        </mc:Choice>
        <mc:Fallback>
          <p:sp>
            <p:nvSpPr>
              <p:cNvPr id="5" name="TextBox 4">
                <a:extLst>
                  <a:ext uri="{FF2B5EF4-FFF2-40B4-BE49-F238E27FC236}">
                    <a16:creationId xmlns:a16="http://schemas.microsoft.com/office/drawing/2014/main" id="{2AA8E99D-2E2D-9EAA-CB41-6F52D830CAE6}"/>
                  </a:ext>
                </a:extLst>
              </p:cNvPr>
              <p:cNvSpPr txBox="1">
                <a:spLocks noRot="1" noChangeAspect="1" noMove="1" noResize="1" noEditPoints="1" noAdjustHandles="1" noChangeArrowheads="1" noChangeShapeType="1" noTextEdit="1"/>
              </p:cNvSpPr>
              <p:nvPr/>
            </p:nvSpPr>
            <p:spPr>
              <a:xfrm>
                <a:off x="7185225" y="5124092"/>
                <a:ext cx="2929263" cy="538609"/>
              </a:xfrm>
              <a:prstGeom prst="rect">
                <a:avLst/>
              </a:prstGeom>
              <a:blipFill>
                <a:blip r:embed="rId14"/>
                <a:stretch>
                  <a:fillRect l="-2586" b="-232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71D28422-4E95-9061-6324-E5DDF3FAE5F1}"/>
                  </a:ext>
                </a:extLst>
              </p:cNvPr>
              <p:cNvSpPr txBox="1"/>
              <p:nvPr/>
            </p:nvSpPr>
            <p:spPr>
              <a:xfrm>
                <a:off x="7792822" y="499968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6" name="TextBox 5">
                <a:extLst>
                  <a:ext uri="{FF2B5EF4-FFF2-40B4-BE49-F238E27FC236}">
                    <a16:creationId xmlns:a16="http://schemas.microsoft.com/office/drawing/2014/main" id="{71D28422-4E95-9061-6324-E5DDF3FAE5F1}"/>
                  </a:ext>
                </a:extLst>
              </p:cNvPr>
              <p:cNvSpPr txBox="1">
                <a:spLocks noRot="1" noChangeAspect="1" noMove="1" noResize="1" noEditPoints="1" noAdjustHandles="1" noChangeArrowheads="1" noChangeShapeType="1" noTextEdit="1"/>
              </p:cNvSpPr>
              <p:nvPr/>
            </p:nvSpPr>
            <p:spPr>
              <a:xfrm>
                <a:off x="7792822" y="4999686"/>
                <a:ext cx="340734" cy="276999"/>
              </a:xfrm>
              <a:prstGeom prst="rect">
                <a:avLst/>
              </a:prstGeom>
              <a:blipFill>
                <a:blip r:embed="rId15"/>
                <a:stretch>
                  <a:fillRect l="-14286" r="-14286" b="-8696"/>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0802E314-C323-FD9F-0F81-B2B0FBE06E98}"/>
              </a:ext>
            </a:extLst>
          </p:cNvPr>
          <p:cNvSpPr/>
          <p:nvPr/>
        </p:nvSpPr>
        <p:spPr>
          <a:xfrm>
            <a:off x="6845300" y="4773819"/>
            <a:ext cx="3473524" cy="111109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577282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9552904-5F38-244A-09D7-07948B016867}"/>
            </a:ext>
          </a:extLst>
        </p:cNvPr>
        <p:cNvGrpSpPr/>
        <p:nvPr/>
      </p:nvGrpSpPr>
      <p:grpSpPr>
        <a:xfrm>
          <a:off x="0" y="0"/>
          <a:ext cx="0" cy="0"/>
          <a:chOff x="0" y="0"/>
          <a:chExt cx="0" cy="0"/>
        </a:xfrm>
      </p:grpSpPr>
      <p:sp>
        <p:nvSpPr>
          <p:cNvPr id="34817" name="object 2" descr="$PPTXTitle">
            <a:extLst>
              <a:ext uri="{FF2B5EF4-FFF2-40B4-BE49-F238E27FC236}">
                <a16:creationId xmlns:a16="http://schemas.microsoft.com/office/drawing/2014/main" id="{1F947EAC-0ABD-93F8-0F5A-7184DDADD173}"/>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4818" name="object 3">
            <a:extLst>
              <a:ext uri="{FF2B5EF4-FFF2-40B4-BE49-F238E27FC236}">
                <a16:creationId xmlns:a16="http://schemas.microsoft.com/office/drawing/2014/main" id="{C5B68C9D-457E-4ED2-028B-7538DB1C3C90}"/>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4819" name="object 4">
            <a:extLst>
              <a:ext uri="{FF2B5EF4-FFF2-40B4-BE49-F238E27FC236}">
                <a16:creationId xmlns:a16="http://schemas.microsoft.com/office/drawing/2014/main" id="{A0B1164F-7AE2-8AB1-14A5-48C076727E22}"/>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dirty="0">
                <a:solidFill>
                  <a:srgbClr val="000000"/>
                </a:solidFill>
                <a:latin typeface="Arial" panose="020B0604020202020204" pitchFamily="34" charset="0"/>
              </a:rPr>
              <a:t>Finite Gaussian mixture model (</a:t>
            </a:r>
            <a:r>
              <a:rPr lang="en-US" altLang="en-US" sz="3600" i="1" dirty="0">
                <a:solidFill>
                  <a:srgbClr val="000000"/>
                </a:solidFill>
                <a:latin typeface="Arial" panose="020B0604020202020204" pitchFamily="34" charset="0"/>
              </a:rPr>
              <a:t>K</a:t>
            </a:r>
            <a:r>
              <a:rPr lang="en-US" altLang="en-US" sz="3600" dirty="0">
                <a:solidFill>
                  <a:srgbClr val="000000"/>
                </a:solidFill>
                <a:latin typeface="Arial" panose="020B0604020202020204" pitchFamily="34" charset="0"/>
              </a:rPr>
              <a:t>=2 clusters)</a:t>
            </a:r>
            <a:endParaRPr lang="en-US" altLang="en-US" sz="3600" dirty="0">
              <a:latin typeface="Arial" panose="020B0604020202020204" pitchFamily="34" charset="0"/>
            </a:endParaRPr>
          </a:p>
        </p:txBody>
      </p:sp>
      <p:grpSp>
        <p:nvGrpSpPr>
          <p:cNvPr id="34823" name="object 8">
            <a:extLst>
              <a:ext uri="{FF2B5EF4-FFF2-40B4-BE49-F238E27FC236}">
                <a16:creationId xmlns:a16="http://schemas.microsoft.com/office/drawing/2014/main" id="{2FDF0F16-0519-A799-FA10-ABA0DAFD3B93}"/>
              </a:ext>
            </a:extLst>
          </p:cNvPr>
          <p:cNvGrpSpPr>
            <a:grpSpLocks/>
          </p:cNvGrpSpPr>
          <p:nvPr/>
        </p:nvGrpSpPr>
        <p:grpSpPr bwMode="auto">
          <a:xfrm>
            <a:off x="531813" y="3055938"/>
            <a:ext cx="4845050" cy="3702050"/>
            <a:chOff x="532130" y="3055620"/>
            <a:chExt cx="4845685" cy="3702685"/>
          </a:xfrm>
        </p:grpSpPr>
        <p:sp>
          <p:nvSpPr>
            <p:cNvPr id="34833" name="object 9">
              <a:extLst>
                <a:ext uri="{FF2B5EF4-FFF2-40B4-BE49-F238E27FC236}">
                  <a16:creationId xmlns:a16="http://schemas.microsoft.com/office/drawing/2014/main" id="{3A7A4986-B097-575D-75C4-AB2F06763348}"/>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34" name="object 10">
              <a:extLst>
                <a:ext uri="{FF2B5EF4-FFF2-40B4-BE49-F238E27FC236}">
                  <a16:creationId xmlns:a16="http://schemas.microsoft.com/office/drawing/2014/main" id="{F2B99FA0-9646-4D3E-31C4-ECC3A8081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5" name="object 11">
              <a:extLst>
                <a:ext uri="{FF2B5EF4-FFF2-40B4-BE49-F238E27FC236}">
                  <a16:creationId xmlns:a16="http://schemas.microsoft.com/office/drawing/2014/main" id="{98555D52-9C52-4FDF-5D5F-4BF738682468}"/>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836" name="object 12">
              <a:extLst>
                <a:ext uri="{FF2B5EF4-FFF2-40B4-BE49-F238E27FC236}">
                  <a16:creationId xmlns:a16="http://schemas.microsoft.com/office/drawing/2014/main" id="{46481E89-835D-0E6A-2D04-C4EE0D847A21}"/>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4837" name="object 13">
              <a:extLst>
                <a:ext uri="{FF2B5EF4-FFF2-40B4-BE49-F238E27FC236}">
                  <a16:creationId xmlns:a16="http://schemas.microsoft.com/office/drawing/2014/main" id="{7F1824B6-27C4-B969-5CB2-91F5E0B5B5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81"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8" name="object 14">
              <a:extLst>
                <a:ext uri="{FF2B5EF4-FFF2-40B4-BE49-F238E27FC236}">
                  <a16:creationId xmlns:a16="http://schemas.microsoft.com/office/drawing/2014/main" id="{3EC702C4-369D-703E-86E9-1DDF880CC42C}"/>
                </a:ext>
              </a:extLst>
            </p:cNvPr>
            <p:cNvSpPr>
              <a:spLocks/>
            </p:cNvSpPr>
            <p:nvPr/>
          </p:nvSpPr>
          <p:spPr bwMode="auto">
            <a:xfrm>
              <a:off x="2082755" y="4261048"/>
              <a:ext cx="64769" cy="64769"/>
            </a:xfrm>
            <a:custGeom>
              <a:avLst/>
              <a:gdLst>
                <a:gd name="T0" fmla="*/ 32224 w 64769"/>
                <a:gd name="T1" fmla="*/ 0 h 64769"/>
                <a:gd name="T2" fmla="*/ 20098 w 64769"/>
                <a:gd name="T3" fmla="*/ 2359 h 64769"/>
                <a:gd name="T4" fmla="*/ 9438 w 64769"/>
                <a:gd name="T5" fmla="*/ 9438 h 64769"/>
                <a:gd name="T6" fmla="*/ 2359 w 64769"/>
                <a:gd name="T7" fmla="*/ 20098 h 64769"/>
                <a:gd name="T8" fmla="*/ 0 w 64769"/>
                <a:gd name="T9" fmla="*/ 32224 h 64769"/>
                <a:gd name="T10" fmla="*/ 2359 w 64769"/>
                <a:gd name="T11" fmla="*/ 44350 h 64769"/>
                <a:gd name="T12" fmla="*/ 9438 w 64769"/>
                <a:gd name="T13" fmla="*/ 55011 h 64769"/>
                <a:gd name="T14" fmla="*/ 20098 w 64769"/>
                <a:gd name="T15" fmla="*/ 62090 h 64769"/>
                <a:gd name="T16" fmla="*/ 32224 w 64769"/>
                <a:gd name="T17" fmla="*/ 64450 h 64769"/>
                <a:gd name="T18" fmla="*/ 44351 w 64769"/>
                <a:gd name="T19" fmla="*/ 62090 h 64769"/>
                <a:gd name="T20" fmla="*/ 55012 w 64769"/>
                <a:gd name="T21" fmla="*/ 55011 h 64769"/>
                <a:gd name="T22" fmla="*/ 62091 w 64769"/>
                <a:gd name="T23" fmla="*/ 44350 h 64769"/>
                <a:gd name="T24" fmla="*/ 64450 w 64769"/>
                <a:gd name="T25" fmla="*/ 32224 h 64769"/>
                <a:gd name="T26" fmla="*/ 62091 w 64769"/>
                <a:gd name="T27" fmla="*/ 20098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8"/>
                  </a:lnTo>
                  <a:lnTo>
                    <a:pt x="0" y="32224"/>
                  </a:lnTo>
                  <a:lnTo>
                    <a:pt x="2359" y="44350"/>
                  </a:lnTo>
                  <a:lnTo>
                    <a:pt x="9438" y="55011"/>
                  </a:lnTo>
                  <a:lnTo>
                    <a:pt x="20098" y="62090"/>
                  </a:lnTo>
                  <a:lnTo>
                    <a:pt x="32224" y="64450"/>
                  </a:lnTo>
                  <a:lnTo>
                    <a:pt x="44351" y="62090"/>
                  </a:lnTo>
                  <a:lnTo>
                    <a:pt x="55012" y="55011"/>
                  </a:lnTo>
                  <a:lnTo>
                    <a:pt x="62091" y="44350"/>
                  </a:lnTo>
                  <a:lnTo>
                    <a:pt x="64450" y="32224"/>
                  </a:lnTo>
                  <a:lnTo>
                    <a:pt x="62091" y="20098"/>
                  </a:lnTo>
                  <a:lnTo>
                    <a:pt x="55012" y="9438"/>
                  </a:lnTo>
                  <a:lnTo>
                    <a:pt x="44351" y="2359"/>
                  </a:lnTo>
                  <a:lnTo>
                    <a:pt x="32224"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9" name="object 15">
              <a:extLst>
                <a:ext uri="{FF2B5EF4-FFF2-40B4-BE49-F238E27FC236}">
                  <a16:creationId xmlns:a16="http://schemas.microsoft.com/office/drawing/2014/main" id="{30597B2C-261F-390C-5350-270B8F42C521}"/>
                </a:ext>
              </a:extLst>
            </p:cNvPr>
            <p:cNvSpPr>
              <a:spLocks/>
            </p:cNvSpPr>
            <p:nvPr/>
          </p:nvSpPr>
          <p:spPr bwMode="auto">
            <a:xfrm>
              <a:off x="2082755" y="4261048"/>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0" name="object 16">
              <a:extLst>
                <a:ext uri="{FF2B5EF4-FFF2-40B4-BE49-F238E27FC236}">
                  <a16:creationId xmlns:a16="http://schemas.microsoft.com/office/drawing/2014/main" id="{79C9F214-54E8-558E-1F9B-F59DF90F90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179" y="419945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1" name="object 17">
              <a:extLst>
                <a:ext uri="{FF2B5EF4-FFF2-40B4-BE49-F238E27FC236}">
                  <a16:creationId xmlns:a16="http://schemas.microsoft.com/office/drawing/2014/main" id="{CADBB2D6-2224-EE21-C149-F8C420030F1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836" y="431914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2" name="object 18">
              <a:extLst>
                <a:ext uri="{FF2B5EF4-FFF2-40B4-BE49-F238E27FC236}">
                  <a16:creationId xmlns:a16="http://schemas.microsoft.com/office/drawing/2014/main" id="{EF1284CB-AB89-2185-20E1-F46DF23D85F1}"/>
                </a:ext>
              </a:extLst>
            </p:cNvPr>
            <p:cNvSpPr>
              <a:spLocks/>
            </p:cNvSpPr>
            <p:nvPr/>
          </p:nvSpPr>
          <p:spPr bwMode="auto">
            <a:xfrm>
              <a:off x="1880266" y="4251910"/>
              <a:ext cx="64769" cy="64769"/>
            </a:xfrm>
            <a:custGeom>
              <a:avLst/>
              <a:gdLst>
                <a:gd name="T0" fmla="*/ 30041 w 64769"/>
                <a:gd name="T1" fmla="*/ 0 h 64769"/>
                <a:gd name="T2" fmla="*/ 18095 w 64769"/>
                <a:gd name="T3" fmla="*/ 3150 h 64769"/>
                <a:gd name="T4" fmla="*/ 7922 w 64769"/>
                <a:gd name="T5" fmla="*/ 10913 h 64769"/>
                <a:gd name="T6" fmla="*/ 1558 w 64769"/>
                <a:gd name="T7" fmla="*/ 22015 h 64769"/>
                <a:gd name="T8" fmla="*/ 0 w 64769"/>
                <a:gd name="T9" fmla="*/ 34270 h 64769"/>
                <a:gd name="T10" fmla="*/ 3150 w 64769"/>
                <a:gd name="T11" fmla="*/ 46216 h 64769"/>
                <a:gd name="T12" fmla="*/ 10913 w 64769"/>
                <a:gd name="T13" fmla="*/ 56389 h 64769"/>
                <a:gd name="T14" fmla="*/ 22015 w 64769"/>
                <a:gd name="T15" fmla="*/ 62753 h 64769"/>
                <a:gd name="T16" fmla="*/ 34270 w 64769"/>
                <a:gd name="T17" fmla="*/ 64311 h 64769"/>
                <a:gd name="T18" fmla="*/ 46216 w 64769"/>
                <a:gd name="T19" fmla="*/ 61161 h 64769"/>
                <a:gd name="T20" fmla="*/ 56388 w 64769"/>
                <a:gd name="T21" fmla="*/ 53398 h 64769"/>
                <a:gd name="T22" fmla="*/ 62752 w 64769"/>
                <a:gd name="T23" fmla="*/ 42296 h 64769"/>
                <a:gd name="T24" fmla="*/ 64311 w 64769"/>
                <a:gd name="T25" fmla="*/ 30040 h 64769"/>
                <a:gd name="T26" fmla="*/ 61161 w 64769"/>
                <a:gd name="T27" fmla="*/ 18095 h 64769"/>
                <a:gd name="T28" fmla="*/ 53397 w 64769"/>
                <a:gd name="T29" fmla="*/ 7922 h 64769"/>
                <a:gd name="T30" fmla="*/ 42296 w 64769"/>
                <a:gd name="T31" fmla="*/ 1558 h 64769"/>
                <a:gd name="T32" fmla="*/ 30041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0041" y="0"/>
                  </a:moveTo>
                  <a:lnTo>
                    <a:pt x="18095" y="3150"/>
                  </a:lnTo>
                  <a:lnTo>
                    <a:pt x="7922" y="10913"/>
                  </a:lnTo>
                  <a:lnTo>
                    <a:pt x="1558" y="22015"/>
                  </a:lnTo>
                  <a:lnTo>
                    <a:pt x="0" y="34270"/>
                  </a:lnTo>
                  <a:lnTo>
                    <a:pt x="3150" y="46216"/>
                  </a:lnTo>
                  <a:lnTo>
                    <a:pt x="10913" y="56389"/>
                  </a:lnTo>
                  <a:lnTo>
                    <a:pt x="22015" y="62753"/>
                  </a:lnTo>
                  <a:lnTo>
                    <a:pt x="34270" y="64311"/>
                  </a:lnTo>
                  <a:lnTo>
                    <a:pt x="46216" y="61161"/>
                  </a:lnTo>
                  <a:lnTo>
                    <a:pt x="56388" y="53398"/>
                  </a:lnTo>
                  <a:lnTo>
                    <a:pt x="62752" y="42296"/>
                  </a:lnTo>
                  <a:lnTo>
                    <a:pt x="64311" y="30040"/>
                  </a:lnTo>
                  <a:lnTo>
                    <a:pt x="61161" y="18095"/>
                  </a:lnTo>
                  <a:lnTo>
                    <a:pt x="53397" y="7922"/>
                  </a:lnTo>
                  <a:lnTo>
                    <a:pt x="42296" y="1558"/>
                  </a:lnTo>
                  <a:lnTo>
                    <a:pt x="30041"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3" name="object 19">
              <a:extLst>
                <a:ext uri="{FF2B5EF4-FFF2-40B4-BE49-F238E27FC236}">
                  <a16:creationId xmlns:a16="http://schemas.microsoft.com/office/drawing/2014/main" id="{BB21AF6E-9E7D-1BD7-1ABC-D9A5B7070F39}"/>
                </a:ext>
              </a:extLst>
            </p:cNvPr>
            <p:cNvSpPr>
              <a:spLocks/>
            </p:cNvSpPr>
            <p:nvPr/>
          </p:nvSpPr>
          <p:spPr bwMode="auto">
            <a:xfrm>
              <a:off x="1880266" y="4251910"/>
              <a:ext cx="64769" cy="64769"/>
            </a:xfrm>
            <a:custGeom>
              <a:avLst/>
              <a:gdLst>
                <a:gd name="T0" fmla="*/ 53397 w 64769"/>
                <a:gd name="T1" fmla="*/ 7922 h 64769"/>
                <a:gd name="T2" fmla="*/ 61161 w 64769"/>
                <a:gd name="T3" fmla="*/ 18095 h 64769"/>
                <a:gd name="T4" fmla="*/ 64311 w 64769"/>
                <a:gd name="T5" fmla="*/ 30040 h 64769"/>
                <a:gd name="T6" fmla="*/ 62752 w 64769"/>
                <a:gd name="T7" fmla="*/ 42296 h 64769"/>
                <a:gd name="T8" fmla="*/ 56388 w 64769"/>
                <a:gd name="T9" fmla="*/ 53397 h 64769"/>
                <a:gd name="T10" fmla="*/ 46216 w 64769"/>
                <a:gd name="T11" fmla="*/ 61161 h 64769"/>
                <a:gd name="T12" fmla="*/ 34270 w 64769"/>
                <a:gd name="T13" fmla="*/ 64311 h 64769"/>
                <a:gd name="T14" fmla="*/ 22015 w 64769"/>
                <a:gd name="T15" fmla="*/ 62752 h 64769"/>
                <a:gd name="T16" fmla="*/ 10913 w 64769"/>
                <a:gd name="T17" fmla="*/ 56388 h 64769"/>
                <a:gd name="T18" fmla="*/ 3150 w 64769"/>
                <a:gd name="T19" fmla="*/ 46216 h 64769"/>
                <a:gd name="T20" fmla="*/ 0 w 64769"/>
                <a:gd name="T21" fmla="*/ 34270 h 64769"/>
                <a:gd name="T22" fmla="*/ 1558 w 64769"/>
                <a:gd name="T23" fmla="*/ 22015 h 64769"/>
                <a:gd name="T24" fmla="*/ 7922 w 64769"/>
                <a:gd name="T25" fmla="*/ 10913 h 64769"/>
                <a:gd name="T26" fmla="*/ 18095 w 64769"/>
                <a:gd name="T27" fmla="*/ 3150 h 64769"/>
                <a:gd name="T28" fmla="*/ 30040 w 64769"/>
                <a:gd name="T29" fmla="*/ 0 h 64769"/>
                <a:gd name="T30" fmla="*/ 42296 w 64769"/>
                <a:gd name="T31" fmla="*/ 1558 h 64769"/>
                <a:gd name="T32" fmla="*/ 53397 w 64769"/>
                <a:gd name="T33" fmla="*/ 7922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3397" y="7922"/>
                  </a:moveTo>
                  <a:lnTo>
                    <a:pt x="61161" y="18095"/>
                  </a:lnTo>
                  <a:lnTo>
                    <a:pt x="64311" y="30040"/>
                  </a:lnTo>
                  <a:lnTo>
                    <a:pt x="62752" y="42296"/>
                  </a:lnTo>
                  <a:lnTo>
                    <a:pt x="56388" y="53397"/>
                  </a:lnTo>
                  <a:lnTo>
                    <a:pt x="46216" y="61161"/>
                  </a:lnTo>
                  <a:lnTo>
                    <a:pt x="34270" y="64311"/>
                  </a:lnTo>
                  <a:lnTo>
                    <a:pt x="22015" y="62752"/>
                  </a:lnTo>
                  <a:lnTo>
                    <a:pt x="10913" y="56388"/>
                  </a:lnTo>
                  <a:lnTo>
                    <a:pt x="3150" y="46216"/>
                  </a:lnTo>
                  <a:lnTo>
                    <a:pt x="0" y="34270"/>
                  </a:lnTo>
                  <a:lnTo>
                    <a:pt x="1558" y="22015"/>
                  </a:lnTo>
                  <a:lnTo>
                    <a:pt x="7922" y="10913"/>
                  </a:lnTo>
                  <a:lnTo>
                    <a:pt x="18095" y="3150"/>
                  </a:lnTo>
                  <a:lnTo>
                    <a:pt x="30040" y="0"/>
                  </a:lnTo>
                  <a:lnTo>
                    <a:pt x="42296" y="1558"/>
                  </a:lnTo>
                  <a:lnTo>
                    <a:pt x="53397" y="7922"/>
                  </a:lnTo>
                </a:path>
              </a:pathLst>
            </a:custGeom>
            <a:noFill/>
            <a:ln w="12699"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4" name="object 20">
              <a:extLst>
                <a:ext uri="{FF2B5EF4-FFF2-40B4-BE49-F238E27FC236}">
                  <a16:creationId xmlns:a16="http://schemas.microsoft.com/office/drawing/2014/main" id="{607D473E-A2F3-1F65-959D-4006FAFA5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5126"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5" name="object 21">
              <a:extLst>
                <a:ext uri="{FF2B5EF4-FFF2-40B4-BE49-F238E27FC236}">
                  <a16:creationId xmlns:a16="http://schemas.microsoft.com/office/drawing/2014/main" id="{F473AA3B-1862-AAE5-42C1-8BA848083BD1}"/>
                </a:ext>
              </a:extLst>
            </p:cNvPr>
            <p:cNvSpPr>
              <a:spLocks/>
            </p:cNvSpPr>
            <p:nvPr/>
          </p:nvSpPr>
          <p:spPr bwMode="auto">
            <a:xfrm>
              <a:off x="1806538" y="4509643"/>
              <a:ext cx="64769" cy="64769"/>
            </a:xfrm>
            <a:custGeom>
              <a:avLst/>
              <a:gdLst>
                <a:gd name="T0" fmla="*/ 32225 w 64769"/>
                <a:gd name="T1" fmla="*/ 0 h 64769"/>
                <a:gd name="T2" fmla="*/ 20099 w 64769"/>
                <a:gd name="T3" fmla="*/ 2359 h 64769"/>
                <a:gd name="T4" fmla="*/ 9439 w 64769"/>
                <a:gd name="T5" fmla="*/ 9438 h 64769"/>
                <a:gd name="T6" fmla="*/ 2359 w 64769"/>
                <a:gd name="T7" fmla="*/ 20098 h 64769"/>
                <a:gd name="T8" fmla="*/ 0 w 64769"/>
                <a:gd name="T9" fmla="*/ 32224 h 64769"/>
                <a:gd name="T10" fmla="*/ 2359 w 64769"/>
                <a:gd name="T11" fmla="*/ 44351 h 64769"/>
                <a:gd name="T12" fmla="*/ 9439 w 64769"/>
                <a:gd name="T13" fmla="*/ 55012 h 64769"/>
                <a:gd name="T14" fmla="*/ 20099 w 64769"/>
                <a:gd name="T15" fmla="*/ 62091 h 64769"/>
                <a:gd name="T16" fmla="*/ 32225 w 64769"/>
                <a:gd name="T17" fmla="*/ 64450 h 64769"/>
                <a:gd name="T18" fmla="*/ 44351 w 64769"/>
                <a:gd name="T19" fmla="*/ 62091 h 64769"/>
                <a:gd name="T20" fmla="*/ 55011 w 64769"/>
                <a:gd name="T21" fmla="*/ 55012 h 64769"/>
                <a:gd name="T22" fmla="*/ 62091 w 64769"/>
                <a:gd name="T23" fmla="*/ 44351 h 64769"/>
                <a:gd name="T24" fmla="*/ 64451 w 64769"/>
                <a:gd name="T25" fmla="*/ 32224 h 64769"/>
                <a:gd name="T26" fmla="*/ 62091 w 64769"/>
                <a:gd name="T27" fmla="*/ 20098 h 64769"/>
                <a:gd name="T28" fmla="*/ 55011 w 64769"/>
                <a:gd name="T29" fmla="*/ 9438 h 64769"/>
                <a:gd name="T30" fmla="*/ 44351 w 64769"/>
                <a:gd name="T31" fmla="*/ 2359 h 64769"/>
                <a:gd name="T32" fmla="*/ 32225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5" y="0"/>
                  </a:moveTo>
                  <a:lnTo>
                    <a:pt x="20099" y="2359"/>
                  </a:lnTo>
                  <a:lnTo>
                    <a:pt x="9439" y="9438"/>
                  </a:lnTo>
                  <a:lnTo>
                    <a:pt x="2359" y="20098"/>
                  </a:lnTo>
                  <a:lnTo>
                    <a:pt x="0" y="32224"/>
                  </a:lnTo>
                  <a:lnTo>
                    <a:pt x="2359" y="44351"/>
                  </a:lnTo>
                  <a:lnTo>
                    <a:pt x="9439" y="55012"/>
                  </a:lnTo>
                  <a:lnTo>
                    <a:pt x="20099" y="62091"/>
                  </a:lnTo>
                  <a:lnTo>
                    <a:pt x="32225" y="64450"/>
                  </a:lnTo>
                  <a:lnTo>
                    <a:pt x="44351" y="62091"/>
                  </a:lnTo>
                  <a:lnTo>
                    <a:pt x="55011" y="55012"/>
                  </a:lnTo>
                  <a:lnTo>
                    <a:pt x="62091" y="44351"/>
                  </a:lnTo>
                  <a:lnTo>
                    <a:pt x="64451" y="32224"/>
                  </a:lnTo>
                  <a:lnTo>
                    <a:pt x="62091" y="20098"/>
                  </a:lnTo>
                  <a:lnTo>
                    <a:pt x="55011" y="9438"/>
                  </a:lnTo>
                  <a:lnTo>
                    <a:pt x="44351" y="2359"/>
                  </a:lnTo>
                  <a:lnTo>
                    <a:pt x="32225"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6" name="object 22">
              <a:extLst>
                <a:ext uri="{FF2B5EF4-FFF2-40B4-BE49-F238E27FC236}">
                  <a16:creationId xmlns:a16="http://schemas.microsoft.com/office/drawing/2014/main" id="{4F31AFC9-5897-5887-3175-F570EB58B8DC}"/>
                </a:ext>
              </a:extLst>
            </p:cNvPr>
            <p:cNvSpPr>
              <a:spLocks/>
            </p:cNvSpPr>
            <p:nvPr/>
          </p:nvSpPr>
          <p:spPr bwMode="auto">
            <a:xfrm>
              <a:off x="1806539" y="4509643"/>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7" name="object 23">
              <a:extLst>
                <a:ext uri="{FF2B5EF4-FFF2-40B4-BE49-F238E27FC236}">
                  <a16:creationId xmlns:a16="http://schemas.microsoft.com/office/drawing/2014/main" id="{576ABE1E-F6E8-BDCD-A203-777B350496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991"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8" name="object 24">
              <a:extLst>
                <a:ext uri="{FF2B5EF4-FFF2-40B4-BE49-F238E27FC236}">
                  <a16:creationId xmlns:a16="http://schemas.microsoft.com/office/drawing/2014/main" id="{F66B5594-C859-D9C5-EE44-03C3D4189E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14" y="440201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9" name="object 25">
              <a:extLst>
                <a:ext uri="{FF2B5EF4-FFF2-40B4-BE49-F238E27FC236}">
                  <a16:creationId xmlns:a16="http://schemas.microsoft.com/office/drawing/2014/main" id="{AE8C7BAA-6271-C74D-892E-4BBF747D56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306" y="407976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0" name="object 26">
              <a:extLst>
                <a:ext uri="{FF2B5EF4-FFF2-40B4-BE49-F238E27FC236}">
                  <a16:creationId xmlns:a16="http://schemas.microsoft.com/office/drawing/2014/main" id="{F8CD936E-328D-16FC-78BC-084B7250BE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423" y="465060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1" name="object 27">
              <a:extLst>
                <a:ext uri="{FF2B5EF4-FFF2-40B4-BE49-F238E27FC236}">
                  <a16:creationId xmlns:a16="http://schemas.microsoft.com/office/drawing/2014/main" id="{DBB92751-A0A8-4469-BDBF-9A8B6C5598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468" y="481633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2" name="object 28">
              <a:extLst>
                <a:ext uri="{FF2B5EF4-FFF2-40B4-BE49-F238E27FC236}">
                  <a16:creationId xmlns:a16="http://schemas.microsoft.com/office/drawing/2014/main" id="{893F00A2-CEBD-2990-F91C-F91FB4EDB7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659" y="4374391"/>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3" name="object 29">
              <a:extLst>
                <a:ext uri="{FF2B5EF4-FFF2-40B4-BE49-F238E27FC236}">
                  <a16:creationId xmlns:a16="http://schemas.microsoft.com/office/drawing/2014/main" id="{FE2BDCD4-E5AE-CB55-4A4E-2AC86B6D1A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2135"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4" name="object 30">
              <a:extLst>
                <a:ext uri="{FF2B5EF4-FFF2-40B4-BE49-F238E27FC236}">
                  <a16:creationId xmlns:a16="http://schemas.microsoft.com/office/drawing/2014/main" id="{5EF39A58-930F-C920-5C48-C031E0DE7A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974" y="415341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5" name="object 31">
              <a:extLst>
                <a:ext uri="{FF2B5EF4-FFF2-40B4-BE49-F238E27FC236}">
                  <a16:creationId xmlns:a16="http://schemas.microsoft.com/office/drawing/2014/main" id="{0D902AAA-08E5-9D1F-CC27-01C2D5C714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06" y="453091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6" name="object 32">
              <a:extLst>
                <a:ext uri="{FF2B5EF4-FFF2-40B4-BE49-F238E27FC236}">
                  <a16:creationId xmlns:a16="http://schemas.microsoft.com/office/drawing/2014/main" id="{D95E2DB7-D09F-825A-CFF2-CBCEC168E15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4498" y="469664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7" name="object 33">
              <a:extLst>
                <a:ext uri="{FF2B5EF4-FFF2-40B4-BE49-F238E27FC236}">
                  <a16:creationId xmlns:a16="http://schemas.microsoft.com/office/drawing/2014/main" id="{370CCBB3-3ADA-E7C0-64E1-4BA6775BB6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939" y="472426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8" name="object 34">
              <a:extLst>
                <a:ext uri="{FF2B5EF4-FFF2-40B4-BE49-F238E27FC236}">
                  <a16:creationId xmlns:a16="http://schemas.microsoft.com/office/drawing/2014/main" id="{C42E2668-EB23-D8AD-7044-7A212E7EED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9923" y="4687437"/>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59" name="object 35">
              <a:extLst>
                <a:ext uri="{FF2B5EF4-FFF2-40B4-BE49-F238E27FC236}">
                  <a16:creationId xmlns:a16="http://schemas.microsoft.com/office/drawing/2014/main" id="{4C669CDF-055E-B314-2268-22D389DCC915}"/>
                </a:ext>
              </a:extLst>
            </p:cNvPr>
            <p:cNvSpPr>
              <a:spLocks/>
            </p:cNvSpPr>
            <p:nvPr/>
          </p:nvSpPr>
          <p:spPr bwMode="auto">
            <a:xfrm>
              <a:off x="3859750" y="487793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1 w 64769"/>
                <a:gd name="T19" fmla="*/ 62091 h 64769"/>
                <a:gd name="T20" fmla="*/ 55012 w 64769"/>
                <a:gd name="T21" fmla="*/ 55012 h 64769"/>
                <a:gd name="T22" fmla="*/ 62091 w 64769"/>
                <a:gd name="T23" fmla="*/ 44352 h 64769"/>
                <a:gd name="T24" fmla="*/ 64450 w 64769"/>
                <a:gd name="T25" fmla="*/ 32225 h 64769"/>
                <a:gd name="T26" fmla="*/ 62091 w 64769"/>
                <a:gd name="T27" fmla="*/ 20099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1" y="62091"/>
                  </a:lnTo>
                  <a:lnTo>
                    <a:pt x="55012" y="55012"/>
                  </a:lnTo>
                  <a:lnTo>
                    <a:pt x="62091" y="44352"/>
                  </a:lnTo>
                  <a:lnTo>
                    <a:pt x="64450" y="32225"/>
                  </a:lnTo>
                  <a:lnTo>
                    <a:pt x="62091" y="20099"/>
                  </a:lnTo>
                  <a:lnTo>
                    <a:pt x="55012" y="9438"/>
                  </a:lnTo>
                  <a:lnTo>
                    <a:pt x="44351"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0" name="object 36">
              <a:extLst>
                <a:ext uri="{FF2B5EF4-FFF2-40B4-BE49-F238E27FC236}">
                  <a16:creationId xmlns:a16="http://schemas.microsoft.com/office/drawing/2014/main" id="{071A6A09-10D7-C387-3096-ACC557A35DAD}"/>
                </a:ext>
              </a:extLst>
            </p:cNvPr>
            <p:cNvSpPr>
              <a:spLocks/>
            </p:cNvSpPr>
            <p:nvPr/>
          </p:nvSpPr>
          <p:spPr bwMode="auto">
            <a:xfrm>
              <a:off x="3859749" y="487793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1" name="object 37">
              <a:extLst>
                <a:ext uri="{FF2B5EF4-FFF2-40B4-BE49-F238E27FC236}">
                  <a16:creationId xmlns:a16="http://schemas.microsoft.com/office/drawing/2014/main" id="{229063BA-D41D-AF1B-9B76-6922ACCFDB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389" y="492682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62" name="object 38">
              <a:extLst>
                <a:ext uri="{FF2B5EF4-FFF2-40B4-BE49-F238E27FC236}">
                  <a16:creationId xmlns:a16="http://schemas.microsoft.com/office/drawing/2014/main" id="{332A45F9-ACED-F2D6-AA4D-7729FE91A6E6}"/>
                </a:ext>
              </a:extLst>
            </p:cNvPr>
            <p:cNvSpPr>
              <a:spLocks/>
            </p:cNvSpPr>
            <p:nvPr/>
          </p:nvSpPr>
          <p:spPr bwMode="auto">
            <a:xfrm>
              <a:off x="4043895" y="504366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0 w 64769"/>
                <a:gd name="T19" fmla="*/ 62091 h 64769"/>
                <a:gd name="T20" fmla="*/ 55011 w 64769"/>
                <a:gd name="T21" fmla="*/ 55012 h 64769"/>
                <a:gd name="T22" fmla="*/ 62090 w 64769"/>
                <a:gd name="T23" fmla="*/ 44352 h 64769"/>
                <a:gd name="T24" fmla="*/ 64450 w 64769"/>
                <a:gd name="T25" fmla="*/ 32225 h 64769"/>
                <a:gd name="T26" fmla="*/ 62090 w 64769"/>
                <a:gd name="T27" fmla="*/ 20099 h 64769"/>
                <a:gd name="T28" fmla="*/ 55011 w 64769"/>
                <a:gd name="T29" fmla="*/ 9438 h 64769"/>
                <a:gd name="T30" fmla="*/ 44350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0" y="62091"/>
                  </a:lnTo>
                  <a:lnTo>
                    <a:pt x="55011" y="55012"/>
                  </a:lnTo>
                  <a:lnTo>
                    <a:pt x="62090" y="44352"/>
                  </a:lnTo>
                  <a:lnTo>
                    <a:pt x="64450" y="32225"/>
                  </a:lnTo>
                  <a:lnTo>
                    <a:pt x="62090" y="20099"/>
                  </a:lnTo>
                  <a:lnTo>
                    <a:pt x="55011" y="9438"/>
                  </a:lnTo>
                  <a:lnTo>
                    <a:pt x="44350"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3" name="object 39">
              <a:extLst>
                <a:ext uri="{FF2B5EF4-FFF2-40B4-BE49-F238E27FC236}">
                  <a16:creationId xmlns:a16="http://schemas.microsoft.com/office/drawing/2014/main" id="{CFABAD79-9E4E-91EC-EA8F-E1755E17FAE0}"/>
                </a:ext>
              </a:extLst>
            </p:cNvPr>
            <p:cNvSpPr>
              <a:spLocks/>
            </p:cNvSpPr>
            <p:nvPr/>
          </p:nvSpPr>
          <p:spPr bwMode="auto">
            <a:xfrm>
              <a:off x="4043894" y="504366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4" name="object 40">
              <a:extLst>
                <a:ext uri="{FF2B5EF4-FFF2-40B4-BE49-F238E27FC236}">
                  <a16:creationId xmlns:a16="http://schemas.microsoft.com/office/drawing/2014/main" id="{02CD64A3-9952-0E54-2CE4-65FB3BFFC34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06" y="512938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5" name="object 41">
              <a:extLst>
                <a:ext uri="{FF2B5EF4-FFF2-40B4-BE49-F238E27FC236}">
                  <a16:creationId xmlns:a16="http://schemas.microsoft.com/office/drawing/2014/main" id="{3387B01F-C87B-8E49-6A07-BBD303599E9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354" y="515700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6" name="object 42">
              <a:extLst>
                <a:ext uri="{FF2B5EF4-FFF2-40B4-BE49-F238E27FC236}">
                  <a16:creationId xmlns:a16="http://schemas.microsoft.com/office/drawing/2014/main" id="{1B90F62C-7F66-7BC9-D566-60F18E48ACD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426" y="535956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7" name="object 43">
              <a:extLst>
                <a:ext uri="{FF2B5EF4-FFF2-40B4-BE49-F238E27FC236}">
                  <a16:creationId xmlns:a16="http://schemas.microsoft.com/office/drawing/2014/main" id="{CA6B3FE9-61AF-929C-19D1-E187A54BE4A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472" y="522145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8" name="object 44">
              <a:extLst>
                <a:ext uri="{FF2B5EF4-FFF2-40B4-BE49-F238E27FC236}">
                  <a16:creationId xmlns:a16="http://schemas.microsoft.com/office/drawing/2014/main" id="{22D99E32-5F90-E9DE-F982-F29EDC7BB15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0103" y="517542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9" name="object 45">
              <a:extLst>
                <a:ext uri="{FF2B5EF4-FFF2-40B4-BE49-F238E27FC236}">
                  <a16:creationId xmlns:a16="http://schemas.microsoft.com/office/drawing/2014/main" id="{D2A1908B-8D65-A338-9B63-397FA0F42E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742" y="539639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0" name="object 46">
              <a:extLst>
                <a:ext uri="{FF2B5EF4-FFF2-40B4-BE49-F238E27FC236}">
                  <a16:creationId xmlns:a16="http://schemas.microsoft.com/office/drawing/2014/main" id="{DD4C22D2-CE1D-F6FC-C36D-64B73B8B7A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2482" y="541480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1" name="object 47">
              <a:extLst>
                <a:ext uri="{FF2B5EF4-FFF2-40B4-BE49-F238E27FC236}">
                  <a16:creationId xmlns:a16="http://schemas.microsoft.com/office/drawing/2014/main" id="{152F2245-FF1B-1E2E-251C-4A7930D363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347" y="474268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2" name="object 48">
              <a:extLst>
                <a:ext uri="{FF2B5EF4-FFF2-40B4-BE49-F238E27FC236}">
                  <a16:creationId xmlns:a16="http://schemas.microsoft.com/office/drawing/2014/main" id="{0FFEB598-AB73-A27C-E1ED-167A38EFC70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3887" y="572785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73" name="object 49">
              <a:extLst>
                <a:ext uri="{FF2B5EF4-FFF2-40B4-BE49-F238E27FC236}">
                  <a16:creationId xmlns:a16="http://schemas.microsoft.com/office/drawing/2014/main" id="{C172BBC5-287F-463C-8635-FB3C4264AB8A}"/>
                </a:ext>
              </a:extLst>
            </p:cNvPr>
            <p:cNvSpPr>
              <a:spLocks/>
            </p:cNvSpPr>
            <p:nvPr/>
          </p:nvSpPr>
          <p:spPr bwMode="auto">
            <a:xfrm>
              <a:off x="3867150" y="497205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74" name="object 50">
              <a:extLst>
                <a:ext uri="{FF2B5EF4-FFF2-40B4-BE49-F238E27FC236}">
                  <a16:creationId xmlns:a16="http://schemas.microsoft.com/office/drawing/2014/main" id="{7E10BED7-EA34-0521-8AAA-EEEF46C82982}"/>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899 h 215900"/>
                <a:gd name="T6" fmla="*/ 0 w 203200"/>
                <a:gd name="T7" fmla="*/ 215899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899"/>
                  </a:lnTo>
                  <a:lnTo>
                    <a:pt x="0" y="215899"/>
                  </a:lnTo>
                  <a:lnTo>
                    <a:pt x="0" y="0"/>
                  </a:lnTo>
                  <a:close/>
                </a:path>
              </a:pathLst>
            </a:custGeom>
            <a:noFill/>
            <a:ln w="12699"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34824" name="object 51">
            <a:extLst>
              <a:ext uri="{FF2B5EF4-FFF2-40B4-BE49-F238E27FC236}">
                <a16:creationId xmlns:a16="http://schemas.microsoft.com/office/drawing/2014/main" id="{B20E4957-ABE5-0714-A8D2-A4AE2FE24358}"/>
              </a:ext>
            </a:extLst>
          </p:cNvPr>
          <p:cNvGrpSpPr>
            <a:grpSpLocks/>
          </p:cNvGrpSpPr>
          <p:nvPr/>
        </p:nvGrpSpPr>
        <p:grpSpPr bwMode="auto">
          <a:xfrm>
            <a:off x="1892300" y="4305300"/>
            <a:ext cx="215900" cy="215900"/>
            <a:chOff x="1892300" y="4305299"/>
            <a:chExt cx="215900" cy="215900"/>
          </a:xfrm>
        </p:grpSpPr>
        <p:sp>
          <p:nvSpPr>
            <p:cNvPr id="34831" name="object 52">
              <a:extLst>
                <a:ext uri="{FF2B5EF4-FFF2-40B4-BE49-F238E27FC236}">
                  <a16:creationId xmlns:a16="http://schemas.microsoft.com/office/drawing/2014/main" id="{01D079C2-BA6F-6F48-990C-D8CC47195BF2}"/>
                </a:ext>
              </a:extLst>
            </p:cNvPr>
            <p:cNvSpPr>
              <a:spLocks/>
            </p:cNvSpPr>
            <p:nvPr/>
          </p:nvSpPr>
          <p:spPr bwMode="auto">
            <a:xfrm>
              <a:off x="1898650" y="4311649"/>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2" name="object 53">
              <a:extLst>
                <a:ext uri="{FF2B5EF4-FFF2-40B4-BE49-F238E27FC236}">
                  <a16:creationId xmlns:a16="http://schemas.microsoft.com/office/drawing/2014/main" id="{5CC5493D-CE11-8E98-EF7F-FCD23E709272}"/>
                </a:ext>
              </a:extLst>
            </p:cNvPr>
            <p:cNvSpPr>
              <a:spLocks/>
            </p:cNvSpPr>
            <p:nvPr/>
          </p:nvSpPr>
          <p:spPr bwMode="auto">
            <a:xfrm>
              <a:off x="1898650" y="4311649"/>
              <a:ext cx="203200" cy="203200"/>
            </a:xfrm>
            <a:custGeom>
              <a:avLst/>
              <a:gdLst>
                <a:gd name="T0" fmla="*/ 0 w 203200"/>
                <a:gd name="T1" fmla="*/ 0 h 203200"/>
                <a:gd name="T2" fmla="*/ 203199 w 203200"/>
                <a:gd name="T3" fmla="*/ 0 h 203200"/>
                <a:gd name="T4" fmla="*/ 203199 w 203200"/>
                <a:gd name="T5" fmla="*/ 203199 h 203200"/>
                <a:gd name="T6" fmla="*/ 0 w 203200"/>
                <a:gd name="T7" fmla="*/ 203199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199" y="0"/>
                  </a:lnTo>
                  <a:lnTo>
                    <a:pt x="203199" y="203199"/>
                  </a:lnTo>
                  <a:lnTo>
                    <a:pt x="0" y="203199"/>
                  </a:lnTo>
                  <a:lnTo>
                    <a:pt x="0" y="0"/>
                  </a:lnTo>
                  <a:close/>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34825" name="object 54">
            <a:extLst>
              <a:ext uri="{FF2B5EF4-FFF2-40B4-BE49-F238E27FC236}">
                <a16:creationId xmlns:a16="http://schemas.microsoft.com/office/drawing/2014/main" id="{D5981D0B-6E27-8A44-4E76-46AD7069D070}"/>
              </a:ext>
            </a:extLst>
          </p:cNvPr>
          <p:cNvSpPr txBox="1">
            <a:spLocks noChangeArrowheads="1"/>
          </p:cNvSpPr>
          <p:nvPr/>
        </p:nvSpPr>
        <p:spPr bwMode="auto">
          <a:xfrm>
            <a:off x="7315200" y="7836301"/>
            <a:ext cx="5143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i="1" dirty="0" err="1">
                <a:latin typeface="Cambria" panose="02040503050406030204" pitchFamily="18" charset="0"/>
              </a:rPr>
              <a:t>z</a:t>
            </a:r>
            <a:r>
              <a:rPr lang="ru-RU" altLang="en-US" sz="3700" i="1" baseline="-12000" dirty="0" err="1">
                <a:latin typeface="Cambria" panose="02040503050406030204" pitchFamily="18" charset="0"/>
              </a:rPr>
              <a:t>n</a:t>
            </a:r>
            <a:endParaRPr lang="ru-RU" altLang="en-US" sz="3700" baseline="-12000" dirty="0">
              <a:latin typeface="Cambria" panose="02040503050406030204" pitchFamily="18" charset="0"/>
            </a:endParaRPr>
          </a:p>
        </p:txBody>
      </p:sp>
      <p:sp>
        <p:nvSpPr>
          <p:cNvPr id="34830" name="object 59">
            <a:extLst>
              <a:ext uri="{FF2B5EF4-FFF2-40B4-BE49-F238E27FC236}">
                <a16:creationId xmlns:a16="http://schemas.microsoft.com/office/drawing/2014/main" id="{04362646-20B6-08E2-EF06-A57B1E9F114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8EE1368-DFD5-FB3D-041B-4AF7D6C67483}"/>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68EE1368-DFD5-FB3D-041B-4AF7D6C67483}"/>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1"/>
                <a:stretch>
                  <a:fillRect l="-361" t="-7895" r="-843"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8F97924-E852-99EF-1183-FF8499790B3F}"/>
                  </a:ext>
                </a:extLst>
              </p:cNvPr>
              <p:cNvSpPr txBox="1"/>
              <p:nvPr/>
            </p:nvSpPr>
            <p:spPr>
              <a:xfrm>
                <a:off x="7291660" y="8642963"/>
                <a:ext cx="3328091" cy="6263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sub>
                          </m:sSub>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3" name="TextBox 2">
                <a:extLst>
                  <a:ext uri="{FF2B5EF4-FFF2-40B4-BE49-F238E27FC236}">
                    <a16:creationId xmlns:a16="http://schemas.microsoft.com/office/drawing/2014/main" id="{A8F97924-E852-99EF-1183-FF8499790B3F}"/>
                  </a:ext>
                </a:extLst>
              </p:cNvPr>
              <p:cNvSpPr txBox="1">
                <a:spLocks noRot="1" noChangeAspect="1" noMove="1" noResize="1" noEditPoints="1" noAdjustHandles="1" noChangeArrowheads="1" noChangeShapeType="1" noTextEdit="1"/>
              </p:cNvSpPr>
              <p:nvPr/>
            </p:nvSpPr>
            <p:spPr>
              <a:xfrm>
                <a:off x="7291660" y="8642963"/>
                <a:ext cx="3328091" cy="626325"/>
              </a:xfrm>
              <a:prstGeom prst="rect">
                <a:avLst/>
              </a:prstGeom>
              <a:blipFill>
                <a:blip r:embed="rId12"/>
                <a:stretch>
                  <a:fillRect l="-1521" b="-235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3B87F07-1299-6A92-4A22-714A5A90CF01}"/>
                  </a:ext>
                </a:extLst>
              </p:cNvPr>
              <p:cNvSpPr txBox="1"/>
              <p:nvPr/>
            </p:nvSpPr>
            <p:spPr>
              <a:xfrm>
                <a:off x="7963189" y="8477149"/>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4" name="TextBox 3">
                <a:extLst>
                  <a:ext uri="{FF2B5EF4-FFF2-40B4-BE49-F238E27FC236}">
                    <a16:creationId xmlns:a16="http://schemas.microsoft.com/office/drawing/2014/main" id="{53B87F07-1299-6A92-4A22-714A5A90CF01}"/>
                  </a:ext>
                </a:extLst>
              </p:cNvPr>
              <p:cNvSpPr txBox="1">
                <a:spLocks noRot="1" noChangeAspect="1" noMove="1" noResize="1" noEditPoints="1" noAdjustHandles="1" noChangeArrowheads="1" noChangeShapeType="1" noTextEdit="1"/>
              </p:cNvSpPr>
              <p:nvPr/>
            </p:nvSpPr>
            <p:spPr>
              <a:xfrm>
                <a:off x="7963189" y="8477149"/>
                <a:ext cx="637610" cy="276999"/>
              </a:xfrm>
              <a:prstGeom prst="rect">
                <a:avLst/>
              </a:prstGeom>
              <a:blipFill>
                <a:blip r:embed="rId13"/>
                <a:stretch>
                  <a:fillRect l="-11538" r="-11538"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22B8528-71AD-7024-3E6D-A9FF606F0FC4}"/>
                  </a:ext>
                </a:extLst>
              </p:cNvPr>
              <p:cNvSpPr txBox="1"/>
              <p:nvPr/>
            </p:nvSpPr>
            <p:spPr>
              <a:xfrm>
                <a:off x="7185225" y="4929198"/>
                <a:ext cx="2929263"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0</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m:rPr>
                                  <m:sty m:val="p"/>
                                </m:rPr>
                                <a:rPr lang="en-US" sz="3500" b="0" i="0" smtClean="0">
                                  <a:latin typeface="Cambria Math" panose="02040503050406030204" pitchFamily="18" charset="0"/>
                                </a:rPr>
                                <m:t>Σ</m:t>
                              </m:r>
                            </m:e>
                            <m:sub>
                              <m:r>
                                <a:rPr lang="en-US" sz="3500" b="0" i="1" smtClean="0">
                                  <a:latin typeface="Cambria Math" panose="02040503050406030204" pitchFamily="18" charset="0"/>
                                </a:rPr>
                                <m:t>0</m:t>
                              </m:r>
                            </m:sub>
                          </m:sSub>
                        </m:e>
                      </m:d>
                    </m:oMath>
                  </m:oMathPara>
                </a14:m>
                <a:endParaRPr lang="en-US" sz="3500" dirty="0"/>
              </a:p>
            </p:txBody>
          </p:sp>
        </mc:Choice>
        <mc:Fallback>
          <p:sp>
            <p:nvSpPr>
              <p:cNvPr id="5" name="TextBox 4">
                <a:extLst>
                  <a:ext uri="{FF2B5EF4-FFF2-40B4-BE49-F238E27FC236}">
                    <a16:creationId xmlns:a16="http://schemas.microsoft.com/office/drawing/2014/main" id="{022B8528-71AD-7024-3E6D-A9FF606F0FC4}"/>
                  </a:ext>
                </a:extLst>
              </p:cNvPr>
              <p:cNvSpPr txBox="1">
                <a:spLocks noRot="1" noChangeAspect="1" noMove="1" noResize="1" noEditPoints="1" noAdjustHandles="1" noChangeArrowheads="1" noChangeShapeType="1" noTextEdit="1"/>
              </p:cNvSpPr>
              <p:nvPr/>
            </p:nvSpPr>
            <p:spPr>
              <a:xfrm>
                <a:off x="7185225" y="4929198"/>
                <a:ext cx="2929263" cy="538609"/>
              </a:xfrm>
              <a:prstGeom prst="rect">
                <a:avLst/>
              </a:prstGeom>
              <a:blipFill>
                <a:blip r:embed="rId14"/>
                <a:stretch>
                  <a:fillRect l="-2586" b="-209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0312489-C21D-38B6-C51B-3E4F3805FFC3}"/>
                  </a:ext>
                </a:extLst>
              </p:cNvPr>
              <p:cNvSpPr txBox="1"/>
              <p:nvPr/>
            </p:nvSpPr>
            <p:spPr>
              <a:xfrm>
                <a:off x="7792822" y="4804792"/>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6" name="TextBox 5">
                <a:extLst>
                  <a:ext uri="{FF2B5EF4-FFF2-40B4-BE49-F238E27FC236}">
                    <a16:creationId xmlns:a16="http://schemas.microsoft.com/office/drawing/2014/main" id="{C0312489-C21D-38B6-C51B-3E4F3805FFC3}"/>
                  </a:ext>
                </a:extLst>
              </p:cNvPr>
              <p:cNvSpPr txBox="1">
                <a:spLocks noRot="1" noChangeAspect="1" noMove="1" noResize="1" noEditPoints="1" noAdjustHandles="1" noChangeArrowheads="1" noChangeShapeType="1" noTextEdit="1"/>
              </p:cNvSpPr>
              <p:nvPr/>
            </p:nvSpPr>
            <p:spPr>
              <a:xfrm>
                <a:off x="7792822" y="4804792"/>
                <a:ext cx="340734" cy="276999"/>
              </a:xfrm>
              <a:prstGeom prst="rect">
                <a:avLst/>
              </a:prstGeom>
              <a:blipFill>
                <a:blip r:embed="rId15"/>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2787684-4CDC-F897-83C3-A9638C5D8596}"/>
                  </a:ext>
                </a:extLst>
              </p:cNvPr>
              <p:cNvSpPr txBox="1"/>
              <p:nvPr/>
            </p:nvSpPr>
            <p:spPr>
              <a:xfrm>
                <a:off x="7115394" y="5724629"/>
                <a:ext cx="3504357" cy="53860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r>
                        <a:rPr lang="en-US" sz="3500" b="0" i="1" smtClean="0">
                          <a:latin typeface="Cambria Math" panose="02040503050406030204" pitchFamily="18" charset="0"/>
                        </a:rPr>
                        <m:t>𝐵𝑒𝑡𝑎</m:t>
                      </m:r>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m:t>
                      </m:r>
                    </m:oMath>
                  </m:oMathPara>
                </a14:m>
                <a:endParaRPr lang="en-US" sz="3500" dirty="0"/>
              </a:p>
            </p:txBody>
          </p:sp>
        </mc:Choice>
        <mc:Fallback>
          <p:sp>
            <p:nvSpPr>
              <p:cNvPr id="7" name="TextBox 6">
                <a:extLst>
                  <a:ext uri="{FF2B5EF4-FFF2-40B4-BE49-F238E27FC236}">
                    <a16:creationId xmlns:a16="http://schemas.microsoft.com/office/drawing/2014/main" id="{12787684-4CDC-F897-83C3-A9638C5D8596}"/>
                  </a:ext>
                </a:extLst>
              </p:cNvPr>
              <p:cNvSpPr txBox="1">
                <a:spLocks noRot="1" noChangeAspect="1" noMove="1" noResize="1" noEditPoints="1" noAdjustHandles="1" noChangeArrowheads="1" noChangeShapeType="1" noTextEdit="1"/>
              </p:cNvSpPr>
              <p:nvPr/>
            </p:nvSpPr>
            <p:spPr>
              <a:xfrm>
                <a:off x="7115394" y="5724629"/>
                <a:ext cx="3504357" cy="538609"/>
              </a:xfrm>
              <a:prstGeom prst="rect">
                <a:avLst/>
              </a:prstGeom>
              <a:blipFill>
                <a:blip r:embed="rId16"/>
                <a:stretch>
                  <a:fillRect l="-2527" r="-3971" b="-372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E8A5369-4D4A-5FAF-1FD5-1A153AB7B4C8}"/>
                  </a:ext>
                </a:extLst>
              </p:cNvPr>
              <p:cNvSpPr txBox="1"/>
              <p:nvPr/>
            </p:nvSpPr>
            <p:spPr>
              <a:xfrm>
                <a:off x="6740934" y="6448892"/>
                <a:ext cx="3082119" cy="6309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=1−</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oMath>
                  </m:oMathPara>
                </a14:m>
                <a:endParaRPr lang="en-US" sz="3500" dirty="0"/>
              </a:p>
            </p:txBody>
          </p:sp>
        </mc:Choice>
        <mc:Fallback>
          <p:sp>
            <p:nvSpPr>
              <p:cNvPr id="9" name="TextBox 8">
                <a:extLst>
                  <a:ext uri="{FF2B5EF4-FFF2-40B4-BE49-F238E27FC236}">
                    <a16:creationId xmlns:a16="http://schemas.microsoft.com/office/drawing/2014/main" id="{7E8A5369-4D4A-5FAF-1FD5-1A153AB7B4C8}"/>
                  </a:ext>
                </a:extLst>
              </p:cNvPr>
              <p:cNvSpPr txBox="1">
                <a:spLocks noRot="1" noChangeAspect="1" noMove="1" noResize="1" noEditPoints="1" noAdjustHandles="1" noChangeArrowheads="1" noChangeShapeType="1" noTextEdit="1"/>
              </p:cNvSpPr>
              <p:nvPr/>
            </p:nvSpPr>
            <p:spPr>
              <a:xfrm>
                <a:off x="6740934" y="6448892"/>
                <a:ext cx="3082119" cy="630942"/>
              </a:xfrm>
              <a:prstGeom prst="rect">
                <a:avLst/>
              </a:prstGeom>
              <a:blipFill>
                <a:blip r:embed="rId17"/>
                <a:stretch>
                  <a:fillRect b="-11765"/>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B20FE513-AF66-5D34-BA7C-11DBE718863A}"/>
              </a:ext>
            </a:extLst>
          </p:cNvPr>
          <p:cNvSpPr/>
          <p:nvPr/>
        </p:nvSpPr>
        <p:spPr>
          <a:xfrm>
            <a:off x="7016355" y="5724629"/>
            <a:ext cx="3729347" cy="14564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object 9">
            <a:extLst>
              <a:ext uri="{FF2B5EF4-FFF2-40B4-BE49-F238E27FC236}">
                <a16:creationId xmlns:a16="http://schemas.microsoft.com/office/drawing/2014/main" id="{3776C574-1EA8-994F-70AB-00245CE93E9C}"/>
              </a:ext>
            </a:extLst>
          </p:cNvPr>
          <p:cNvGraphicFramePr>
            <a:graphicFrameLocks noGrp="1"/>
          </p:cNvGraphicFramePr>
          <p:nvPr>
            <p:extLst>
              <p:ext uri="{D42A27DB-BD31-4B8C-83A1-F6EECF244321}">
                <p14:modId xmlns:p14="http://schemas.microsoft.com/office/powerpoint/2010/main" val="1826332600"/>
              </p:ext>
            </p:extLst>
          </p:nvPr>
        </p:nvGraphicFramePr>
        <p:xfrm>
          <a:off x="609272" y="7587407"/>
          <a:ext cx="5118100" cy="622300"/>
        </p:xfrm>
        <a:graphic>
          <a:graphicData uri="http://schemas.openxmlformats.org/drawingml/2006/table">
            <a:tbl>
              <a:tblPr/>
              <a:tblGrid>
                <a:gridCol w="1968500">
                  <a:extLst>
                    <a:ext uri="{9D8B030D-6E8A-4147-A177-3AD203B41FA5}">
                      <a16:colId xmlns:a16="http://schemas.microsoft.com/office/drawing/2014/main" val="2985233675"/>
                    </a:ext>
                  </a:extLst>
                </a:gridCol>
                <a:gridCol w="3149600">
                  <a:extLst>
                    <a:ext uri="{9D8B030D-6E8A-4147-A177-3AD203B41FA5}">
                      <a16:colId xmlns:a16="http://schemas.microsoft.com/office/drawing/2014/main" val="288799779"/>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extLst>
                  <a:ext uri="{0D108BD9-81ED-4DB2-BD59-A6C34878D82A}">
                    <a16:rowId xmlns:a16="http://schemas.microsoft.com/office/drawing/2014/main" val="250869471"/>
                  </a:ext>
                </a:extLst>
              </a:tr>
            </a:tbl>
          </a:graphicData>
        </a:graphic>
      </p:graphicFrame>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60AA329-24E3-D0E6-5558-9556F1000E42}"/>
                  </a:ext>
                </a:extLst>
              </p:cNvPr>
              <p:cNvSpPr txBox="1"/>
              <p:nvPr/>
            </p:nvSpPr>
            <p:spPr>
              <a:xfrm>
                <a:off x="743131" y="8432194"/>
                <a:ext cx="154798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060AA329-24E3-D0E6-5558-9556F1000E42}"/>
                  </a:ext>
                </a:extLst>
              </p:cNvPr>
              <p:cNvSpPr txBox="1">
                <a:spLocks noRot="1" noChangeAspect="1" noMove="1" noResize="1" noEditPoints="1" noAdjustHandles="1" noChangeArrowheads="1" noChangeShapeType="1" noTextEdit="1"/>
              </p:cNvSpPr>
              <p:nvPr/>
            </p:nvSpPr>
            <p:spPr>
              <a:xfrm>
                <a:off x="743131" y="8432194"/>
                <a:ext cx="1547986" cy="477054"/>
              </a:xfrm>
              <a:prstGeom prst="rect">
                <a:avLst/>
              </a:prstGeom>
              <a:blipFill>
                <a:blip r:embed="rId18"/>
                <a:stretch>
                  <a:fillRect b="-769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F6D02C78-7B93-60A7-D69A-8480CAA0BD5D}"/>
                  </a:ext>
                </a:extLst>
              </p:cNvPr>
              <p:cNvSpPr txBox="1"/>
              <p:nvPr/>
            </p:nvSpPr>
            <p:spPr>
              <a:xfrm>
                <a:off x="3333885" y="8413817"/>
                <a:ext cx="154798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F6D02C78-7B93-60A7-D69A-8480CAA0BD5D}"/>
                  </a:ext>
                </a:extLst>
              </p:cNvPr>
              <p:cNvSpPr txBox="1">
                <a:spLocks noRot="1" noChangeAspect="1" noMove="1" noResize="1" noEditPoints="1" noAdjustHandles="1" noChangeArrowheads="1" noChangeShapeType="1" noTextEdit="1"/>
              </p:cNvSpPr>
              <p:nvPr/>
            </p:nvSpPr>
            <p:spPr>
              <a:xfrm>
                <a:off x="3333885" y="8413817"/>
                <a:ext cx="1547986" cy="477054"/>
              </a:xfrm>
              <a:prstGeom prst="rect">
                <a:avLst/>
              </a:prstGeom>
              <a:blipFill>
                <a:blip r:embed="rId19"/>
                <a:stretch>
                  <a:fillRect b="-7895"/>
                </a:stretch>
              </a:blipFill>
            </p:spPr>
            <p:txBody>
              <a:bodyPr/>
              <a:lstStyle/>
              <a:p>
                <a:r>
                  <a:rPr lang="en-US">
                    <a:noFill/>
                  </a:rPr>
                  <a:t> </a:t>
                </a:r>
              </a:p>
            </p:txBody>
          </p:sp>
        </mc:Fallback>
      </mc:AlternateContent>
    </p:spTree>
    <p:extLst>
      <p:ext uri="{BB962C8B-B14F-4D97-AF65-F5344CB8AC3E}">
        <p14:creationId xmlns:p14="http://schemas.microsoft.com/office/powerpoint/2010/main" val="248987748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183DE13-26AD-A6B9-E897-A5A53A27279C}"/>
            </a:ext>
          </a:extLst>
        </p:cNvPr>
        <p:cNvGrpSpPr/>
        <p:nvPr/>
      </p:nvGrpSpPr>
      <p:grpSpPr>
        <a:xfrm>
          <a:off x="0" y="0"/>
          <a:ext cx="0" cy="0"/>
          <a:chOff x="0" y="0"/>
          <a:chExt cx="0" cy="0"/>
        </a:xfrm>
      </p:grpSpPr>
      <p:sp>
        <p:nvSpPr>
          <p:cNvPr id="34817" name="object 2" descr="$PPTXTitle">
            <a:extLst>
              <a:ext uri="{FF2B5EF4-FFF2-40B4-BE49-F238E27FC236}">
                <a16:creationId xmlns:a16="http://schemas.microsoft.com/office/drawing/2014/main" id="{F8C5CDB9-F39B-A663-C56F-D8A77D874FE9}"/>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sp>
        <p:nvSpPr>
          <p:cNvPr id="34818" name="object 3">
            <a:extLst>
              <a:ext uri="{FF2B5EF4-FFF2-40B4-BE49-F238E27FC236}">
                <a16:creationId xmlns:a16="http://schemas.microsoft.com/office/drawing/2014/main" id="{2355C536-3914-EB88-C19E-ADD4DE4F027F}"/>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34819" name="object 4">
            <a:extLst>
              <a:ext uri="{FF2B5EF4-FFF2-40B4-BE49-F238E27FC236}">
                <a16:creationId xmlns:a16="http://schemas.microsoft.com/office/drawing/2014/main" id="{6F1876E9-2466-17F8-78CE-32E3B93CAE68}"/>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dirty="0">
                <a:solidFill>
                  <a:srgbClr val="000000"/>
                </a:solidFill>
                <a:latin typeface="Arial" panose="020B0604020202020204" pitchFamily="34" charset="0"/>
              </a:rPr>
              <a:t>Finite Gaussian mixture model (</a:t>
            </a:r>
            <a:r>
              <a:rPr lang="en-US" altLang="en-US" sz="3600" i="1" dirty="0">
                <a:solidFill>
                  <a:srgbClr val="000000"/>
                </a:solidFill>
                <a:latin typeface="Arial" panose="020B0604020202020204" pitchFamily="34" charset="0"/>
              </a:rPr>
              <a:t>K</a:t>
            </a:r>
            <a:r>
              <a:rPr lang="en-US" altLang="en-US" sz="3600" dirty="0">
                <a:solidFill>
                  <a:srgbClr val="000000"/>
                </a:solidFill>
                <a:latin typeface="Arial" panose="020B0604020202020204" pitchFamily="34" charset="0"/>
              </a:rPr>
              <a:t>=2 clusters)</a:t>
            </a:r>
            <a:endParaRPr lang="en-US" altLang="en-US" sz="3600" dirty="0">
              <a:latin typeface="Arial" panose="020B0604020202020204" pitchFamily="34" charset="0"/>
            </a:endParaRPr>
          </a:p>
        </p:txBody>
      </p:sp>
      <p:grpSp>
        <p:nvGrpSpPr>
          <p:cNvPr id="34823" name="object 8">
            <a:extLst>
              <a:ext uri="{FF2B5EF4-FFF2-40B4-BE49-F238E27FC236}">
                <a16:creationId xmlns:a16="http://schemas.microsoft.com/office/drawing/2014/main" id="{9A329E44-A071-97B4-B902-1BFCD00E44B2}"/>
              </a:ext>
            </a:extLst>
          </p:cNvPr>
          <p:cNvGrpSpPr>
            <a:grpSpLocks/>
          </p:cNvGrpSpPr>
          <p:nvPr/>
        </p:nvGrpSpPr>
        <p:grpSpPr bwMode="auto">
          <a:xfrm>
            <a:off x="531813" y="3055938"/>
            <a:ext cx="4845050" cy="3702050"/>
            <a:chOff x="532130" y="3055620"/>
            <a:chExt cx="4845685" cy="3702685"/>
          </a:xfrm>
        </p:grpSpPr>
        <p:sp>
          <p:nvSpPr>
            <p:cNvPr id="34833" name="object 9">
              <a:extLst>
                <a:ext uri="{FF2B5EF4-FFF2-40B4-BE49-F238E27FC236}">
                  <a16:creationId xmlns:a16="http://schemas.microsoft.com/office/drawing/2014/main" id="{9E7D1AC3-0DF0-47AC-65A0-77524E1025AD}"/>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34" name="object 10">
              <a:extLst>
                <a:ext uri="{FF2B5EF4-FFF2-40B4-BE49-F238E27FC236}">
                  <a16:creationId xmlns:a16="http://schemas.microsoft.com/office/drawing/2014/main" id="{BB1FD2E5-119C-942A-A72F-16D3C95216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5" name="object 11">
              <a:extLst>
                <a:ext uri="{FF2B5EF4-FFF2-40B4-BE49-F238E27FC236}">
                  <a16:creationId xmlns:a16="http://schemas.microsoft.com/office/drawing/2014/main" id="{A81E6D31-92B9-B59D-A2A0-D0E94CA145F0}"/>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836" name="object 12">
              <a:extLst>
                <a:ext uri="{FF2B5EF4-FFF2-40B4-BE49-F238E27FC236}">
                  <a16:creationId xmlns:a16="http://schemas.microsoft.com/office/drawing/2014/main" id="{C91FBBC2-F2C6-6A33-4A23-0F3E4A39B0A5}"/>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4837" name="object 13">
              <a:extLst>
                <a:ext uri="{FF2B5EF4-FFF2-40B4-BE49-F238E27FC236}">
                  <a16:creationId xmlns:a16="http://schemas.microsoft.com/office/drawing/2014/main" id="{D272381E-C484-BBD3-AAEE-11EB706B43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81"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38" name="object 14">
              <a:extLst>
                <a:ext uri="{FF2B5EF4-FFF2-40B4-BE49-F238E27FC236}">
                  <a16:creationId xmlns:a16="http://schemas.microsoft.com/office/drawing/2014/main" id="{2E1D9E67-C6FC-6C53-7A54-84FF7D9E150D}"/>
                </a:ext>
              </a:extLst>
            </p:cNvPr>
            <p:cNvSpPr>
              <a:spLocks/>
            </p:cNvSpPr>
            <p:nvPr/>
          </p:nvSpPr>
          <p:spPr bwMode="auto">
            <a:xfrm>
              <a:off x="2082755" y="4261048"/>
              <a:ext cx="64769" cy="64769"/>
            </a:xfrm>
            <a:custGeom>
              <a:avLst/>
              <a:gdLst>
                <a:gd name="T0" fmla="*/ 32224 w 64769"/>
                <a:gd name="T1" fmla="*/ 0 h 64769"/>
                <a:gd name="T2" fmla="*/ 20098 w 64769"/>
                <a:gd name="T3" fmla="*/ 2359 h 64769"/>
                <a:gd name="T4" fmla="*/ 9438 w 64769"/>
                <a:gd name="T5" fmla="*/ 9438 h 64769"/>
                <a:gd name="T6" fmla="*/ 2359 w 64769"/>
                <a:gd name="T7" fmla="*/ 20098 h 64769"/>
                <a:gd name="T8" fmla="*/ 0 w 64769"/>
                <a:gd name="T9" fmla="*/ 32224 h 64769"/>
                <a:gd name="T10" fmla="*/ 2359 w 64769"/>
                <a:gd name="T11" fmla="*/ 44350 h 64769"/>
                <a:gd name="T12" fmla="*/ 9438 w 64769"/>
                <a:gd name="T13" fmla="*/ 55011 h 64769"/>
                <a:gd name="T14" fmla="*/ 20098 w 64769"/>
                <a:gd name="T15" fmla="*/ 62090 h 64769"/>
                <a:gd name="T16" fmla="*/ 32224 w 64769"/>
                <a:gd name="T17" fmla="*/ 64450 h 64769"/>
                <a:gd name="T18" fmla="*/ 44351 w 64769"/>
                <a:gd name="T19" fmla="*/ 62090 h 64769"/>
                <a:gd name="T20" fmla="*/ 55012 w 64769"/>
                <a:gd name="T21" fmla="*/ 55011 h 64769"/>
                <a:gd name="T22" fmla="*/ 62091 w 64769"/>
                <a:gd name="T23" fmla="*/ 44350 h 64769"/>
                <a:gd name="T24" fmla="*/ 64450 w 64769"/>
                <a:gd name="T25" fmla="*/ 32224 h 64769"/>
                <a:gd name="T26" fmla="*/ 62091 w 64769"/>
                <a:gd name="T27" fmla="*/ 20098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8"/>
                  </a:lnTo>
                  <a:lnTo>
                    <a:pt x="0" y="32224"/>
                  </a:lnTo>
                  <a:lnTo>
                    <a:pt x="2359" y="44350"/>
                  </a:lnTo>
                  <a:lnTo>
                    <a:pt x="9438" y="55011"/>
                  </a:lnTo>
                  <a:lnTo>
                    <a:pt x="20098" y="62090"/>
                  </a:lnTo>
                  <a:lnTo>
                    <a:pt x="32224" y="64450"/>
                  </a:lnTo>
                  <a:lnTo>
                    <a:pt x="44351" y="62090"/>
                  </a:lnTo>
                  <a:lnTo>
                    <a:pt x="55012" y="55011"/>
                  </a:lnTo>
                  <a:lnTo>
                    <a:pt x="62091" y="44350"/>
                  </a:lnTo>
                  <a:lnTo>
                    <a:pt x="64450" y="32224"/>
                  </a:lnTo>
                  <a:lnTo>
                    <a:pt x="62091" y="20098"/>
                  </a:lnTo>
                  <a:lnTo>
                    <a:pt x="55012" y="9438"/>
                  </a:lnTo>
                  <a:lnTo>
                    <a:pt x="44351" y="2359"/>
                  </a:lnTo>
                  <a:lnTo>
                    <a:pt x="32224"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9" name="object 15">
              <a:extLst>
                <a:ext uri="{FF2B5EF4-FFF2-40B4-BE49-F238E27FC236}">
                  <a16:creationId xmlns:a16="http://schemas.microsoft.com/office/drawing/2014/main" id="{174E43C4-56F7-02CC-4930-45A01DE4AE72}"/>
                </a:ext>
              </a:extLst>
            </p:cNvPr>
            <p:cNvSpPr>
              <a:spLocks/>
            </p:cNvSpPr>
            <p:nvPr/>
          </p:nvSpPr>
          <p:spPr bwMode="auto">
            <a:xfrm>
              <a:off x="2082755" y="4261048"/>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0" name="object 16">
              <a:extLst>
                <a:ext uri="{FF2B5EF4-FFF2-40B4-BE49-F238E27FC236}">
                  <a16:creationId xmlns:a16="http://schemas.microsoft.com/office/drawing/2014/main" id="{B2C4DCAD-C6CB-590B-716F-AB6F0F584D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179" y="419945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1" name="object 17">
              <a:extLst>
                <a:ext uri="{FF2B5EF4-FFF2-40B4-BE49-F238E27FC236}">
                  <a16:creationId xmlns:a16="http://schemas.microsoft.com/office/drawing/2014/main" id="{19D4437E-9EF7-F84B-63C5-689FAC8417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836" y="431914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2" name="object 18">
              <a:extLst>
                <a:ext uri="{FF2B5EF4-FFF2-40B4-BE49-F238E27FC236}">
                  <a16:creationId xmlns:a16="http://schemas.microsoft.com/office/drawing/2014/main" id="{60A91922-1EAA-AC7F-DCA1-C9F2F1076C72}"/>
                </a:ext>
              </a:extLst>
            </p:cNvPr>
            <p:cNvSpPr>
              <a:spLocks/>
            </p:cNvSpPr>
            <p:nvPr/>
          </p:nvSpPr>
          <p:spPr bwMode="auto">
            <a:xfrm>
              <a:off x="1880266" y="4251910"/>
              <a:ext cx="64769" cy="64769"/>
            </a:xfrm>
            <a:custGeom>
              <a:avLst/>
              <a:gdLst>
                <a:gd name="T0" fmla="*/ 30041 w 64769"/>
                <a:gd name="T1" fmla="*/ 0 h 64769"/>
                <a:gd name="T2" fmla="*/ 18095 w 64769"/>
                <a:gd name="T3" fmla="*/ 3150 h 64769"/>
                <a:gd name="T4" fmla="*/ 7922 w 64769"/>
                <a:gd name="T5" fmla="*/ 10913 h 64769"/>
                <a:gd name="T6" fmla="*/ 1558 w 64769"/>
                <a:gd name="T7" fmla="*/ 22015 h 64769"/>
                <a:gd name="T8" fmla="*/ 0 w 64769"/>
                <a:gd name="T9" fmla="*/ 34270 h 64769"/>
                <a:gd name="T10" fmla="*/ 3150 w 64769"/>
                <a:gd name="T11" fmla="*/ 46216 h 64769"/>
                <a:gd name="T12" fmla="*/ 10913 w 64769"/>
                <a:gd name="T13" fmla="*/ 56389 h 64769"/>
                <a:gd name="T14" fmla="*/ 22015 w 64769"/>
                <a:gd name="T15" fmla="*/ 62753 h 64769"/>
                <a:gd name="T16" fmla="*/ 34270 w 64769"/>
                <a:gd name="T17" fmla="*/ 64311 h 64769"/>
                <a:gd name="T18" fmla="*/ 46216 w 64769"/>
                <a:gd name="T19" fmla="*/ 61161 h 64769"/>
                <a:gd name="T20" fmla="*/ 56388 w 64769"/>
                <a:gd name="T21" fmla="*/ 53398 h 64769"/>
                <a:gd name="T22" fmla="*/ 62752 w 64769"/>
                <a:gd name="T23" fmla="*/ 42296 h 64769"/>
                <a:gd name="T24" fmla="*/ 64311 w 64769"/>
                <a:gd name="T25" fmla="*/ 30040 h 64769"/>
                <a:gd name="T26" fmla="*/ 61161 w 64769"/>
                <a:gd name="T27" fmla="*/ 18095 h 64769"/>
                <a:gd name="T28" fmla="*/ 53397 w 64769"/>
                <a:gd name="T29" fmla="*/ 7922 h 64769"/>
                <a:gd name="T30" fmla="*/ 42296 w 64769"/>
                <a:gd name="T31" fmla="*/ 1558 h 64769"/>
                <a:gd name="T32" fmla="*/ 30041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0041" y="0"/>
                  </a:moveTo>
                  <a:lnTo>
                    <a:pt x="18095" y="3150"/>
                  </a:lnTo>
                  <a:lnTo>
                    <a:pt x="7922" y="10913"/>
                  </a:lnTo>
                  <a:lnTo>
                    <a:pt x="1558" y="22015"/>
                  </a:lnTo>
                  <a:lnTo>
                    <a:pt x="0" y="34270"/>
                  </a:lnTo>
                  <a:lnTo>
                    <a:pt x="3150" y="46216"/>
                  </a:lnTo>
                  <a:lnTo>
                    <a:pt x="10913" y="56389"/>
                  </a:lnTo>
                  <a:lnTo>
                    <a:pt x="22015" y="62753"/>
                  </a:lnTo>
                  <a:lnTo>
                    <a:pt x="34270" y="64311"/>
                  </a:lnTo>
                  <a:lnTo>
                    <a:pt x="46216" y="61161"/>
                  </a:lnTo>
                  <a:lnTo>
                    <a:pt x="56388" y="53398"/>
                  </a:lnTo>
                  <a:lnTo>
                    <a:pt x="62752" y="42296"/>
                  </a:lnTo>
                  <a:lnTo>
                    <a:pt x="64311" y="30040"/>
                  </a:lnTo>
                  <a:lnTo>
                    <a:pt x="61161" y="18095"/>
                  </a:lnTo>
                  <a:lnTo>
                    <a:pt x="53397" y="7922"/>
                  </a:lnTo>
                  <a:lnTo>
                    <a:pt x="42296" y="1558"/>
                  </a:lnTo>
                  <a:lnTo>
                    <a:pt x="30041"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3" name="object 19">
              <a:extLst>
                <a:ext uri="{FF2B5EF4-FFF2-40B4-BE49-F238E27FC236}">
                  <a16:creationId xmlns:a16="http://schemas.microsoft.com/office/drawing/2014/main" id="{4098FF88-E699-62ED-EFA0-B28916D279B4}"/>
                </a:ext>
              </a:extLst>
            </p:cNvPr>
            <p:cNvSpPr>
              <a:spLocks/>
            </p:cNvSpPr>
            <p:nvPr/>
          </p:nvSpPr>
          <p:spPr bwMode="auto">
            <a:xfrm>
              <a:off x="1880266" y="4251910"/>
              <a:ext cx="64769" cy="64769"/>
            </a:xfrm>
            <a:custGeom>
              <a:avLst/>
              <a:gdLst>
                <a:gd name="T0" fmla="*/ 53397 w 64769"/>
                <a:gd name="T1" fmla="*/ 7922 h 64769"/>
                <a:gd name="T2" fmla="*/ 61161 w 64769"/>
                <a:gd name="T3" fmla="*/ 18095 h 64769"/>
                <a:gd name="T4" fmla="*/ 64311 w 64769"/>
                <a:gd name="T5" fmla="*/ 30040 h 64769"/>
                <a:gd name="T6" fmla="*/ 62752 w 64769"/>
                <a:gd name="T7" fmla="*/ 42296 h 64769"/>
                <a:gd name="T8" fmla="*/ 56388 w 64769"/>
                <a:gd name="T9" fmla="*/ 53397 h 64769"/>
                <a:gd name="T10" fmla="*/ 46216 w 64769"/>
                <a:gd name="T11" fmla="*/ 61161 h 64769"/>
                <a:gd name="T12" fmla="*/ 34270 w 64769"/>
                <a:gd name="T13" fmla="*/ 64311 h 64769"/>
                <a:gd name="T14" fmla="*/ 22015 w 64769"/>
                <a:gd name="T15" fmla="*/ 62752 h 64769"/>
                <a:gd name="T16" fmla="*/ 10913 w 64769"/>
                <a:gd name="T17" fmla="*/ 56388 h 64769"/>
                <a:gd name="T18" fmla="*/ 3150 w 64769"/>
                <a:gd name="T19" fmla="*/ 46216 h 64769"/>
                <a:gd name="T20" fmla="*/ 0 w 64769"/>
                <a:gd name="T21" fmla="*/ 34270 h 64769"/>
                <a:gd name="T22" fmla="*/ 1558 w 64769"/>
                <a:gd name="T23" fmla="*/ 22015 h 64769"/>
                <a:gd name="T24" fmla="*/ 7922 w 64769"/>
                <a:gd name="T25" fmla="*/ 10913 h 64769"/>
                <a:gd name="T26" fmla="*/ 18095 w 64769"/>
                <a:gd name="T27" fmla="*/ 3150 h 64769"/>
                <a:gd name="T28" fmla="*/ 30040 w 64769"/>
                <a:gd name="T29" fmla="*/ 0 h 64769"/>
                <a:gd name="T30" fmla="*/ 42296 w 64769"/>
                <a:gd name="T31" fmla="*/ 1558 h 64769"/>
                <a:gd name="T32" fmla="*/ 53397 w 64769"/>
                <a:gd name="T33" fmla="*/ 7922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3397" y="7922"/>
                  </a:moveTo>
                  <a:lnTo>
                    <a:pt x="61161" y="18095"/>
                  </a:lnTo>
                  <a:lnTo>
                    <a:pt x="64311" y="30040"/>
                  </a:lnTo>
                  <a:lnTo>
                    <a:pt x="62752" y="42296"/>
                  </a:lnTo>
                  <a:lnTo>
                    <a:pt x="56388" y="53397"/>
                  </a:lnTo>
                  <a:lnTo>
                    <a:pt x="46216" y="61161"/>
                  </a:lnTo>
                  <a:lnTo>
                    <a:pt x="34270" y="64311"/>
                  </a:lnTo>
                  <a:lnTo>
                    <a:pt x="22015" y="62752"/>
                  </a:lnTo>
                  <a:lnTo>
                    <a:pt x="10913" y="56388"/>
                  </a:lnTo>
                  <a:lnTo>
                    <a:pt x="3150" y="46216"/>
                  </a:lnTo>
                  <a:lnTo>
                    <a:pt x="0" y="34270"/>
                  </a:lnTo>
                  <a:lnTo>
                    <a:pt x="1558" y="22015"/>
                  </a:lnTo>
                  <a:lnTo>
                    <a:pt x="7922" y="10913"/>
                  </a:lnTo>
                  <a:lnTo>
                    <a:pt x="18095" y="3150"/>
                  </a:lnTo>
                  <a:lnTo>
                    <a:pt x="30040" y="0"/>
                  </a:lnTo>
                  <a:lnTo>
                    <a:pt x="42296" y="1558"/>
                  </a:lnTo>
                  <a:lnTo>
                    <a:pt x="53397" y="7922"/>
                  </a:lnTo>
                </a:path>
              </a:pathLst>
            </a:custGeom>
            <a:noFill/>
            <a:ln w="12699"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4" name="object 20">
              <a:extLst>
                <a:ext uri="{FF2B5EF4-FFF2-40B4-BE49-F238E27FC236}">
                  <a16:creationId xmlns:a16="http://schemas.microsoft.com/office/drawing/2014/main" id="{BA56D265-849E-0C64-7EE1-C5CE9ABC5E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5126"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45" name="object 21">
              <a:extLst>
                <a:ext uri="{FF2B5EF4-FFF2-40B4-BE49-F238E27FC236}">
                  <a16:creationId xmlns:a16="http://schemas.microsoft.com/office/drawing/2014/main" id="{C63CBE67-05A9-13AF-9157-49D9449D4755}"/>
                </a:ext>
              </a:extLst>
            </p:cNvPr>
            <p:cNvSpPr>
              <a:spLocks/>
            </p:cNvSpPr>
            <p:nvPr/>
          </p:nvSpPr>
          <p:spPr bwMode="auto">
            <a:xfrm>
              <a:off x="1806538" y="4509643"/>
              <a:ext cx="64769" cy="64769"/>
            </a:xfrm>
            <a:custGeom>
              <a:avLst/>
              <a:gdLst>
                <a:gd name="T0" fmla="*/ 32225 w 64769"/>
                <a:gd name="T1" fmla="*/ 0 h 64769"/>
                <a:gd name="T2" fmla="*/ 20099 w 64769"/>
                <a:gd name="T3" fmla="*/ 2359 h 64769"/>
                <a:gd name="T4" fmla="*/ 9439 w 64769"/>
                <a:gd name="T5" fmla="*/ 9438 h 64769"/>
                <a:gd name="T6" fmla="*/ 2359 w 64769"/>
                <a:gd name="T7" fmla="*/ 20098 h 64769"/>
                <a:gd name="T8" fmla="*/ 0 w 64769"/>
                <a:gd name="T9" fmla="*/ 32224 h 64769"/>
                <a:gd name="T10" fmla="*/ 2359 w 64769"/>
                <a:gd name="T11" fmla="*/ 44351 h 64769"/>
                <a:gd name="T12" fmla="*/ 9439 w 64769"/>
                <a:gd name="T13" fmla="*/ 55012 h 64769"/>
                <a:gd name="T14" fmla="*/ 20099 w 64769"/>
                <a:gd name="T15" fmla="*/ 62091 h 64769"/>
                <a:gd name="T16" fmla="*/ 32225 w 64769"/>
                <a:gd name="T17" fmla="*/ 64450 h 64769"/>
                <a:gd name="T18" fmla="*/ 44351 w 64769"/>
                <a:gd name="T19" fmla="*/ 62091 h 64769"/>
                <a:gd name="T20" fmla="*/ 55011 w 64769"/>
                <a:gd name="T21" fmla="*/ 55012 h 64769"/>
                <a:gd name="T22" fmla="*/ 62091 w 64769"/>
                <a:gd name="T23" fmla="*/ 44351 h 64769"/>
                <a:gd name="T24" fmla="*/ 64451 w 64769"/>
                <a:gd name="T25" fmla="*/ 32224 h 64769"/>
                <a:gd name="T26" fmla="*/ 62091 w 64769"/>
                <a:gd name="T27" fmla="*/ 20098 h 64769"/>
                <a:gd name="T28" fmla="*/ 55011 w 64769"/>
                <a:gd name="T29" fmla="*/ 9438 h 64769"/>
                <a:gd name="T30" fmla="*/ 44351 w 64769"/>
                <a:gd name="T31" fmla="*/ 2359 h 64769"/>
                <a:gd name="T32" fmla="*/ 32225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5" y="0"/>
                  </a:moveTo>
                  <a:lnTo>
                    <a:pt x="20099" y="2359"/>
                  </a:lnTo>
                  <a:lnTo>
                    <a:pt x="9439" y="9438"/>
                  </a:lnTo>
                  <a:lnTo>
                    <a:pt x="2359" y="20098"/>
                  </a:lnTo>
                  <a:lnTo>
                    <a:pt x="0" y="32224"/>
                  </a:lnTo>
                  <a:lnTo>
                    <a:pt x="2359" y="44351"/>
                  </a:lnTo>
                  <a:lnTo>
                    <a:pt x="9439" y="55012"/>
                  </a:lnTo>
                  <a:lnTo>
                    <a:pt x="20099" y="62091"/>
                  </a:lnTo>
                  <a:lnTo>
                    <a:pt x="32225" y="64450"/>
                  </a:lnTo>
                  <a:lnTo>
                    <a:pt x="44351" y="62091"/>
                  </a:lnTo>
                  <a:lnTo>
                    <a:pt x="55011" y="55012"/>
                  </a:lnTo>
                  <a:lnTo>
                    <a:pt x="62091" y="44351"/>
                  </a:lnTo>
                  <a:lnTo>
                    <a:pt x="64451" y="32224"/>
                  </a:lnTo>
                  <a:lnTo>
                    <a:pt x="62091" y="20098"/>
                  </a:lnTo>
                  <a:lnTo>
                    <a:pt x="55011" y="9438"/>
                  </a:lnTo>
                  <a:lnTo>
                    <a:pt x="44351" y="2359"/>
                  </a:lnTo>
                  <a:lnTo>
                    <a:pt x="32225"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46" name="object 22">
              <a:extLst>
                <a:ext uri="{FF2B5EF4-FFF2-40B4-BE49-F238E27FC236}">
                  <a16:creationId xmlns:a16="http://schemas.microsoft.com/office/drawing/2014/main" id="{607CC60A-032A-4B36-A1DC-88897D97BC7F}"/>
                </a:ext>
              </a:extLst>
            </p:cNvPr>
            <p:cNvSpPr>
              <a:spLocks/>
            </p:cNvSpPr>
            <p:nvPr/>
          </p:nvSpPr>
          <p:spPr bwMode="auto">
            <a:xfrm>
              <a:off x="1806539" y="4509643"/>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47" name="object 23">
              <a:extLst>
                <a:ext uri="{FF2B5EF4-FFF2-40B4-BE49-F238E27FC236}">
                  <a16:creationId xmlns:a16="http://schemas.microsoft.com/office/drawing/2014/main" id="{7AB828D8-B5AF-F7D6-7DE1-69705C3A07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991"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8" name="object 24">
              <a:extLst>
                <a:ext uri="{FF2B5EF4-FFF2-40B4-BE49-F238E27FC236}">
                  <a16:creationId xmlns:a16="http://schemas.microsoft.com/office/drawing/2014/main" id="{3D921B73-4039-013E-6AB1-E7EC62DD19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14" y="440201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49" name="object 25">
              <a:extLst>
                <a:ext uri="{FF2B5EF4-FFF2-40B4-BE49-F238E27FC236}">
                  <a16:creationId xmlns:a16="http://schemas.microsoft.com/office/drawing/2014/main" id="{327704E4-464B-F26B-5D82-945D60DD14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306" y="407976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0" name="object 26">
              <a:extLst>
                <a:ext uri="{FF2B5EF4-FFF2-40B4-BE49-F238E27FC236}">
                  <a16:creationId xmlns:a16="http://schemas.microsoft.com/office/drawing/2014/main" id="{334B4D0C-2994-B3D7-0ED2-AC1924F568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423" y="465060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1" name="object 27">
              <a:extLst>
                <a:ext uri="{FF2B5EF4-FFF2-40B4-BE49-F238E27FC236}">
                  <a16:creationId xmlns:a16="http://schemas.microsoft.com/office/drawing/2014/main" id="{CD70D895-1F8C-284C-2C4F-C2CD512D2B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468" y="481633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2" name="object 28">
              <a:extLst>
                <a:ext uri="{FF2B5EF4-FFF2-40B4-BE49-F238E27FC236}">
                  <a16:creationId xmlns:a16="http://schemas.microsoft.com/office/drawing/2014/main" id="{C069EF79-EA7C-9558-2238-6092E38814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659" y="4374391"/>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3" name="object 29">
              <a:extLst>
                <a:ext uri="{FF2B5EF4-FFF2-40B4-BE49-F238E27FC236}">
                  <a16:creationId xmlns:a16="http://schemas.microsoft.com/office/drawing/2014/main" id="{80FE7821-B83E-5465-38F2-1DC8B2BF66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2135"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4" name="object 30">
              <a:extLst>
                <a:ext uri="{FF2B5EF4-FFF2-40B4-BE49-F238E27FC236}">
                  <a16:creationId xmlns:a16="http://schemas.microsoft.com/office/drawing/2014/main" id="{893820AD-7D43-B632-0A82-16E2D95D80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974" y="415341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5" name="object 31">
              <a:extLst>
                <a:ext uri="{FF2B5EF4-FFF2-40B4-BE49-F238E27FC236}">
                  <a16:creationId xmlns:a16="http://schemas.microsoft.com/office/drawing/2014/main" id="{0674AD32-FC63-AE8B-D98D-A2C5FC17BB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06" y="453091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6" name="object 32">
              <a:extLst>
                <a:ext uri="{FF2B5EF4-FFF2-40B4-BE49-F238E27FC236}">
                  <a16:creationId xmlns:a16="http://schemas.microsoft.com/office/drawing/2014/main" id="{E40F58A0-3E08-3068-032D-15ED47B21DC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4498" y="469664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7" name="object 33">
              <a:extLst>
                <a:ext uri="{FF2B5EF4-FFF2-40B4-BE49-F238E27FC236}">
                  <a16:creationId xmlns:a16="http://schemas.microsoft.com/office/drawing/2014/main" id="{10734770-34D3-ACC0-290B-BFB91C1A0A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939" y="472426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58" name="object 34">
              <a:extLst>
                <a:ext uri="{FF2B5EF4-FFF2-40B4-BE49-F238E27FC236}">
                  <a16:creationId xmlns:a16="http://schemas.microsoft.com/office/drawing/2014/main" id="{481398EA-E5E8-14EE-C400-89BD25AFB8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9923" y="4687437"/>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59" name="object 35">
              <a:extLst>
                <a:ext uri="{FF2B5EF4-FFF2-40B4-BE49-F238E27FC236}">
                  <a16:creationId xmlns:a16="http://schemas.microsoft.com/office/drawing/2014/main" id="{DB6446AD-AC68-B472-698F-BE4798650403}"/>
                </a:ext>
              </a:extLst>
            </p:cNvPr>
            <p:cNvSpPr>
              <a:spLocks/>
            </p:cNvSpPr>
            <p:nvPr/>
          </p:nvSpPr>
          <p:spPr bwMode="auto">
            <a:xfrm>
              <a:off x="3859750" y="487793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1 w 64769"/>
                <a:gd name="T19" fmla="*/ 62091 h 64769"/>
                <a:gd name="T20" fmla="*/ 55012 w 64769"/>
                <a:gd name="T21" fmla="*/ 55012 h 64769"/>
                <a:gd name="T22" fmla="*/ 62091 w 64769"/>
                <a:gd name="T23" fmla="*/ 44352 h 64769"/>
                <a:gd name="T24" fmla="*/ 64450 w 64769"/>
                <a:gd name="T25" fmla="*/ 32225 h 64769"/>
                <a:gd name="T26" fmla="*/ 62091 w 64769"/>
                <a:gd name="T27" fmla="*/ 20099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1" y="62091"/>
                  </a:lnTo>
                  <a:lnTo>
                    <a:pt x="55012" y="55012"/>
                  </a:lnTo>
                  <a:lnTo>
                    <a:pt x="62091" y="44352"/>
                  </a:lnTo>
                  <a:lnTo>
                    <a:pt x="64450" y="32225"/>
                  </a:lnTo>
                  <a:lnTo>
                    <a:pt x="62091" y="20099"/>
                  </a:lnTo>
                  <a:lnTo>
                    <a:pt x="55012" y="9438"/>
                  </a:lnTo>
                  <a:lnTo>
                    <a:pt x="44351"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0" name="object 36">
              <a:extLst>
                <a:ext uri="{FF2B5EF4-FFF2-40B4-BE49-F238E27FC236}">
                  <a16:creationId xmlns:a16="http://schemas.microsoft.com/office/drawing/2014/main" id="{6C85D6EB-4724-0C5C-A735-0EFAAE470EB0}"/>
                </a:ext>
              </a:extLst>
            </p:cNvPr>
            <p:cNvSpPr>
              <a:spLocks/>
            </p:cNvSpPr>
            <p:nvPr/>
          </p:nvSpPr>
          <p:spPr bwMode="auto">
            <a:xfrm>
              <a:off x="3859749" y="487793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1" name="object 37">
              <a:extLst>
                <a:ext uri="{FF2B5EF4-FFF2-40B4-BE49-F238E27FC236}">
                  <a16:creationId xmlns:a16="http://schemas.microsoft.com/office/drawing/2014/main" id="{38BEA625-8A27-BD41-0F68-C0F2534896E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389" y="492682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62" name="object 38">
              <a:extLst>
                <a:ext uri="{FF2B5EF4-FFF2-40B4-BE49-F238E27FC236}">
                  <a16:creationId xmlns:a16="http://schemas.microsoft.com/office/drawing/2014/main" id="{4A28A032-B7B5-336A-ADE0-27480E1B5422}"/>
                </a:ext>
              </a:extLst>
            </p:cNvPr>
            <p:cNvSpPr>
              <a:spLocks/>
            </p:cNvSpPr>
            <p:nvPr/>
          </p:nvSpPr>
          <p:spPr bwMode="auto">
            <a:xfrm>
              <a:off x="4043895" y="504366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0 w 64769"/>
                <a:gd name="T19" fmla="*/ 62091 h 64769"/>
                <a:gd name="T20" fmla="*/ 55011 w 64769"/>
                <a:gd name="T21" fmla="*/ 55012 h 64769"/>
                <a:gd name="T22" fmla="*/ 62090 w 64769"/>
                <a:gd name="T23" fmla="*/ 44352 h 64769"/>
                <a:gd name="T24" fmla="*/ 64450 w 64769"/>
                <a:gd name="T25" fmla="*/ 32225 h 64769"/>
                <a:gd name="T26" fmla="*/ 62090 w 64769"/>
                <a:gd name="T27" fmla="*/ 20099 h 64769"/>
                <a:gd name="T28" fmla="*/ 55011 w 64769"/>
                <a:gd name="T29" fmla="*/ 9438 h 64769"/>
                <a:gd name="T30" fmla="*/ 44350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0" y="62091"/>
                  </a:lnTo>
                  <a:lnTo>
                    <a:pt x="55011" y="55012"/>
                  </a:lnTo>
                  <a:lnTo>
                    <a:pt x="62090" y="44352"/>
                  </a:lnTo>
                  <a:lnTo>
                    <a:pt x="64450" y="32225"/>
                  </a:lnTo>
                  <a:lnTo>
                    <a:pt x="62090" y="20099"/>
                  </a:lnTo>
                  <a:lnTo>
                    <a:pt x="55011" y="9438"/>
                  </a:lnTo>
                  <a:lnTo>
                    <a:pt x="44350"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63" name="object 39">
              <a:extLst>
                <a:ext uri="{FF2B5EF4-FFF2-40B4-BE49-F238E27FC236}">
                  <a16:creationId xmlns:a16="http://schemas.microsoft.com/office/drawing/2014/main" id="{CAA0B749-1241-80F3-CFE7-9FC65EAD9920}"/>
                </a:ext>
              </a:extLst>
            </p:cNvPr>
            <p:cNvSpPr>
              <a:spLocks/>
            </p:cNvSpPr>
            <p:nvPr/>
          </p:nvSpPr>
          <p:spPr bwMode="auto">
            <a:xfrm>
              <a:off x="4043894" y="504366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4864" name="object 40">
              <a:extLst>
                <a:ext uri="{FF2B5EF4-FFF2-40B4-BE49-F238E27FC236}">
                  <a16:creationId xmlns:a16="http://schemas.microsoft.com/office/drawing/2014/main" id="{9C365C2D-EBF8-B01E-8C2D-BA86813CC8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06" y="512938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5" name="object 41">
              <a:extLst>
                <a:ext uri="{FF2B5EF4-FFF2-40B4-BE49-F238E27FC236}">
                  <a16:creationId xmlns:a16="http://schemas.microsoft.com/office/drawing/2014/main" id="{78E95347-4D47-E3D7-EEB4-C25EBD95C9F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354" y="515700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6" name="object 42">
              <a:extLst>
                <a:ext uri="{FF2B5EF4-FFF2-40B4-BE49-F238E27FC236}">
                  <a16:creationId xmlns:a16="http://schemas.microsoft.com/office/drawing/2014/main" id="{9C79C668-325A-3E51-7F4C-0B23B984DD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426" y="535956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7" name="object 43">
              <a:extLst>
                <a:ext uri="{FF2B5EF4-FFF2-40B4-BE49-F238E27FC236}">
                  <a16:creationId xmlns:a16="http://schemas.microsoft.com/office/drawing/2014/main" id="{204CFC00-7828-90B5-64BD-FD7F22313F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472" y="522145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8" name="object 44">
              <a:extLst>
                <a:ext uri="{FF2B5EF4-FFF2-40B4-BE49-F238E27FC236}">
                  <a16:creationId xmlns:a16="http://schemas.microsoft.com/office/drawing/2014/main" id="{3F5CEBD7-CA1E-55F2-FB97-888C6E73A8F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0103" y="517542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69" name="object 45">
              <a:extLst>
                <a:ext uri="{FF2B5EF4-FFF2-40B4-BE49-F238E27FC236}">
                  <a16:creationId xmlns:a16="http://schemas.microsoft.com/office/drawing/2014/main" id="{49644475-8558-C78E-F515-088AA12E1E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742" y="539639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0" name="object 46">
              <a:extLst>
                <a:ext uri="{FF2B5EF4-FFF2-40B4-BE49-F238E27FC236}">
                  <a16:creationId xmlns:a16="http://schemas.microsoft.com/office/drawing/2014/main" id="{C4678C82-5D51-B8C9-9641-85FEAEB163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2482" y="541480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1" name="object 47">
              <a:extLst>
                <a:ext uri="{FF2B5EF4-FFF2-40B4-BE49-F238E27FC236}">
                  <a16:creationId xmlns:a16="http://schemas.microsoft.com/office/drawing/2014/main" id="{429AA035-A921-75A7-A68A-6F63BD67ED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347" y="474268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872" name="object 48">
              <a:extLst>
                <a:ext uri="{FF2B5EF4-FFF2-40B4-BE49-F238E27FC236}">
                  <a16:creationId xmlns:a16="http://schemas.microsoft.com/office/drawing/2014/main" id="{A2D6DDC9-11B3-A14B-0EE5-18D305A9137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3887" y="572785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4873" name="object 49">
              <a:extLst>
                <a:ext uri="{FF2B5EF4-FFF2-40B4-BE49-F238E27FC236}">
                  <a16:creationId xmlns:a16="http://schemas.microsoft.com/office/drawing/2014/main" id="{21EC41B8-E433-2510-1E17-FDE9B77FBAEE}"/>
                </a:ext>
              </a:extLst>
            </p:cNvPr>
            <p:cNvSpPr>
              <a:spLocks/>
            </p:cNvSpPr>
            <p:nvPr/>
          </p:nvSpPr>
          <p:spPr bwMode="auto">
            <a:xfrm>
              <a:off x="3867150" y="497205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74" name="object 50">
              <a:extLst>
                <a:ext uri="{FF2B5EF4-FFF2-40B4-BE49-F238E27FC236}">
                  <a16:creationId xmlns:a16="http://schemas.microsoft.com/office/drawing/2014/main" id="{8C8BE652-E3DF-B1DD-7101-9FB9777D1322}"/>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899 h 215900"/>
                <a:gd name="T6" fmla="*/ 0 w 203200"/>
                <a:gd name="T7" fmla="*/ 215899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899"/>
                  </a:lnTo>
                  <a:lnTo>
                    <a:pt x="0" y="215899"/>
                  </a:lnTo>
                  <a:lnTo>
                    <a:pt x="0" y="0"/>
                  </a:lnTo>
                  <a:close/>
                </a:path>
              </a:pathLst>
            </a:custGeom>
            <a:noFill/>
            <a:ln w="12699"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34824" name="object 51">
            <a:extLst>
              <a:ext uri="{FF2B5EF4-FFF2-40B4-BE49-F238E27FC236}">
                <a16:creationId xmlns:a16="http://schemas.microsoft.com/office/drawing/2014/main" id="{E1DFDAAD-7A26-4EE3-FC34-3533E3506F31}"/>
              </a:ext>
            </a:extLst>
          </p:cNvPr>
          <p:cNvGrpSpPr>
            <a:grpSpLocks/>
          </p:cNvGrpSpPr>
          <p:nvPr/>
        </p:nvGrpSpPr>
        <p:grpSpPr bwMode="auto">
          <a:xfrm>
            <a:off x="1892300" y="4305300"/>
            <a:ext cx="215900" cy="215900"/>
            <a:chOff x="1892300" y="4305299"/>
            <a:chExt cx="215900" cy="215900"/>
          </a:xfrm>
        </p:grpSpPr>
        <p:sp>
          <p:nvSpPr>
            <p:cNvPr id="34831" name="object 52">
              <a:extLst>
                <a:ext uri="{FF2B5EF4-FFF2-40B4-BE49-F238E27FC236}">
                  <a16:creationId xmlns:a16="http://schemas.microsoft.com/office/drawing/2014/main" id="{02AB9193-637D-3ABC-6425-3A7F7199E337}"/>
                </a:ext>
              </a:extLst>
            </p:cNvPr>
            <p:cNvSpPr>
              <a:spLocks/>
            </p:cNvSpPr>
            <p:nvPr/>
          </p:nvSpPr>
          <p:spPr bwMode="auto">
            <a:xfrm>
              <a:off x="1898650" y="4311649"/>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4832" name="object 53">
              <a:extLst>
                <a:ext uri="{FF2B5EF4-FFF2-40B4-BE49-F238E27FC236}">
                  <a16:creationId xmlns:a16="http://schemas.microsoft.com/office/drawing/2014/main" id="{7162BFB8-B691-FC9C-0A9B-AC19980C491D}"/>
                </a:ext>
              </a:extLst>
            </p:cNvPr>
            <p:cNvSpPr>
              <a:spLocks/>
            </p:cNvSpPr>
            <p:nvPr/>
          </p:nvSpPr>
          <p:spPr bwMode="auto">
            <a:xfrm>
              <a:off x="1898650" y="4311649"/>
              <a:ext cx="203200" cy="203200"/>
            </a:xfrm>
            <a:custGeom>
              <a:avLst/>
              <a:gdLst>
                <a:gd name="T0" fmla="*/ 0 w 203200"/>
                <a:gd name="T1" fmla="*/ 0 h 203200"/>
                <a:gd name="T2" fmla="*/ 203199 w 203200"/>
                <a:gd name="T3" fmla="*/ 0 h 203200"/>
                <a:gd name="T4" fmla="*/ 203199 w 203200"/>
                <a:gd name="T5" fmla="*/ 203199 h 203200"/>
                <a:gd name="T6" fmla="*/ 0 w 203200"/>
                <a:gd name="T7" fmla="*/ 203199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199" y="0"/>
                  </a:lnTo>
                  <a:lnTo>
                    <a:pt x="203199" y="203199"/>
                  </a:lnTo>
                  <a:lnTo>
                    <a:pt x="0" y="203199"/>
                  </a:lnTo>
                  <a:lnTo>
                    <a:pt x="0" y="0"/>
                  </a:lnTo>
                  <a:close/>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34825" name="object 54">
                <a:extLst>
                  <a:ext uri="{FF2B5EF4-FFF2-40B4-BE49-F238E27FC236}">
                    <a16:creationId xmlns:a16="http://schemas.microsoft.com/office/drawing/2014/main" id="{2E572195-12FA-6483-E613-33101B1A0265}"/>
                  </a:ext>
                </a:extLst>
              </p:cNvPr>
              <p:cNvSpPr txBox="1">
                <a:spLocks noChangeArrowheads="1"/>
              </p:cNvSpPr>
              <p:nvPr/>
            </p:nvSpPr>
            <p:spPr bwMode="auto">
              <a:xfrm>
                <a:off x="6827821" y="7582570"/>
                <a:ext cx="5396910" cy="543547"/>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14:m>
                  <m:oMathPara xmlns:m="http://schemas.openxmlformats.org/officeDocument/2006/math">
                    <m:oMathParaPr>
                      <m:jc m:val="centerGroup"/>
                    </m:oMathParaPr>
                    <m:oMath xmlns:m="http://schemas.openxmlformats.org/officeDocument/2006/math">
                      <m:sSub>
                        <m:sSubPr>
                          <m:ctrlPr>
                            <a:rPr lang="en-US" sz="350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m:t>
                      </m:r>
                      <m:r>
                        <a:rPr lang="en-US" sz="3500" b="0" i="1" smtClean="0">
                          <a:latin typeface="Cambria Math" panose="02040503050406030204" pitchFamily="18" charset="0"/>
                        </a:rPr>
                        <m:t>𝐶𝑎𝑡𝑒𝑔𝑜𝑟𝑖𝑐𝑎𝑙</m:t>
                      </m:r>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m:t>
                      </m:r>
                    </m:oMath>
                  </m:oMathPara>
                </a14:m>
                <a:endParaRPr lang="ru-RU" altLang="en-US" sz="3700" baseline="-12000" dirty="0">
                  <a:latin typeface="Cambria" panose="02040503050406030204" pitchFamily="18" charset="0"/>
                </a:endParaRPr>
              </a:p>
            </p:txBody>
          </p:sp>
        </mc:Choice>
        <mc:Fallback>
          <p:sp>
            <p:nvSpPr>
              <p:cNvPr id="34825" name="object 54">
                <a:extLst>
                  <a:ext uri="{FF2B5EF4-FFF2-40B4-BE49-F238E27FC236}">
                    <a16:creationId xmlns:a16="http://schemas.microsoft.com/office/drawing/2014/main" id="{2E572195-12FA-6483-E613-33101B1A0265}"/>
                  </a:ext>
                </a:extLst>
              </p:cNvPr>
              <p:cNvSpPr txBox="1">
                <a:spLocks noRot="1" noChangeAspect="1" noMove="1" noResize="1" noEditPoints="1" noAdjustHandles="1" noChangeArrowheads="1" noChangeShapeType="1" noTextEdit="1"/>
              </p:cNvSpPr>
              <p:nvPr/>
            </p:nvSpPr>
            <p:spPr bwMode="auto">
              <a:xfrm>
                <a:off x="6827821" y="7582570"/>
                <a:ext cx="5396910" cy="543547"/>
              </a:xfrm>
              <a:prstGeom prst="rect">
                <a:avLst/>
              </a:prstGeom>
              <a:blipFill>
                <a:blip r:embed="rId11"/>
                <a:stretch>
                  <a:fillRect t="-4651" b="-418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p:sp>
        <p:nvSpPr>
          <p:cNvPr id="34830" name="object 59">
            <a:extLst>
              <a:ext uri="{FF2B5EF4-FFF2-40B4-BE49-F238E27FC236}">
                <a16:creationId xmlns:a16="http://schemas.microsoft.com/office/drawing/2014/main" id="{EF427E4D-456F-BA6A-4ACD-46CE85C3A6E6}"/>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450EA3B-1E6F-9E8F-8EB6-19F6D65DCCD9}"/>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1450EA3B-1E6F-9E8F-8EB6-19F6D65DCCD9}"/>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2"/>
                <a:stretch>
                  <a:fillRect l="-361" t="-7895" r="-843" b="-34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0BBD471-1187-B45E-5FA4-32F0B56064A2}"/>
                  </a:ext>
                </a:extLst>
              </p:cNvPr>
              <p:cNvSpPr txBox="1"/>
              <p:nvPr/>
            </p:nvSpPr>
            <p:spPr>
              <a:xfrm>
                <a:off x="7291660" y="8642963"/>
                <a:ext cx="3328091" cy="6263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sub>
                          </m:sSub>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3" name="TextBox 2">
                <a:extLst>
                  <a:ext uri="{FF2B5EF4-FFF2-40B4-BE49-F238E27FC236}">
                    <a16:creationId xmlns:a16="http://schemas.microsoft.com/office/drawing/2014/main" id="{60BBD471-1187-B45E-5FA4-32F0B56064A2}"/>
                  </a:ext>
                </a:extLst>
              </p:cNvPr>
              <p:cNvSpPr txBox="1">
                <a:spLocks noRot="1" noChangeAspect="1" noMove="1" noResize="1" noEditPoints="1" noAdjustHandles="1" noChangeArrowheads="1" noChangeShapeType="1" noTextEdit="1"/>
              </p:cNvSpPr>
              <p:nvPr/>
            </p:nvSpPr>
            <p:spPr>
              <a:xfrm>
                <a:off x="7291660" y="8642963"/>
                <a:ext cx="3328091" cy="626325"/>
              </a:xfrm>
              <a:prstGeom prst="rect">
                <a:avLst/>
              </a:prstGeom>
              <a:blipFill>
                <a:blip r:embed="rId13"/>
                <a:stretch>
                  <a:fillRect l="-1521" b="-235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888BCA4-0AD5-8C26-4CD8-24BA44AB55AE}"/>
                  </a:ext>
                </a:extLst>
              </p:cNvPr>
              <p:cNvSpPr txBox="1"/>
              <p:nvPr/>
            </p:nvSpPr>
            <p:spPr>
              <a:xfrm>
                <a:off x="7963189" y="8477149"/>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4" name="TextBox 3">
                <a:extLst>
                  <a:ext uri="{FF2B5EF4-FFF2-40B4-BE49-F238E27FC236}">
                    <a16:creationId xmlns:a16="http://schemas.microsoft.com/office/drawing/2014/main" id="{1888BCA4-0AD5-8C26-4CD8-24BA44AB55AE}"/>
                  </a:ext>
                </a:extLst>
              </p:cNvPr>
              <p:cNvSpPr txBox="1">
                <a:spLocks noRot="1" noChangeAspect="1" noMove="1" noResize="1" noEditPoints="1" noAdjustHandles="1" noChangeArrowheads="1" noChangeShapeType="1" noTextEdit="1"/>
              </p:cNvSpPr>
              <p:nvPr/>
            </p:nvSpPr>
            <p:spPr>
              <a:xfrm>
                <a:off x="7963189" y="8477149"/>
                <a:ext cx="637610" cy="276999"/>
              </a:xfrm>
              <a:prstGeom prst="rect">
                <a:avLst/>
              </a:prstGeom>
              <a:blipFill>
                <a:blip r:embed="rId14"/>
                <a:stretch>
                  <a:fillRect l="-11538" r="-11538"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93ACBEB-C0D8-13CD-E242-0877FDBCF672}"/>
                  </a:ext>
                </a:extLst>
              </p:cNvPr>
              <p:cNvSpPr txBox="1"/>
              <p:nvPr/>
            </p:nvSpPr>
            <p:spPr>
              <a:xfrm>
                <a:off x="7185225" y="4929198"/>
                <a:ext cx="2929263"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0</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m:rPr>
                                  <m:sty m:val="p"/>
                                </m:rPr>
                                <a:rPr lang="en-US" sz="3500" b="0" i="0" smtClean="0">
                                  <a:latin typeface="Cambria Math" panose="02040503050406030204" pitchFamily="18" charset="0"/>
                                </a:rPr>
                                <m:t>Σ</m:t>
                              </m:r>
                            </m:e>
                            <m:sub>
                              <m:r>
                                <a:rPr lang="en-US" sz="3500" b="0" i="1" smtClean="0">
                                  <a:latin typeface="Cambria Math" panose="02040503050406030204" pitchFamily="18" charset="0"/>
                                </a:rPr>
                                <m:t>0</m:t>
                              </m:r>
                            </m:sub>
                          </m:sSub>
                        </m:e>
                      </m:d>
                    </m:oMath>
                  </m:oMathPara>
                </a14:m>
                <a:endParaRPr lang="en-US" sz="3500" dirty="0"/>
              </a:p>
            </p:txBody>
          </p:sp>
        </mc:Choice>
        <mc:Fallback>
          <p:sp>
            <p:nvSpPr>
              <p:cNvPr id="5" name="TextBox 4">
                <a:extLst>
                  <a:ext uri="{FF2B5EF4-FFF2-40B4-BE49-F238E27FC236}">
                    <a16:creationId xmlns:a16="http://schemas.microsoft.com/office/drawing/2014/main" id="{793ACBEB-C0D8-13CD-E242-0877FDBCF672}"/>
                  </a:ext>
                </a:extLst>
              </p:cNvPr>
              <p:cNvSpPr txBox="1">
                <a:spLocks noRot="1" noChangeAspect="1" noMove="1" noResize="1" noEditPoints="1" noAdjustHandles="1" noChangeArrowheads="1" noChangeShapeType="1" noTextEdit="1"/>
              </p:cNvSpPr>
              <p:nvPr/>
            </p:nvSpPr>
            <p:spPr>
              <a:xfrm>
                <a:off x="7185225" y="4929198"/>
                <a:ext cx="2929263" cy="538609"/>
              </a:xfrm>
              <a:prstGeom prst="rect">
                <a:avLst/>
              </a:prstGeom>
              <a:blipFill>
                <a:blip r:embed="rId15"/>
                <a:stretch>
                  <a:fillRect l="-2586" b="-209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008ECCB-1D61-A9CC-49FF-BC4F309E0C0B}"/>
                  </a:ext>
                </a:extLst>
              </p:cNvPr>
              <p:cNvSpPr txBox="1"/>
              <p:nvPr/>
            </p:nvSpPr>
            <p:spPr>
              <a:xfrm>
                <a:off x="7792822" y="4804792"/>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6" name="TextBox 5">
                <a:extLst>
                  <a:ext uri="{FF2B5EF4-FFF2-40B4-BE49-F238E27FC236}">
                    <a16:creationId xmlns:a16="http://schemas.microsoft.com/office/drawing/2014/main" id="{0008ECCB-1D61-A9CC-49FF-BC4F309E0C0B}"/>
                  </a:ext>
                </a:extLst>
              </p:cNvPr>
              <p:cNvSpPr txBox="1">
                <a:spLocks noRot="1" noChangeAspect="1" noMove="1" noResize="1" noEditPoints="1" noAdjustHandles="1" noChangeArrowheads="1" noChangeShapeType="1" noTextEdit="1"/>
              </p:cNvSpPr>
              <p:nvPr/>
            </p:nvSpPr>
            <p:spPr>
              <a:xfrm>
                <a:off x="7792822" y="4804792"/>
                <a:ext cx="340734" cy="276999"/>
              </a:xfrm>
              <a:prstGeom prst="rect">
                <a:avLst/>
              </a:prstGeom>
              <a:blipFill>
                <a:blip r:embed="rId16"/>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CDBA6BE-BB63-3D9C-7298-AD4F22AD2C27}"/>
                  </a:ext>
                </a:extLst>
              </p:cNvPr>
              <p:cNvSpPr txBox="1"/>
              <p:nvPr/>
            </p:nvSpPr>
            <p:spPr>
              <a:xfrm>
                <a:off x="7115394" y="5724629"/>
                <a:ext cx="3504357"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r>
                        <a:rPr lang="en-US" sz="3500" b="0" i="1" smtClean="0">
                          <a:latin typeface="Cambria Math" panose="02040503050406030204" pitchFamily="18" charset="0"/>
                        </a:rPr>
                        <m:t>𝐵𝑒𝑡𝑎</m:t>
                      </m:r>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m:t>
                      </m:r>
                    </m:oMath>
                  </m:oMathPara>
                </a14:m>
                <a:endParaRPr lang="en-US" sz="3500" dirty="0"/>
              </a:p>
            </p:txBody>
          </p:sp>
        </mc:Choice>
        <mc:Fallback>
          <p:sp>
            <p:nvSpPr>
              <p:cNvPr id="7" name="TextBox 6">
                <a:extLst>
                  <a:ext uri="{FF2B5EF4-FFF2-40B4-BE49-F238E27FC236}">
                    <a16:creationId xmlns:a16="http://schemas.microsoft.com/office/drawing/2014/main" id="{7CDBA6BE-BB63-3D9C-7298-AD4F22AD2C27}"/>
                  </a:ext>
                </a:extLst>
              </p:cNvPr>
              <p:cNvSpPr txBox="1">
                <a:spLocks noRot="1" noChangeAspect="1" noMove="1" noResize="1" noEditPoints="1" noAdjustHandles="1" noChangeArrowheads="1" noChangeShapeType="1" noTextEdit="1"/>
              </p:cNvSpPr>
              <p:nvPr/>
            </p:nvSpPr>
            <p:spPr>
              <a:xfrm>
                <a:off x="7115394" y="5724629"/>
                <a:ext cx="3504357" cy="538609"/>
              </a:xfrm>
              <a:prstGeom prst="rect">
                <a:avLst/>
              </a:prstGeom>
              <a:blipFill>
                <a:blip r:embed="rId17"/>
                <a:stretch>
                  <a:fillRect l="-2527" r="-3971" b="-372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F650ECA-18B2-1DC5-1221-6DBE186CE923}"/>
                  </a:ext>
                </a:extLst>
              </p:cNvPr>
              <p:cNvSpPr txBox="1"/>
              <p:nvPr/>
            </p:nvSpPr>
            <p:spPr>
              <a:xfrm>
                <a:off x="6740934" y="6448892"/>
                <a:ext cx="3082119" cy="6309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=1−</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oMath>
                  </m:oMathPara>
                </a14:m>
                <a:endParaRPr lang="en-US" sz="3500" dirty="0"/>
              </a:p>
            </p:txBody>
          </p:sp>
        </mc:Choice>
        <mc:Fallback>
          <p:sp>
            <p:nvSpPr>
              <p:cNvPr id="9" name="TextBox 8">
                <a:extLst>
                  <a:ext uri="{FF2B5EF4-FFF2-40B4-BE49-F238E27FC236}">
                    <a16:creationId xmlns:a16="http://schemas.microsoft.com/office/drawing/2014/main" id="{1F650ECA-18B2-1DC5-1221-6DBE186CE923}"/>
                  </a:ext>
                </a:extLst>
              </p:cNvPr>
              <p:cNvSpPr txBox="1">
                <a:spLocks noRot="1" noChangeAspect="1" noMove="1" noResize="1" noEditPoints="1" noAdjustHandles="1" noChangeArrowheads="1" noChangeShapeType="1" noTextEdit="1"/>
              </p:cNvSpPr>
              <p:nvPr/>
            </p:nvSpPr>
            <p:spPr>
              <a:xfrm>
                <a:off x="6740934" y="6448892"/>
                <a:ext cx="3082119" cy="630942"/>
              </a:xfrm>
              <a:prstGeom prst="rect">
                <a:avLst/>
              </a:prstGeom>
              <a:blipFill>
                <a:blip r:embed="rId18"/>
                <a:stretch>
                  <a:fillRect b="-11765"/>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B181EB6-0A6C-E313-A791-708FAF62884D}"/>
              </a:ext>
            </a:extLst>
          </p:cNvPr>
          <p:cNvSpPr/>
          <p:nvPr/>
        </p:nvSpPr>
        <p:spPr>
          <a:xfrm>
            <a:off x="6845300" y="7493916"/>
            <a:ext cx="5379431" cy="6952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08ED74A-EDE2-CCAE-64CF-BE66E24CE909}"/>
                  </a:ext>
                </a:extLst>
              </p:cNvPr>
              <p:cNvSpPr txBox="1"/>
              <p:nvPr/>
            </p:nvSpPr>
            <p:spPr>
              <a:xfrm>
                <a:off x="7628549" y="7545292"/>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8" name="TextBox 7">
                <a:extLst>
                  <a:ext uri="{FF2B5EF4-FFF2-40B4-BE49-F238E27FC236}">
                    <a16:creationId xmlns:a16="http://schemas.microsoft.com/office/drawing/2014/main" id="{108ED74A-EDE2-CCAE-64CF-BE66E24CE909}"/>
                  </a:ext>
                </a:extLst>
              </p:cNvPr>
              <p:cNvSpPr txBox="1">
                <a:spLocks noRot="1" noChangeAspect="1" noMove="1" noResize="1" noEditPoints="1" noAdjustHandles="1" noChangeArrowheads="1" noChangeShapeType="1" noTextEdit="1"/>
              </p:cNvSpPr>
              <p:nvPr/>
            </p:nvSpPr>
            <p:spPr>
              <a:xfrm>
                <a:off x="7628549" y="7545292"/>
                <a:ext cx="340734" cy="276999"/>
              </a:xfrm>
              <a:prstGeom prst="rect">
                <a:avLst/>
              </a:prstGeom>
              <a:blipFill>
                <a:blip r:embed="rId19"/>
                <a:stretch>
                  <a:fillRect l="-14286" r="-14286" b="-9091"/>
                </a:stretch>
              </a:blipFill>
            </p:spPr>
            <p:txBody>
              <a:bodyPr/>
              <a:lstStyle/>
              <a:p>
                <a:r>
                  <a:rPr lang="en-US">
                    <a:noFill/>
                  </a:rPr>
                  <a:t> </a:t>
                </a:r>
              </a:p>
            </p:txBody>
          </p:sp>
        </mc:Fallback>
      </mc:AlternateContent>
      <p:graphicFrame>
        <p:nvGraphicFramePr>
          <p:cNvPr id="11" name="object 9">
            <a:extLst>
              <a:ext uri="{FF2B5EF4-FFF2-40B4-BE49-F238E27FC236}">
                <a16:creationId xmlns:a16="http://schemas.microsoft.com/office/drawing/2014/main" id="{D9A005C7-0082-6117-E636-2F0AC291D0F4}"/>
              </a:ext>
            </a:extLst>
          </p:cNvPr>
          <p:cNvGraphicFramePr>
            <a:graphicFrameLocks noGrp="1"/>
          </p:cNvGraphicFramePr>
          <p:nvPr>
            <p:extLst>
              <p:ext uri="{D42A27DB-BD31-4B8C-83A1-F6EECF244321}">
                <p14:modId xmlns:p14="http://schemas.microsoft.com/office/powerpoint/2010/main" val="2206893060"/>
              </p:ext>
            </p:extLst>
          </p:nvPr>
        </p:nvGraphicFramePr>
        <p:xfrm>
          <a:off x="609272" y="7770861"/>
          <a:ext cx="5118100" cy="622300"/>
        </p:xfrm>
        <a:graphic>
          <a:graphicData uri="http://schemas.openxmlformats.org/drawingml/2006/table">
            <a:tbl>
              <a:tblPr/>
              <a:tblGrid>
                <a:gridCol w="1968500">
                  <a:extLst>
                    <a:ext uri="{9D8B030D-6E8A-4147-A177-3AD203B41FA5}">
                      <a16:colId xmlns:a16="http://schemas.microsoft.com/office/drawing/2014/main" val="2985233675"/>
                    </a:ext>
                  </a:extLst>
                </a:gridCol>
                <a:gridCol w="3149600">
                  <a:extLst>
                    <a:ext uri="{9D8B030D-6E8A-4147-A177-3AD203B41FA5}">
                      <a16:colId xmlns:a16="http://schemas.microsoft.com/office/drawing/2014/main" val="288799779"/>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extLst>
                  <a:ext uri="{0D108BD9-81ED-4DB2-BD59-A6C34878D82A}">
                    <a16:rowId xmlns:a16="http://schemas.microsoft.com/office/drawing/2014/main" val="250869471"/>
                  </a:ext>
                </a:extLst>
              </a:tr>
            </a:tbl>
          </a:graphicData>
        </a:graphic>
      </p:graphicFrame>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8035F61-BAF6-B60D-D994-6F53B49A3DF0}"/>
                  </a:ext>
                </a:extLst>
              </p:cNvPr>
              <p:cNvSpPr txBox="1"/>
              <p:nvPr/>
            </p:nvSpPr>
            <p:spPr>
              <a:xfrm>
                <a:off x="743131" y="8615648"/>
                <a:ext cx="154798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B8035F61-BAF6-B60D-D994-6F53B49A3DF0}"/>
                  </a:ext>
                </a:extLst>
              </p:cNvPr>
              <p:cNvSpPr txBox="1">
                <a:spLocks noRot="1" noChangeAspect="1" noMove="1" noResize="1" noEditPoints="1" noAdjustHandles="1" noChangeArrowheads="1" noChangeShapeType="1" noTextEdit="1"/>
              </p:cNvSpPr>
              <p:nvPr/>
            </p:nvSpPr>
            <p:spPr>
              <a:xfrm>
                <a:off x="743131" y="8615648"/>
                <a:ext cx="1547986" cy="477054"/>
              </a:xfrm>
              <a:prstGeom prst="rect">
                <a:avLst/>
              </a:prstGeom>
              <a:blipFill>
                <a:blip r:embed="rId20"/>
                <a:stretch>
                  <a:fillRect b="-512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0A31D12-2746-4318-D997-85D2AA1FA93A}"/>
                  </a:ext>
                </a:extLst>
              </p:cNvPr>
              <p:cNvSpPr txBox="1"/>
              <p:nvPr/>
            </p:nvSpPr>
            <p:spPr>
              <a:xfrm>
                <a:off x="3333885" y="8597271"/>
                <a:ext cx="154798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A0A31D12-2746-4318-D997-85D2AA1FA93A}"/>
                  </a:ext>
                </a:extLst>
              </p:cNvPr>
              <p:cNvSpPr txBox="1">
                <a:spLocks noRot="1" noChangeAspect="1" noMove="1" noResize="1" noEditPoints="1" noAdjustHandles="1" noChangeArrowheads="1" noChangeShapeType="1" noTextEdit="1"/>
              </p:cNvSpPr>
              <p:nvPr/>
            </p:nvSpPr>
            <p:spPr>
              <a:xfrm>
                <a:off x="3333885" y="8597271"/>
                <a:ext cx="1547986" cy="477054"/>
              </a:xfrm>
              <a:prstGeom prst="rect">
                <a:avLst/>
              </a:prstGeom>
              <a:blipFill>
                <a:blip r:embed="rId21"/>
                <a:stretch>
                  <a:fillRect b="-7692"/>
                </a:stretch>
              </a:blipFill>
            </p:spPr>
            <p:txBody>
              <a:bodyPr/>
              <a:lstStyle/>
              <a:p>
                <a:r>
                  <a:rPr lang="en-US">
                    <a:noFill/>
                  </a:rPr>
                  <a:t> </a:t>
                </a:r>
              </a:p>
            </p:txBody>
          </p:sp>
        </mc:Fallback>
      </mc:AlternateContent>
    </p:spTree>
    <p:extLst>
      <p:ext uri="{BB962C8B-B14F-4D97-AF65-F5344CB8AC3E}">
        <p14:creationId xmlns:p14="http://schemas.microsoft.com/office/powerpoint/2010/main" val="216777502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89" name="object 2" descr="$PPTXTitle">
            <a:extLst>
              <a:ext uri="{FF2B5EF4-FFF2-40B4-BE49-F238E27FC236}">
                <a16:creationId xmlns:a16="http://schemas.microsoft.com/office/drawing/2014/main" id="{751C2FEC-9391-4E5D-F345-6EE220B373A9}"/>
              </a:ext>
            </a:extLst>
          </p:cNvPr>
          <p:cNvSpPr>
            <a:spLocks noGrp="1" noChangeArrowheads="1"/>
          </p:cNvSpPr>
          <p:nvPr>
            <p:ph type="title"/>
          </p:nvPr>
        </p:nvSpPr>
        <p:spPr>
          <a:xfrm>
            <a:off x="684213" y="-31750"/>
            <a:ext cx="11423650" cy="1309333"/>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306070"/>
          <a:lstStyle/>
          <a:p>
            <a:pPr marL="12700">
              <a:spcBef>
                <a:spcPts val="1313"/>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sz="3500" dirty="0">
              <a:solidFill>
                <a:srgbClr val="000000"/>
              </a:solidFill>
              <a:latin typeface="Cambria" panose="02040503050406030204" pitchFamily="18" charset="0"/>
              <a:cs typeface="Calibri" panose="020F0502020204030204" pitchFamily="34" charset="0"/>
            </a:endParaRPr>
          </a:p>
        </p:txBody>
      </p:sp>
      <p:graphicFrame>
        <p:nvGraphicFramePr>
          <p:cNvPr id="32777" name="object 9">
            <a:extLst>
              <a:ext uri="{FF2B5EF4-FFF2-40B4-BE49-F238E27FC236}">
                <a16:creationId xmlns:a16="http://schemas.microsoft.com/office/drawing/2014/main" id="{68C8A084-921E-4508-0E20-2E5773307691}"/>
              </a:ext>
            </a:extLst>
          </p:cNvPr>
          <p:cNvGraphicFramePr>
            <a:graphicFrameLocks noGrp="1"/>
          </p:cNvGraphicFramePr>
          <p:nvPr>
            <p:extLst>
              <p:ext uri="{D42A27DB-BD31-4B8C-83A1-F6EECF244321}">
                <p14:modId xmlns:p14="http://schemas.microsoft.com/office/powerpoint/2010/main" val="720418814"/>
              </p:ext>
            </p:extLst>
          </p:nvPr>
        </p:nvGraphicFramePr>
        <p:xfrm>
          <a:off x="609272" y="7770861"/>
          <a:ext cx="5118100" cy="622300"/>
        </p:xfrm>
        <a:graphic>
          <a:graphicData uri="http://schemas.openxmlformats.org/drawingml/2006/table">
            <a:tbl>
              <a:tblPr/>
              <a:tblGrid>
                <a:gridCol w="1968500">
                  <a:extLst>
                    <a:ext uri="{9D8B030D-6E8A-4147-A177-3AD203B41FA5}">
                      <a16:colId xmlns:a16="http://schemas.microsoft.com/office/drawing/2014/main" val="2985233675"/>
                    </a:ext>
                  </a:extLst>
                </a:gridCol>
                <a:gridCol w="3149600">
                  <a:extLst>
                    <a:ext uri="{9D8B030D-6E8A-4147-A177-3AD203B41FA5}">
                      <a16:colId xmlns:a16="http://schemas.microsoft.com/office/drawing/2014/main" val="288799779"/>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extLst>
                  <a:ext uri="{0D108BD9-81ED-4DB2-BD59-A6C34878D82A}">
                    <a16:rowId xmlns:a16="http://schemas.microsoft.com/office/drawing/2014/main" val="250869471"/>
                  </a:ext>
                </a:extLst>
              </a:tr>
            </a:tbl>
          </a:graphicData>
        </a:graphic>
      </p:graphicFrame>
      <p:grpSp>
        <p:nvGrpSpPr>
          <p:cNvPr id="37904" name="object 10">
            <a:extLst>
              <a:ext uri="{FF2B5EF4-FFF2-40B4-BE49-F238E27FC236}">
                <a16:creationId xmlns:a16="http://schemas.microsoft.com/office/drawing/2014/main" id="{8C0C1FD4-F6A6-5F94-332E-B8A5C4990F2E}"/>
              </a:ext>
            </a:extLst>
          </p:cNvPr>
          <p:cNvGrpSpPr>
            <a:grpSpLocks/>
          </p:cNvGrpSpPr>
          <p:nvPr/>
        </p:nvGrpSpPr>
        <p:grpSpPr bwMode="auto">
          <a:xfrm>
            <a:off x="531813" y="3055938"/>
            <a:ext cx="4845050" cy="3702050"/>
            <a:chOff x="532130" y="3055620"/>
            <a:chExt cx="4845685" cy="3702685"/>
          </a:xfrm>
        </p:grpSpPr>
        <p:sp>
          <p:nvSpPr>
            <p:cNvPr id="37916" name="object 11">
              <a:extLst>
                <a:ext uri="{FF2B5EF4-FFF2-40B4-BE49-F238E27FC236}">
                  <a16:creationId xmlns:a16="http://schemas.microsoft.com/office/drawing/2014/main" id="{AD060E69-6376-124B-0E6C-AC83932E8641}"/>
                </a:ext>
              </a:extLst>
            </p:cNvPr>
            <p:cNvSpPr>
              <a:spLocks/>
            </p:cNvSpPr>
            <p:nvPr/>
          </p:nvSpPr>
          <p:spPr bwMode="auto">
            <a:xfrm>
              <a:off x="615949" y="3162300"/>
              <a:ext cx="0" cy="3517900"/>
            </a:xfrm>
            <a:custGeom>
              <a:avLst/>
              <a:gdLst>
                <a:gd name="T0" fmla="*/ 0 w 21600"/>
                <a:gd name="T1" fmla="*/ 0 h 3517900"/>
                <a:gd name="T2" fmla="*/ 0 w 21600"/>
                <a:gd name="T3" fmla="*/ 24470 h 3517900"/>
                <a:gd name="T4" fmla="*/ 0 w 21600"/>
                <a:gd name="T5" fmla="*/ 3517899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4470"/>
                  </a:lnTo>
                  <a:lnTo>
                    <a:pt x="0" y="3517899"/>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7917" name="object 12">
              <a:extLst>
                <a:ext uri="{FF2B5EF4-FFF2-40B4-BE49-F238E27FC236}">
                  <a16:creationId xmlns:a16="http://schemas.microsoft.com/office/drawing/2014/main" id="{3663E264-0A9B-5241-3CD3-AC8716299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7918" name="object 13">
              <a:extLst>
                <a:ext uri="{FF2B5EF4-FFF2-40B4-BE49-F238E27FC236}">
                  <a16:creationId xmlns:a16="http://schemas.microsoft.com/office/drawing/2014/main" id="{E0EE4F2F-E378-522F-0426-DE71F788ADE6}"/>
                </a:ext>
              </a:extLst>
            </p:cNvPr>
            <p:cNvSpPr>
              <a:spLocks/>
            </p:cNvSpPr>
            <p:nvPr/>
          </p:nvSpPr>
          <p:spPr bwMode="auto">
            <a:xfrm>
              <a:off x="609599" y="6673850"/>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919" name="object 14">
              <a:extLst>
                <a:ext uri="{FF2B5EF4-FFF2-40B4-BE49-F238E27FC236}">
                  <a16:creationId xmlns:a16="http://schemas.microsoft.com/office/drawing/2014/main" id="{41CB82D4-1E1F-F915-0135-94B864541F3A}"/>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37920" name="object 15">
              <a:extLst>
                <a:ext uri="{FF2B5EF4-FFF2-40B4-BE49-F238E27FC236}">
                  <a16:creationId xmlns:a16="http://schemas.microsoft.com/office/drawing/2014/main" id="{F41209D4-FA52-C428-14F7-EB674C6282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81"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7921" name="object 16">
              <a:extLst>
                <a:ext uri="{FF2B5EF4-FFF2-40B4-BE49-F238E27FC236}">
                  <a16:creationId xmlns:a16="http://schemas.microsoft.com/office/drawing/2014/main" id="{393A9297-1991-AB24-2208-285B8D5FFF00}"/>
                </a:ext>
              </a:extLst>
            </p:cNvPr>
            <p:cNvSpPr>
              <a:spLocks/>
            </p:cNvSpPr>
            <p:nvPr/>
          </p:nvSpPr>
          <p:spPr bwMode="auto">
            <a:xfrm>
              <a:off x="2082755" y="4261048"/>
              <a:ext cx="64769" cy="64769"/>
            </a:xfrm>
            <a:custGeom>
              <a:avLst/>
              <a:gdLst>
                <a:gd name="T0" fmla="*/ 32224 w 64769"/>
                <a:gd name="T1" fmla="*/ 0 h 64769"/>
                <a:gd name="T2" fmla="*/ 20098 w 64769"/>
                <a:gd name="T3" fmla="*/ 2359 h 64769"/>
                <a:gd name="T4" fmla="*/ 9438 w 64769"/>
                <a:gd name="T5" fmla="*/ 9438 h 64769"/>
                <a:gd name="T6" fmla="*/ 2359 w 64769"/>
                <a:gd name="T7" fmla="*/ 20098 h 64769"/>
                <a:gd name="T8" fmla="*/ 0 w 64769"/>
                <a:gd name="T9" fmla="*/ 32224 h 64769"/>
                <a:gd name="T10" fmla="*/ 2359 w 64769"/>
                <a:gd name="T11" fmla="*/ 44350 h 64769"/>
                <a:gd name="T12" fmla="*/ 9438 w 64769"/>
                <a:gd name="T13" fmla="*/ 55011 h 64769"/>
                <a:gd name="T14" fmla="*/ 20098 w 64769"/>
                <a:gd name="T15" fmla="*/ 62090 h 64769"/>
                <a:gd name="T16" fmla="*/ 32224 w 64769"/>
                <a:gd name="T17" fmla="*/ 64450 h 64769"/>
                <a:gd name="T18" fmla="*/ 44351 w 64769"/>
                <a:gd name="T19" fmla="*/ 62090 h 64769"/>
                <a:gd name="T20" fmla="*/ 55012 w 64769"/>
                <a:gd name="T21" fmla="*/ 55011 h 64769"/>
                <a:gd name="T22" fmla="*/ 62091 w 64769"/>
                <a:gd name="T23" fmla="*/ 44350 h 64769"/>
                <a:gd name="T24" fmla="*/ 64450 w 64769"/>
                <a:gd name="T25" fmla="*/ 32224 h 64769"/>
                <a:gd name="T26" fmla="*/ 62091 w 64769"/>
                <a:gd name="T27" fmla="*/ 20098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8"/>
                  </a:lnTo>
                  <a:lnTo>
                    <a:pt x="0" y="32224"/>
                  </a:lnTo>
                  <a:lnTo>
                    <a:pt x="2359" y="44350"/>
                  </a:lnTo>
                  <a:lnTo>
                    <a:pt x="9438" y="55011"/>
                  </a:lnTo>
                  <a:lnTo>
                    <a:pt x="20098" y="62090"/>
                  </a:lnTo>
                  <a:lnTo>
                    <a:pt x="32224" y="64450"/>
                  </a:lnTo>
                  <a:lnTo>
                    <a:pt x="44351" y="62090"/>
                  </a:lnTo>
                  <a:lnTo>
                    <a:pt x="55012" y="55011"/>
                  </a:lnTo>
                  <a:lnTo>
                    <a:pt x="62091" y="44350"/>
                  </a:lnTo>
                  <a:lnTo>
                    <a:pt x="64450" y="32224"/>
                  </a:lnTo>
                  <a:lnTo>
                    <a:pt x="62091" y="20098"/>
                  </a:lnTo>
                  <a:lnTo>
                    <a:pt x="55012" y="9438"/>
                  </a:lnTo>
                  <a:lnTo>
                    <a:pt x="44351" y="2359"/>
                  </a:lnTo>
                  <a:lnTo>
                    <a:pt x="32224"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22" name="object 17">
              <a:extLst>
                <a:ext uri="{FF2B5EF4-FFF2-40B4-BE49-F238E27FC236}">
                  <a16:creationId xmlns:a16="http://schemas.microsoft.com/office/drawing/2014/main" id="{08EA915A-93EB-AFA0-7FD9-DDB6852F75B9}"/>
                </a:ext>
              </a:extLst>
            </p:cNvPr>
            <p:cNvSpPr>
              <a:spLocks/>
            </p:cNvSpPr>
            <p:nvPr/>
          </p:nvSpPr>
          <p:spPr bwMode="auto">
            <a:xfrm>
              <a:off x="2082755" y="4261048"/>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7923" name="object 18">
              <a:extLst>
                <a:ext uri="{FF2B5EF4-FFF2-40B4-BE49-F238E27FC236}">
                  <a16:creationId xmlns:a16="http://schemas.microsoft.com/office/drawing/2014/main" id="{E33E5B2F-7E01-D14E-55D6-44DF74851B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179" y="419945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24" name="object 19">
              <a:extLst>
                <a:ext uri="{FF2B5EF4-FFF2-40B4-BE49-F238E27FC236}">
                  <a16:creationId xmlns:a16="http://schemas.microsoft.com/office/drawing/2014/main" id="{71BB800F-5B6F-7DAE-D97A-76B2E30B3B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836" y="431914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7925" name="object 20">
              <a:extLst>
                <a:ext uri="{FF2B5EF4-FFF2-40B4-BE49-F238E27FC236}">
                  <a16:creationId xmlns:a16="http://schemas.microsoft.com/office/drawing/2014/main" id="{4C2ED7C5-DBC1-A7EC-25AA-56A2DC98615D}"/>
                </a:ext>
              </a:extLst>
            </p:cNvPr>
            <p:cNvSpPr>
              <a:spLocks/>
            </p:cNvSpPr>
            <p:nvPr/>
          </p:nvSpPr>
          <p:spPr bwMode="auto">
            <a:xfrm>
              <a:off x="1880266" y="4251910"/>
              <a:ext cx="64769" cy="64769"/>
            </a:xfrm>
            <a:custGeom>
              <a:avLst/>
              <a:gdLst>
                <a:gd name="T0" fmla="*/ 30041 w 64769"/>
                <a:gd name="T1" fmla="*/ 0 h 64769"/>
                <a:gd name="T2" fmla="*/ 18095 w 64769"/>
                <a:gd name="T3" fmla="*/ 3150 h 64769"/>
                <a:gd name="T4" fmla="*/ 7922 w 64769"/>
                <a:gd name="T5" fmla="*/ 10913 h 64769"/>
                <a:gd name="T6" fmla="*/ 1558 w 64769"/>
                <a:gd name="T7" fmla="*/ 22015 h 64769"/>
                <a:gd name="T8" fmla="*/ 0 w 64769"/>
                <a:gd name="T9" fmla="*/ 34270 h 64769"/>
                <a:gd name="T10" fmla="*/ 3150 w 64769"/>
                <a:gd name="T11" fmla="*/ 46216 h 64769"/>
                <a:gd name="T12" fmla="*/ 10913 w 64769"/>
                <a:gd name="T13" fmla="*/ 56389 h 64769"/>
                <a:gd name="T14" fmla="*/ 22015 w 64769"/>
                <a:gd name="T15" fmla="*/ 62753 h 64769"/>
                <a:gd name="T16" fmla="*/ 34270 w 64769"/>
                <a:gd name="T17" fmla="*/ 64311 h 64769"/>
                <a:gd name="T18" fmla="*/ 46216 w 64769"/>
                <a:gd name="T19" fmla="*/ 61161 h 64769"/>
                <a:gd name="T20" fmla="*/ 56388 w 64769"/>
                <a:gd name="T21" fmla="*/ 53398 h 64769"/>
                <a:gd name="T22" fmla="*/ 62752 w 64769"/>
                <a:gd name="T23" fmla="*/ 42296 h 64769"/>
                <a:gd name="T24" fmla="*/ 64311 w 64769"/>
                <a:gd name="T25" fmla="*/ 30040 h 64769"/>
                <a:gd name="T26" fmla="*/ 61161 w 64769"/>
                <a:gd name="T27" fmla="*/ 18095 h 64769"/>
                <a:gd name="T28" fmla="*/ 53397 w 64769"/>
                <a:gd name="T29" fmla="*/ 7922 h 64769"/>
                <a:gd name="T30" fmla="*/ 42296 w 64769"/>
                <a:gd name="T31" fmla="*/ 1558 h 64769"/>
                <a:gd name="T32" fmla="*/ 30041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0041" y="0"/>
                  </a:moveTo>
                  <a:lnTo>
                    <a:pt x="18095" y="3150"/>
                  </a:lnTo>
                  <a:lnTo>
                    <a:pt x="7922" y="10913"/>
                  </a:lnTo>
                  <a:lnTo>
                    <a:pt x="1558" y="22015"/>
                  </a:lnTo>
                  <a:lnTo>
                    <a:pt x="0" y="34270"/>
                  </a:lnTo>
                  <a:lnTo>
                    <a:pt x="3150" y="46216"/>
                  </a:lnTo>
                  <a:lnTo>
                    <a:pt x="10913" y="56389"/>
                  </a:lnTo>
                  <a:lnTo>
                    <a:pt x="22015" y="62753"/>
                  </a:lnTo>
                  <a:lnTo>
                    <a:pt x="34270" y="64311"/>
                  </a:lnTo>
                  <a:lnTo>
                    <a:pt x="46216" y="61161"/>
                  </a:lnTo>
                  <a:lnTo>
                    <a:pt x="56388" y="53398"/>
                  </a:lnTo>
                  <a:lnTo>
                    <a:pt x="62752" y="42296"/>
                  </a:lnTo>
                  <a:lnTo>
                    <a:pt x="64311" y="30040"/>
                  </a:lnTo>
                  <a:lnTo>
                    <a:pt x="61161" y="18095"/>
                  </a:lnTo>
                  <a:lnTo>
                    <a:pt x="53397" y="7922"/>
                  </a:lnTo>
                  <a:lnTo>
                    <a:pt x="42296" y="1558"/>
                  </a:lnTo>
                  <a:lnTo>
                    <a:pt x="30041"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26" name="object 21">
              <a:extLst>
                <a:ext uri="{FF2B5EF4-FFF2-40B4-BE49-F238E27FC236}">
                  <a16:creationId xmlns:a16="http://schemas.microsoft.com/office/drawing/2014/main" id="{2AC597F7-F1F5-80D3-7707-CA637A03CA50}"/>
                </a:ext>
              </a:extLst>
            </p:cNvPr>
            <p:cNvSpPr>
              <a:spLocks/>
            </p:cNvSpPr>
            <p:nvPr/>
          </p:nvSpPr>
          <p:spPr bwMode="auto">
            <a:xfrm>
              <a:off x="1880266" y="4251910"/>
              <a:ext cx="64769" cy="64769"/>
            </a:xfrm>
            <a:custGeom>
              <a:avLst/>
              <a:gdLst>
                <a:gd name="T0" fmla="*/ 53397 w 64769"/>
                <a:gd name="T1" fmla="*/ 7922 h 64769"/>
                <a:gd name="T2" fmla="*/ 61161 w 64769"/>
                <a:gd name="T3" fmla="*/ 18095 h 64769"/>
                <a:gd name="T4" fmla="*/ 64311 w 64769"/>
                <a:gd name="T5" fmla="*/ 30040 h 64769"/>
                <a:gd name="T6" fmla="*/ 62752 w 64769"/>
                <a:gd name="T7" fmla="*/ 42296 h 64769"/>
                <a:gd name="T8" fmla="*/ 56388 w 64769"/>
                <a:gd name="T9" fmla="*/ 53397 h 64769"/>
                <a:gd name="T10" fmla="*/ 46216 w 64769"/>
                <a:gd name="T11" fmla="*/ 61161 h 64769"/>
                <a:gd name="T12" fmla="*/ 34270 w 64769"/>
                <a:gd name="T13" fmla="*/ 64311 h 64769"/>
                <a:gd name="T14" fmla="*/ 22015 w 64769"/>
                <a:gd name="T15" fmla="*/ 62752 h 64769"/>
                <a:gd name="T16" fmla="*/ 10913 w 64769"/>
                <a:gd name="T17" fmla="*/ 56388 h 64769"/>
                <a:gd name="T18" fmla="*/ 3150 w 64769"/>
                <a:gd name="T19" fmla="*/ 46216 h 64769"/>
                <a:gd name="T20" fmla="*/ 0 w 64769"/>
                <a:gd name="T21" fmla="*/ 34270 h 64769"/>
                <a:gd name="T22" fmla="*/ 1558 w 64769"/>
                <a:gd name="T23" fmla="*/ 22015 h 64769"/>
                <a:gd name="T24" fmla="*/ 7922 w 64769"/>
                <a:gd name="T25" fmla="*/ 10913 h 64769"/>
                <a:gd name="T26" fmla="*/ 18095 w 64769"/>
                <a:gd name="T27" fmla="*/ 3150 h 64769"/>
                <a:gd name="T28" fmla="*/ 30040 w 64769"/>
                <a:gd name="T29" fmla="*/ 0 h 64769"/>
                <a:gd name="T30" fmla="*/ 42296 w 64769"/>
                <a:gd name="T31" fmla="*/ 1558 h 64769"/>
                <a:gd name="T32" fmla="*/ 53397 w 64769"/>
                <a:gd name="T33" fmla="*/ 7922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3397" y="7922"/>
                  </a:moveTo>
                  <a:lnTo>
                    <a:pt x="61161" y="18095"/>
                  </a:lnTo>
                  <a:lnTo>
                    <a:pt x="64311" y="30040"/>
                  </a:lnTo>
                  <a:lnTo>
                    <a:pt x="62752" y="42296"/>
                  </a:lnTo>
                  <a:lnTo>
                    <a:pt x="56388" y="53397"/>
                  </a:lnTo>
                  <a:lnTo>
                    <a:pt x="46216" y="61161"/>
                  </a:lnTo>
                  <a:lnTo>
                    <a:pt x="34270" y="64311"/>
                  </a:lnTo>
                  <a:lnTo>
                    <a:pt x="22015" y="62752"/>
                  </a:lnTo>
                  <a:lnTo>
                    <a:pt x="10913" y="56388"/>
                  </a:lnTo>
                  <a:lnTo>
                    <a:pt x="3150" y="46216"/>
                  </a:lnTo>
                  <a:lnTo>
                    <a:pt x="0" y="34270"/>
                  </a:lnTo>
                  <a:lnTo>
                    <a:pt x="1558" y="22015"/>
                  </a:lnTo>
                  <a:lnTo>
                    <a:pt x="7922" y="10913"/>
                  </a:lnTo>
                  <a:lnTo>
                    <a:pt x="18095" y="3150"/>
                  </a:lnTo>
                  <a:lnTo>
                    <a:pt x="30040" y="0"/>
                  </a:lnTo>
                  <a:lnTo>
                    <a:pt x="42296" y="1558"/>
                  </a:lnTo>
                  <a:lnTo>
                    <a:pt x="53397" y="7922"/>
                  </a:lnTo>
                </a:path>
              </a:pathLst>
            </a:custGeom>
            <a:noFill/>
            <a:ln w="12699"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7927" name="object 22">
              <a:extLst>
                <a:ext uri="{FF2B5EF4-FFF2-40B4-BE49-F238E27FC236}">
                  <a16:creationId xmlns:a16="http://schemas.microsoft.com/office/drawing/2014/main" id="{C6816167-B06D-A7B0-64B2-F26B9BCA6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5126" y="398768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7928" name="object 23">
              <a:extLst>
                <a:ext uri="{FF2B5EF4-FFF2-40B4-BE49-F238E27FC236}">
                  <a16:creationId xmlns:a16="http://schemas.microsoft.com/office/drawing/2014/main" id="{CD7CFDCB-00AB-FDA6-C03C-F7669EABA46B}"/>
                </a:ext>
              </a:extLst>
            </p:cNvPr>
            <p:cNvSpPr>
              <a:spLocks/>
            </p:cNvSpPr>
            <p:nvPr/>
          </p:nvSpPr>
          <p:spPr bwMode="auto">
            <a:xfrm>
              <a:off x="1806538" y="4509643"/>
              <a:ext cx="64769" cy="64769"/>
            </a:xfrm>
            <a:custGeom>
              <a:avLst/>
              <a:gdLst>
                <a:gd name="T0" fmla="*/ 32225 w 64769"/>
                <a:gd name="T1" fmla="*/ 0 h 64769"/>
                <a:gd name="T2" fmla="*/ 20099 w 64769"/>
                <a:gd name="T3" fmla="*/ 2359 h 64769"/>
                <a:gd name="T4" fmla="*/ 9439 w 64769"/>
                <a:gd name="T5" fmla="*/ 9438 h 64769"/>
                <a:gd name="T6" fmla="*/ 2359 w 64769"/>
                <a:gd name="T7" fmla="*/ 20098 h 64769"/>
                <a:gd name="T8" fmla="*/ 0 w 64769"/>
                <a:gd name="T9" fmla="*/ 32224 h 64769"/>
                <a:gd name="T10" fmla="*/ 2359 w 64769"/>
                <a:gd name="T11" fmla="*/ 44351 h 64769"/>
                <a:gd name="T12" fmla="*/ 9439 w 64769"/>
                <a:gd name="T13" fmla="*/ 55012 h 64769"/>
                <a:gd name="T14" fmla="*/ 20099 w 64769"/>
                <a:gd name="T15" fmla="*/ 62091 h 64769"/>
                <a:gd name="T16" fmla="*/ 32225 w 64769"/>
                <a:gd name="T17" fmla="*/ 64450 h 64769"/>
                <a:gd name="T18" fmla="*/ 44351 w 64769"/>
                <a:gd name="T19" fmla="*/ 62091 h 64769"/>
                <a:gd name="T20" fmla="*/ 55011 w 64769"/>
                <a:gd name="T21" fmla="*/ 55012 h 64769"/>
                <a:gd name="T22" fmla="*/ 62091 w 64769"/>
                <a:gd name="T23" fmla="*/ 44351 h 64769"/>
                <a:gd name="T24" fmla="*/ 64451 w 64769"/>
                <a:gd name="T25" fmla="*/ 32224 h 64769"/>
                <a:gd name="T26" fmla="*/ 62091 w 64769"/>
                <a:gd name="T27" fmla="*/ 20098 h 64769"/>
                <a:gd name="T28" fmla="*/ 55011 w 64769"/>
                <a:gd name="T29" fmla="*/ 9438 h 64769"/>
                <a:gd name="T30" fmla="*/ 44351 w 64769"/>
                <a:gd name="T31" fmla="*/ 2359 h 64769"/>
                <a:gd name="T32" fmla="*/ 32225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5" y="0"/>
                  </a:moveTo>
                  <a:lnTo>
                    <a:pt x="20099" y="2359"/>
                  </a:lnTo>
                  <a:lnTo>
                    <a:pt x="9439" y="9438"/>
                  </a:lnTo>
                  <a:lnTo>
                    <a:pt x="2359" y="20098"/>
                  </a:lnTo>
                  <a:lnTo>
                    <a:pt x="0" y="32224"/>
                  </a:lnTo>
                  <a:lnTo>
                    <a:pt x="2359" y="44351"/>
                  </a:lnTo>
                  <a:lnTo>
                    <a:pt x="9439" y="55012"/>
                  </a:lnTo>
                  <a:lnTo>
                    <a:pt x="20099" y="62091"/>
                  </a:lnTo>
                  <a:lnTo>
                    <a:pt x="32225" y="64450"/>
                  </a:lnTo>
                  <a:lnTo>
                    <a:pt x="44351" y="62091"/>
                  </a:lnTo>
                  <a:lnTo>
                    <a:pt x="55011" y="55012"/>
                  </a:lnTo>
                  <a:lnTo>
                    <a:pt x="62091" y="44351"/>
                  </a:lnTo>
                  <a:lnTo>
                    <a:pt x="64451" y="32224"/>
                  </a:lnTo>
                  <a:lnTo>
                    <a:pt x="62091" y="20098"/>
                  </a:lnTo>
                  <a:lnTo>
                    <a:pt x="55011" y="9438"/>
                  </a:lnTo>
                  <a:lnTo>
                    <a:pt x="44351" y="2359"/>
                  </a:lnTo>
                  <a:lnTo>
                    <a:pt x="32225"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29" name="object 24">
              <a:extLst>
                <a:ext uri="{FF2B5EF4-FFF2-40B4-BE49-F238E27FC236}">
                  <a16:creationId xmlns:a16="http://schemas.microsoft.com/office/drawing/2014/main" id="{7E14DA59-D1F9-AA88-06A4-618FCA84E511}"/>
                </a:ext>
              </a:extLst>
            </p:cNvPr>
            <p:cNvSpPr>
              <a:spLocks/>
            </p:cNvSpPr>
            <p:nvPr/>
          </p:nvSpPr>
          <p:spPr bwMode="auto">
            <a:xfrm>
              <a:off x="1806539" y="4509643"/>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7930" name="object 25">
              <a:extLst>
                <a:ext uri="{FF2B5EF4-FFF2-40B4-BE49-F238E27FC236}">
                  <a16:creationId xmlns:a16="http://schemas.microsoft.com/office/drawing/2014/main" id="{252BA678-10D1-A6DA-6D65-CE872EADF7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991"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1" name="object 26">
              <a:extLst>
                <a:ext uri="{FF2B5EF4-FFF2-40B4-BE49-F238E27FC236}">
                  <a16:creationId xmlns:a16="http://schemas.microsoft.com/office/drawing/2014/main" id="{E5468020-76FC-6698-03EF-30299B37F8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14" y="440201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2" name="object 27">
              <a:extLst>
                <a:ext uri="{FF2B5EF4-FFF2-40B4-BE49-F238E27FC236}">
                  <a16:creationId xmlns:a16="http://schemas.microsoft.com/office/drawing/2014/main" id="{136DFD9D-F852-3935-ED7D-12571061FB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5306" y="407976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3" name="object 28">
              <a:extLst>
                <a:ext uri="{FF2B5EF4-FFF2-40B4-BE49-F238E27FC236}">
                  <a16:creationId xmlns:a16="http://schemas.microsoft.com/office/drawing/2014/main" id="{826AA517-73AB-E761-49C3-EA3969365E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423" y="465060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4" name="object 29">
              <a:extLst>
                <a:ext uri="{FF2B5EF4-FFF2-40B4-BE49-F238E27FC236}">
                  <a16:creationId xmlns:a16="http://schemas.microsoft.com/office/drawing/2014/main" id="{616BEA06-4B89-C22D-8712-B36E26CAB1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468" y="4816339"/>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5" name="object 30">
              <a:extLst>
                <a:ext uri="{FF2B5EF4-FFF2-40B4-BE49-F238E27FC236}">
                  <a16:creationId xmlns:a16="http://schemas.microsoft.com/office/drawing/2014/main" id="{481F5BEC-3863-176E-5173-0858402788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659" y="4374391"/>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6" name="object 31">
              <a:extLst>
                <a:ext uri="{FF2B5EF4-FFF2-40B4-BE49-F238E27FC236}">
                  <a16:creationId xmlns:a16="http://schemas.microsoft.com/office/drawing/2014/main" id="{F257B762-CE2E-B4BE-9B43-8AD5FB1F54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2135" y="463219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7" name="object 32">
              <a:extLst>
                <a:ext uri="{FF2B5EF4-FFF2-40B4-BE49-F238E27FC236}">
                  <a16:creationId xmlns:a16="http://schemas.microsoft.com/office/drawing/2014/main" id="{AD91FC9C-B647-C4DE-E031-AD7EDA8DA3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974" y="415341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8" name="object 33">
              <a:extLst>
                <a:ext uri="{FF2B5EF4-FFF2-40B4-BE49-F238E27FC236}">
                  <a16:creationId xmlns:a16="http://schemas.microsoft.com/office/drawing/2014/main" id="{4356A09D-06AB-7255-B9B8-75DCE1491A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3706" y="453091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39" name="object 34">
              <a:extLst>
                <a:ext uri="{FF2B5EF4-FFF2-40B4-BE49-F238E27FC236}">
                  <a16:creationId xmlns:a16="http://schemas.microsoft.com/office/drawing/2014/main" id="{A09DD0F8-0672-1C97-0195-DD73AD164E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24498" y="469664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40" name="object 35">
              <a:extLst>
                <a:ext uri="{FF2B5EF4-FFF2-40B4-BE49-F238E27FC236}">
                  <a16:creationId xmlns:a16="http://schemas.microsoft.com/office/drawing/2014/main" id="{9E0F08EF-580A-20C8-EE41-42CCB7DE6F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1939" y="472426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41" name="object 36">
              <a:extLst>
                <a:ext uri="{FF2B5EF4-FFF2-40B4-BE49-F238E27FC236}">
                  <a16:creationId xmlns:a16="http://schemas.microsoft.com/office/drawing/2014/main" id="{1DE6A26C-D084-61CE-DA9C-512C11B17AE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9923" y="4687437"/>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7942" name="object 37">
              <a:extLst>
                <a:ext uri="{FF2B5EF4-FFF2-40B4-BE49-F238E27FC236}">
                  <a16:creationId xmlns:a16="http://schemas.microsoft.com/office/drawing/2014/main" id="{035CCAFC-5DB6-342C-076E-05C7615F1227}"/>
                </a:ext>
              </a:extLst>
            </p:cNvPr>
            <p:cNvSpPr>
              <a:spLocks/>
            </p:cNvSpPr>
            <p:nvPr/>
          </p:nvSpPr>
          <p:spPr bwMode="auto">
            <a:xfrm>
              <a:off x="3859750" y="487793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1 w 64769"/>
                <a:gd name="T19" fmla="*/ 62091 h 64769"/>
                <a:gd name="T20" fmla="*/ 55012 w 64769"/>
                <a:gd name="T21" fmla="*/ 55012 h 64769"/>
                <a:gd name="T22" fmla="*/ 62091 w 64769"/>
                <a:gd name="T23" fmla="*/ 44352 h 64769"/>
                <a:gd name="T24" fmla="*/ 64450 w 64769"/>
                <a:gd name="T25" fmla="*/ 32225 h 64769"/>
                <a:gd name="T26" fmla="*/ 62091 w 64769"/>
                <a:gd name="T27" fmla="*/ 20099 h 64769"/>
                <a:gd name="T28" fmla="*/ 55012 w 64769"/>
                <a:gd name="T29" fmla="*/ 9438 h 64769"/>
                <a:gd name="T30" fmla="*/ 44351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1" y="62091"/>
                  </a:lnTo>
                  <a:lnTo>
                    <a:pt x="55012" y="55012"/>
                  </a:lnTo>
                  <a:lnTo>
                    <a:pt x="62091" y="44352"/>
                  </a:lnTo>
                  <a:lnTo>
                    <a:pt x="64450" y="32225"/>
                  </a:lnTo>
                  <a:lnTo>
                    <a:pt x="62091" y="20099"/>
                  </a:lnTo>
                  <a:lnTo>
                    <a:pt x="55012" y="9438"/>
                  </a:lnTo>
                  <a:lnTo>
                    <a:pt x="44351"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43" name="object 38">
              <a:extLst>
                <a:ext uri="{FF2B5EF4-FFF2-40B4-BE49-F238E27FC236}">
                  <a16:creationId xmlns:a16="http://schemas.microsoft.com/office/drawing/2014/main" id="{C8559D48-BB1D-97B7-7E0F-C5A11EE5372D}"/>
                </a:ext>
              </a:extLst>
            </p:cNvPr>
            <p:cNvSpPr>
              <a:spLocks/>
            </p:cNvSpPr>
            <p:nvPr/>
          </p:nvSpPr>
          <p:spPr bwMode="auto">
            <a:xfrm>
              <a:off x="3859749" y="487793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7944" name="object 39">
              <a:extLst>
                <a:ext uri="{FF2B5EF4-FFF2-40B4-BE49-F238E27FC236}">
                  <a16:creationId xmlns:a16="http://schemas.microsoft.com/office/drawing/2014/main" id="{6AC1088E-040F-5DE2-9459-88844A338D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6389" y="492682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37945" name="object 40">
              <a:extLst>
                <a:ext uri="{FF2B5EF4-FFF2-40B4-BE49-F238E27FC236}">
                  <a16:creationId xmlns:a16="http://schemas.microsoft.com/office/drawing/2014/main" id="{A2D3A216-1C09-4EAF-64FD-014D5936A951}"/>
                </a:ext>
              </a:extLst>
            </p:cNvPr>
            <p:cNvSpPr>
              <a:spLocks/>
            </p:cNvSpPr>
            <p:nvPr/>
          </p:nvSpPr>
          <p:spPr bwMode="auto">
            <a:xfrm>
              <a:off x="4043895" y="5043661"/>
              <a:ext cx="64769" cy="64769"/>
            </a:xfrm>
            <a:custGeom>
              <a:avLst/>
              <a:gdLst>
                <a:gd name="T0" fmla="*/ 32224 w 64769"/>
                <a:gd name="T1" fmla="*/ 0 h 64769"/>
                <a:gd name="T2" fmla="*/ 20098 w 64769"/>
                <a:gd name="T3" fmla="*/ 2359 h 64769"/>
                <a:gd name="T4" fmla="*/ 9438 w 64769"/>
                <a:gd name="T5" fmla="*/ 9438 h 64769"/>
                <a:gd name="T6" fmla="*/ 2359 w 64769"/>
                <a:gd name="T7" fmla="*/ 20099 h 64769"/>
                <a:gd name="T8" fmla="*/ 0 w 64769"/>
                <a:gd name="T9" fmla="*/ 32225 h 64769"/>
                <a:gd name="T10" fmla="*/ 2359 w 64769"/>
                <a:gd name="T11" fmla="*/ 44352 h 64769"/>
                <a:gd name="T12" fmla="*/ 9438 w 64769"/>
                <a:gd name="T13" fmla="*/ 55012 h 64769"/>
                <a:gd name="T14" fmla="*/ 20098 w 64769"/>
                <a:gd name="T15" fmla="*/ 62091 h 64769"/>
                <a:gd name="T16" fmla="*/ 32224 w 64769"/>
                <a:gd name="T17" fmla="*/ 64450 h 64769"/>
                <a:gd name="T18" fmla="*/ 44350 w 64769"/>
                <a:gd name="T19" fmla="*/ 62091 h 64769"/>
                <a:gd name="T20" fmla="*/ 55011 w 64769"/>
                <a:gd name="T21" fmla="*/ 55012 h 64769"/>
                <a:gd name="T22" fmla="*/ 62090 w 64769"/>
                <a:gd name="T23" fmla="*/ 44352 h 64769"/>
                <a:gd name="T24" fmla="*/ 64450 w 64769"/>
                <a:gd name="T25" fmla="*/ 32225 h 64769"/>
                <a:gd name="T26" fmla="*/ 62090 w 64769"/>
                <a:gd name="T27" fmla="*/ 20099 h 64769"/>
                <a:gd name="T28" fmla="*/ 55011 w 64769"/>
                <a:gd name="T29" fmla="*/ 9438 h 64769"/>
                <a:gd name="T30" fmla="*/ 44350 w 64769"/>
                <a:gd name="T31" fmla="*/ 2359 h 64769"/>
                <a:gd name="T32" fmla="*/ 32224 w 64769"/>
                <a:gd name="T33" fmla="*/ 0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32224" y="0"/>
                  </a:moveTo>
                  <a:lnTo>
                    <a:pt x="20098" y="2359"/>
                  </a:lnTo>
                  <a:lnTo>
                    <a:pt x="9438" y="9438"/>
                  </a:lnTo>
                  <a:lnTo>
                    <a:pt x="2359" y="20099"/>
                  </a:lnTo>
                  <a:lnTo>
                    <a:pt x="0" y="32225"/>
                  </a:lnTo>
                  <a:lnTo>
                    <a:pt x="2359" y="44352"/>
                  </a:lnTo>
                  <a:lnTo>
                    <a:pt x="9438" y="55012"/>
                  </a:lnTo>
                  <a:lnTo>
                    <a:pt x="20098" y="62091"/>
                  </a:lnTo>
                  <a:lnTo>
                    <a:pt x="32224" y="64450"/>
                  </a:lnTo>
                  <a:lnTo>
                    <a:pt x="44350" y="62091"/>
                  </a:lnTo>
                  <a:lnTo>
                    <a:pt x="55011" y="55012"/>
                  </a:lnTo>
                  <a:lnTo>
                    <a:pt x="62090" y="44352"/>
                  </a:lnTo>
                  <a:lnTo>
                    <a:pt x="64450" y="32225"/>
                  </a:lnTo>
                  <a:lnTo>
                    <a:pt x="62090" y="20099"/>
                  </a:lnTo>
                  <a:lnTo>
                    <a:pt x="55011" y="9438"/>
                  </a:lnTo>
                  <a:lnTo>
                    <a:pt x="44350" y="2359"/>
                  </a:lnTo>
                  <a:lnTo>
                    <a:pt x="32224"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46" name="object 41">
              <a:extLst>
                <a:ext uri="{FF2B5EF4-FFF2-40B4-BE49-F238E27FC236}">
                  <a16:creationId xmlns:a16="http://schemas.microsoft.com/office/drawing/2014/main" id="{3553FCA4-0C5A-16BE-E144-29326A100080}"/>
                </a:ext>
              </a:extLst>
            </p:cNvPr>
            <p:cNvSpPr>
              <a:spLocks/>
            </p:cNvSpPr>
            <p:nvPr/>
          </p:nvSpPr>
          <p:spPr bwMode="auto">
            <a:xfrm>
              <a:off x="4043894" y="5043661"/>
              <a:ext cx="64769" cy="64769"/>
            </a:xfrm>
            <a:custGeom>
              <a:avLst/>
              <a:gdLst>
                <a:gd name="T0" fmla="*/ 55011 w 64769"/>
                <a:gd name="T1" fmla="*/ 9438 h 64769"/>
                <a:gd name="T2" fmla="*/ 62090 w 64769"/>
                <a:gd name="T3" fmla="*/ 20098 h 64769"/>
                <a:gd name="T4" fmla="*/ 64450 w 64769"/>
                <a:gd name="T5" fmla="*/ 32225 h 64769"/>
                <a:gd name="T6" fmla="*/ 62090 w 64769"/>
                <a:gd name="T7" fmla="*/ 44351 h 64769"/>
                <a:gd name="T8" fmla="*/ 55011 w 64769"/>
                <a:gd name="T9" fmla="*/ 55011 h 64769"/>
                <a:gd name="T10" fmla="*/ 44351 w 64769"/>
                <a:gd name="T11" fmla="*/ 62090 h 64769"/>
                <a:gd name="T12" fmla="*/ 32225 w 64769"/>
                <a:gd name="T13" fmla="*/ 64450 h 64769"/>
                <a:gd name="T14" fmla="*/ 20098 w 64769"/>
                <a:gd name="T15" fmla="*/ 62090 h 64769"/>
                <a:gd name="T16" fmla="*/ 9438 w 64769"/>
                <a:gd name="T17" fmla="*/ 55011 h 64769"/>
                <a:gd name="T18" fmla="*/ 2359 w 64769"/>
                <a:gd name="T19" fmla="*/ 44351 h 64769"/>
                <a:gd name="T20" fmla="*/ 0 w 64769"/>
                <a:gd name="T21" fmla="*/ 32225 h 64769"/>
                <a:gd name="T22" fmla="*/ 2359 w 64769"/>
                <a:gd name="T23" fmla="*/ 20098 h 64769"/>
                <a:gd name="T24" fmla="*/ 9438 w 64769"/>
                <a:gd name="T25" fmla="*/ 9438 h 64769"/>
                <a:gd name="T26" fmla="*/ 20098 w 64769"/>
                <a:gd name="T27" fmla="*/ 2359 h 64769"/>
                <a:gd name="T28" fmla="*/ 32225 w 64769"/>
                <a:gd name="T29" fmla="*/ 0 h 64769"/>
                <a:gd name="T30" fmla="*/ 44351 w 64769"/>
                <a:gd name="T31" fmla="*/ 2359 h 64769"/>
                <a:gd name="T32" fmla="*/ 55011 w 64769"/>
                <a:gd name="T33" fmla="*/ 9438 h 6476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4769" h="64769">
                  <a:moveTo>
                    <a:pt x="55011" y="9438"/>
                  </a:moveTo>
                  <a:lnTo>
                    <a:pt x="62090" y="20098"/>
                  </a:lnTo>
                  <a:lnTo>
                    <a:pt x="64450" y="32225"/>
                  </a:lnTo>
                  <a:lnTo>
                    <a:pt x="62090" y="44351"/>
                  </a:lnTo>
                  <a:lnTo>
                    <a:pt x="55011" y="55011"/>
                  </a:lnTo>
                  <a:lnTo>
                    <a:pt x="44351" y="62090"/>
                  </a:lnTo>
                  <a:lnTo>
                    <a:pt x="32225" y="64450"/>
                  </a:lnTo>
                  <a:lnTo>
                    <a:pt x="20098" y="62090"/>
                  </a:lnTo>
                  <a:lnTo>
                    <a:pt x="9438" y="55011"/>
                  </a:lnTo>
                  <a:lnTo>
                    <a:pt x="2359" y="44351"/>
                  </a:lnTo>
                  <a:lnTo>
                    <a:pt x="0" y="32225"/>
                  </a:lnTo>
                  <a:lnTo>
                    <a:pt x="2359" y="20098"/>
                  </a:lnTo>
                  <a:lnTo>
                    <a:pt x="9438" y="9438"/>
                  </a:lnTo>
                  <a:lnTo>
                    <a:pt x="20098" y="2359"/>
                  </a:lnTo>
                  <a:lnTo>
                    <a:pt x="32225" y="0"/>
                  </a:lnTo>
                  <a:lnTo>
                    <a:pt x="44351" y="2359"/>
                  </a:lnTo>
                  <a:lnTo>
                    <a:pt x="55011" y="9438"/>
                  </a:lnTo>
                </a:path>
              </a:pathLst>
            </a:custGeom>
            <a:noFill/>
            <a:ln w="12700"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37947" name="object 42">
              <a:extLst>
                <a:ext uri="{FF2B5EF4-FFF2-40B4-BE49-F238E27FC236}">
                  <a16:creationId xmlns:a16="http://schemas.microsoft.com/office/drawing/2014/main" id="{810C986C-806E-F0C5-40A1-6A637CF217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33706" y="5129384"/>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48" name="object 43">
              <a:extLst>
                <a:ext uri="{FF2B5EF4-FFF2-40B4-BE49-F238E27FC236}">
                  <a16:creationId xmlns:a16="http://schemas.microsoft.com/office/drawing/2014/main" id="{F565DAD7-E9C1-2433-FD15-B72DFC710A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0354" y="515700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49" name="object 44">
              <a:extLst>
                <a:ext uri="{FF2B5EF4-FFF2-40B4-BE49-F238E27FC236}">
                  <a16:creationId xmlns:a16="http://schemas.microsoft.com/office/drawing/2014/main" id="{0625F957-D5F9-548D-7CC1-181E50E19A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2426" y="5359565"/>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50" name="object 45">
              <a:extLst>
                <a:ext uri="{FF2B5EF4-FFF2-40B4-BE49-F238E27FC236}">
                  <a16:creationId xmlns:a16="http://schemas.microsoft.com/office/drawing/2014/main" id="{0C988178-549B-D124-34FE-A52856C2B1D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472" y="5221456"/>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51" name="object 46">
              <a:extLst>
                <a:ext uri="{FF2B5EF4-FFF2-40B4-BE49-F238E27FC236}">
                  <a16:creationId xmlns:a16="http://schemas.microsoft.com/office/drawing/2014/main" id="{B0BE4F5F-C8E8-288B-C83C-99103F06AD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0103" y="517542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52" name="object 47">
              <a:extLst>
                <a:ext uri="{FF2B5EF4-FFF2-40B4-BE49-F238E27FC236}">
                  <a16:creationId xmlns:a16="http://schemas.microsoft.com/office/drawing/2014/main" id="{0EEF6CB8-8AA0-3E45-6140-7ED5F281DAE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742" y="539639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53" name="object 48">
              <a:extLst>
                <a:ext uri="{FF2B5EF4-FFF2-40B4-BE49-F238E27FC236}">
                  <a16:creationId xmlns:a16="http://schemas.microsoft.com/office/drawing/2014/main" id="{2AC2DBE8-4E55-9F03-1FB8-39B3A91EF9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2482" y="5414808"/>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54" name="object 49">
              <a:extLst>
                <a:ext uri="{FF2B5EF4-FFF2-40B4-BE49-F238E27FC236}">
                  <a16:creationId xmlns:a16="http://schemas.microsoft.com/office/drawing/2014/main" id="{E47156AB-4863-B79B-C8B5-A545C4E337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95347" y="4742680"/>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955" name="object 50">
              <a:extLst>
                <a:ext uri="{FF2B5EF4-FFF2-40B4-BE49-F238E27FC236}">
                  <a16:creationId xmlns:a16="http://schemas.microsoft.com/office/drawing/2014/main" id="{6EC7F57E-5634-E7C5-1A14-8EB7ADBFB5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3887" y="5727853"/>
              <a:ext cx="77150" cy="7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grpSp>
        <p:nvGrpSpPr>
          <p:cNvPr id="37905" name="object 51">
            <a:extLst>
              <a:ext uri="{FF2B5EF4-FFF2-40B4-BE49-F238E27FC236}">
                <a16:creationId xmlns:a16="http://schemas.microsoft.com/office/drawing/2014/main" id="{336C7AA5-6DD7-7298-243C-90C0A1FD5A92}"/>
              </a:ext>
            </a:extLst>
          </p:cNvPr>
          <p:cNvGrpSpPr>
            <a:grpSpLocks/>
          </p:cNvGrpSpPr>
          <p:nvPr/>
        </p:nvGrpSpPr>
        <p:grpSpPr bwMode="auto">
          <a:xfrm>
            <a:off x="1892300" y="4305300"/>
            <a:ext cx="215900" cy="215900"/>
            <a:chOff x="1892300" y="4305299"/>
            <a:chExt cx="215900" cy="215900"/>
          </a:xfrm>
        </p:grpSpPr>
        <p:sp>
          <p:nvSpPr>
            <p:cNvPr id="37914" name="object 52">
              <a:extLst>
                <a:ext uri="{FF2B5EF4-FFF2-40B4-BE49-F238E27FC236}">
                  <a16:creationId xmlns:a16="http://schemas.microsoft.com/office/drawing/2014/main" id="{84095624-7220-C6D3-6F2C-28FA135B68B0}"/>
                </a:ext>
              </a:extLst>
            </p:cNvPr>
            <p:cNvSpPr>
              <a:spLocks/>
            </p:cNvSpPr>
            <p:nvPr/>
          </p:nvSpPr>
          <p:spPr bwMode="auto">
            <a:xfrm>
              <a:off x="1898650" y="4311649"/>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15" name="object 53">
              <a:extLst>
                <a:ext uri="{FF2B5EF4-FFF2-40B4-BE49-F238E27FC236}">
                  <a16:creationId xmlns:a16="http://schemas.microsoft.com/office/drawing/2014/main" id="{8AAA5711-853E-61EF-BA45-BC72340E04CB}"/>
                </a:ext>
              </a:extLst>
            </p:cNvPr>
            <p:cNvSpPr>
              <a:spLocks/>
            </p:cNvSpPr>
            <p:nvPr/>
          </p:nvSpPr>
          <p:spPr bwMode="auto">
            <a:xfrm>
              <a:off x="1898650" y="4311649"/>
              <a:ext cx="203200" cy="203200"/>
            </a:xfrm>
            <a:custGeom>
              <a:avLst/>
              <a:gdLst>
                <a:gd name="T0" fmla="*/ 0 w 203200"/>
                <a:gd name="T1" fmla="*/ 0 h 203200"/>
                <a:gd name="T2" fmla="*/ 203199 w 203200"/>
                <a:gd name="T3" fmla="*/ 0 h 203200"/>
                <a:gd name="T4" fmla="*/ 203199 w 203200"/>
                <a:gd name="T5" fmla="*/ 203199 h 203200"/>
                <a:gd name="T6" fmla="*/ 0 w 203200"/>
                <a:gd name="T7" fmla="*/ 203199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199" y="0"/>
                  </a:lnTo>
                  <a:lnTo>
                    <a:pt x="203199" y="203199"/>
                  </a:lnTo>
                  <a:lnTo>
                    <a:pt x="0" y="203199"/>
                  </a:lnTo>
                  <a:lnTo>
                    <a:pt x="0" y="0"/>
                  </a:lnTo>
                  <a:close/>
                </a:path>
              </a:pathLst>
            </a:custGeom>
            <a:noFill/>
            <a:ln w="12700" algn="ctr">
              <a:solidFill>
                <a:srgbClr val="51A7F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37906" name="object 54">
            <a:extLst>
              <a:ext uri="{FF2B5EF4-FFF2-40B4-BE49-F238E27FC236}">
                <a16:creationId xmlns:a16="http://schemas.microsoft.com/office/drawing/2014/main" id="{C2A2450D-5F70-1B1A-DBEA-258714BF0421}"/>
              </a:ext>
            </a:extLst>
          </p:cNvPr>
          <p:cNvGrpSpPr>
            <a:grpSpLocks/>
          </p:cNvGrpSpPr>
          <p:nvPr/>
        </p:nvGrpSpPr>
        <p:grpSpPr bwMode="auto">
          <a:xfrm>
            <a:off x="3860800" y="4965700"/>
            <a:ext cx="215900" cy="228600"/>
            <a:chOff x="3860799" y="4965700"/>
            <a:chExt cx="215900" cy="228600"/>
          </a:xfrm>
        </p:grpSpPr>
        <p:sp>
          <p:nvSpPr>
            <p:cNvPr id="37912" name="object 55">
              <a:extLst>
                <a:ext uri="{FF2B5EF4-FFF2-40B4-BE49-F238E27FC236}">
                  <a16:creationId xmlns:a16="http://schemas.microsoft.com/office/drawing/2014/main" id="{A29A106E-61B0-D596-329C-D84BB5FCA1EE}"/>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7913" name="object 56">
              <a:extLst>
                <a:ext uri="{FF2B5EF4-FFF2-40B4-BE49-F238E27FC236}">
                  <a16:creationId xmlns:a16="http://schemas.microsoft.com/office/drawing/2014/main" id="{480F1C1D-F667-E3C0-DC91-444274E15B6B}"/>
                </a:ext>
              </a:extLst>
            </p:cNvPr>
            <p:cNvSpPr>
              <a:spLocks/>
            </p:cNvSpPr>
            <p:nvPr/>
          </p:nvSpPr>
          <p:spPr bwMode="auto">
            <a:xfrm>
              <a:off x="3867149" y="4972050"/>
              <a:ext cx="203200" cy="215900"/>
            </a:xfrm>
            <a:custGeom>
              <a:avLst/>
              <a:gdLst>
                <a:gd name="T0" fmla="*/ 0 w 203200"/>
                <a:gd name="T1" fmla="*/ 0 h 215900"/>
                <a:gd name="T2" fmla="*/ 203200 w 203200"/>
                <a:gd name="T3" fmla="*/ 0 h 215900"/>
                <a:gd name="T4" fmla="*/ 203200 w 203200"/>
                <a:gd name="T5" fmla="*/ 215899 h 215900"/>
                <a:gd name="T6" fmla="*/ 0 w 203200"/>
                <a:gd name="T7" fmla="*/ 215899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899"/>
                  </a:lnTo>
                  <a:lnTo>
                    <a:pt x="0" y="215899"/>
                  </a:lnTo>
                  <a:lnTo>
                    <a:pt x="0" y="0"/>
                  </a:lnTo>
                  <a:close/>
                </a:path>
              </a:pathLst>
            </a:custGeom>
            <a:noFill/>
            <a:ln w="12699" algn="ctr">
              <a:solidFill>
                <a:srgbClr val="F39019"/>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37911" name="object 61">
            <a:extLst>
              <a:ext uri="{FF2B5EF4-FFF2-40B4-BE49-F238E27FC236}">
                <a16:creationId xmlns:a16="http://schemas.microsoft.com/office/drawing/2014/main" id="{1D8F9764-7810-9939-0289-51695CE36859}"/>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4</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70DB69D-1B64-4284-D5BC-CDCC86DBA067}"/>
                  </a:ext>
                </a:extLst>
              </p:cNvPr>
              <p:cNvSpPr txBox="1"/>
              <p:nvPr/>
            </p:nvSpPr>
            <p:spPr>
              <a:xfrm>
                <a:off x="957784" y="1285639"/>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2" name="TextBox 1">
                <a:extLst>
                  <a:ext uri="{FF2B5EF4-FFF2-40B4-BE49-F238E27FC236}">
                    <a16:creationId xmlns:a16="http://schemas.microsoft.com/office/drawing/2014/main" id="{770DB69D-1B64-4284-D5BC-CDCC86DBA067}"/>
                  </a:ext>
                </a:extLst>
              </p:cNvPr>
              <p:cNvSpPr txBox="1">
                <a:spLocks noRot="1" noChangeAspect="1" noMove="1" noResize="1" noEditPoints="1" noAdjustHandles="1" noChangeArrowheads="1" noChangeShapeType="1" noTextEdit="1"/>
              </p:cNvSpPr>
              <p:nvPr/>
            </p:nvSpPr>
            <p:spPr>
              <a:xfrm>
                <a:off x="957784" y="1285639"/>
                <a:ext cx="10526664" cy="461665"/>
              </a:xfrm>
              <a:prstGeom prst="rect">
                <a:avLst/>
              </a:prstGeom>
              <a:blipFill>
                <a:blip r:embed="rId11"/>
                <a:stretch>
                  <a:fillRect l="-361" t="-10811" r="-843" b="-37838"/>
                </a:stretch>
              </a:blipFill>
            </p:spPr>
            <p:txBody>
              <a:bodyPr/>
              <a:lstStyle/>
              <a:p>
                <a:r>
                  <a:rPr lang="en-US">
                    <a:noFill/>
                  </a:rPr>
                  <a:t> </a:t>
                </a:r>
              </a:p>
            </p:txBody>
          </p:sp>
        </mc:Fallback>
      </mc:AlternateContent>
      <p:sp>
        <p:nvSpPr>
          <p:cNvPr id="3" name="object 3">
            <a:extLst>
              <a:ext uri="{FF2B5EF4-FFF2-40B4-BE49-F238E27FC236}">
                <a16:creationId xmlns:a16="http://schemas.microsoft.com/office/drawing/2014/main" id="{4AE7576C-502B-CBBC-A588-DB16D12D62E0}"/>
              </a:ext>
            </a:extLst>
          </p:cNvPr>
          <p:cNvSpPr txBox="1">
            <a:spLocks noChangeArrowheads="1"/>
          </p:cNvSpPr>
          <p:nvPr/>
        </p:nvSpPr>
        <p:spPr bwMode="auto">
          <a:xfrm>
            <a:off x="6400800" y="2897188"/>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4" name="object 4">
            <a:extLst>
              <a:ext uri="{FF2B5EF4-FFF2-40B4-BE49-F238E27FC236}">
                <a16:creationId xmlns:a16="http://schemas.microsoft.com/office/drawing/2014/main" id="{DE23A54E-603A-D7C3-ACE6-47456AE9DDC4}"/>
              </a:ext>
            </a:extLst>
          </p:cNvPr>
          <p:cNvSpPr txBox="1">
            <a:spLocks noChangeArrowheads="1"/>
          </p:cNvSpPr>
          <p:nvPr/>
        </p:nvSpPr>
        <p:spPr bwMode="auto">
          <a:xfrm>
            <a:off x="6845300" y="2827338"/>
            <a:ext cx="47942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2794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4300"/>
              </a:lnSpc>
              <a:spcBef>
                <a:spcPts val="225"/>
              </a:spcBef>
            </a:pPr>
            <a:r>
              <a:rPr lang="en-US" altLang="en-US" sz="3600" dirty="0">
                <a:solidFill>
                  <a:srgbClr val="000000"/>
                </a:solidFill>
                <a:latin typeface="Arial" panose="020B0604020202020204" pitchFamily="34" charset="0"/>
              </a:rPr>
              <a:t>Finite Gaussian mixture model (</a:t>
            </a:r>
            <a:r>
              <a:rPr lang="en-US" altLang="en-US" sz="3600" i="1" dirty="0">
                <a:solidFill>
                  <a:srgbClr val="000000"/>
                </a:solidFill>
                <a:latin typeface="Arial" panose="020B0604020202020204" pitchFamily="34" charset="0"/>
              </a:rPr>
              <a:t>K</a:t>
            </a:r>
            <a:r>
              <a:rPr lang="en-US" altLang="en-US" sz="3600" dirty="0">
                <a:solidFill>
                  <a:srgbClr val="000000"/>
                </a:solidFill>
                <a:latin typeface="Arial" panose="020B0604020202020204" pitchFamily="34" charset="0"/>
              </a:rPr>
              <a:t>=2 clusters)</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5" name="object 54">
                <a:extLst>
                  <a:ext uri="{FF2B5EF4-FFF2-40B4-BE49-F238E27FC236}">
                    <a16:creationId xmlns:a16="http://schemas.microsoft.com/office/drawing/2014/main" id="{F55BEAFA-198F-71B3-72A0-802E7CE5FFC9}"/>
                  </a:ext>
                </a:extLst>
              </p:cNvPr>
              <p:cNvSpPr txBox="1">
                <a:spLocks noChangeArrowheads="1"/>
              </p:cNvSpPr>
              <p:nvPr/>
            </p:nvSpPr>
            <p:spPr bwMode="auto">
              <a:xfrm>
                <a:off x="6827821" y="7582570"/>
                <a:ext cx="5396910" cy="543547"/>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14:m>
                  <m:oMathPara xmlns:m="http://schemas.openxmlformats.org/officeDocument/2006/math">
                    <m:oMathParaPr>
                      <m:jc m:val="centerGroup"/>
                    </m:oMathParaPr>
                    <m:oMath xmlns:m="http://schemas.openxmlformats.org/officeDocument/2006/math">
                      <m:sSub>
                        <m:sSubPr>
                          <m:ctrlPr>
                            <a:rPr lang="en-US" sz="350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m:t>
                      </m:r>
                      <m:r>
                        <a:rPr lang="en-US" sz="3500" b="0" i="1" smtClean="0">
                          <a:latin typeface="Cambria Math" panose="02040503050406030204" pitchFamily="18" charset="0"/>
                        </a:rPr>
                        <m:t>𝐶𝑎𝑡𝑒𝑔𝑜𝑟𝑖𝑐𝑎𝑙</m:t>
                      </m:r>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m:t>
                      </m:r>
                    </m:oMath>
                  </m:oMathPara>
                </a14:m>
                <a:endParaRPr lang="ru-RU" altLang="en-US" sz="3700" baseline="-12000" dirty="0">
                  <a:latin typeface="Cambria" panose="02040503050406030204" pitchFamily="18" charset="0"/>
                </a:endParaRPr>
              </a:p>
            </p:txBody>
          </p:sp>
        </mc:Choice>
        <mc:Fallback>
          <p:sp>
            <p:nvSpPr>
              <p:cNvPr id="5" name="object 54">
                <a:extLst>
                  <a:ext uri="{FF2B5EF4-FFF2-40B4-BE49-F238E27FC236}">
                    <a16:creationId xmlns:a16="http://schemas.microsoft.com/office/drawing/2014/main" id="{F55BEAFA-198F-71B3-72A0-802E7CE5FFC9}"/>
                  </a:ext>
                </a:extLst>
              </p:cNvPr>
              <p:cNvSpPr txBox="1">
                <a:spLocks noRot="1" noChangeAspect="1" noMove="1" noResize="1" noEditPoints="1" noAdjustHandles="1" noChangeArrowheads="1" noChangeShapeType="1" noTextEdit="1"/>
              </p:cNvSpPr>
              <p:nvPr/>
            </p:nvSpPr>
            <p:spPr bwMode="auto">
              <a:xfrm>
                <a:off x="6827821" y="7582570"/>
                <a:ext cx="5396910" cy="543547"/>
              </a:xfrm>
              <a:prstGeom prst="rect">
                <a:avLst/>
              </a:prstGeom>
              <a:blipFill>
                <a:blip r:embed="rId12"/>
                <a:stretch>
                  <a:fillRect t="-4651" b="-4186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C1248E7-6285-832C-E63A-85FC5630FE2A}"/>
                  </a:ext>
                </a:extLst>
              </p:cNvPr>
              <p:cNvSpPr txBox="1"/>
              <p:nvPr/>
            </p:nvSpPr>
            <p:spPr>
              <a:xfrm>
                <a:off x="7291660" y="8642963"/>
                <a:ext cx="3328091" cy="6263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𝑧</m:t>
                                  </m:r>
                                </m:e>
                                <m:sub>
                                  <m:r>
                                    <a:rPr lang="en-US" sz="3500" b="0" i="1" smtClean="0">
                                      <a:latin typeface="Cambria Math" panose="02040503050406030204" pitchFamily="18" charset="0"/>
                                    </a:rPr>
                                    <m:t>𝑛</m:t>
                                  </m:r>
                                </m:sub>
                              </m:sSub>
                            </m:sub>
                          </m:sSub>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6" name="TextBox 5">
                <a:extLst>
                  <a:ext uri="{FF2B5EF4-FFF2-40B4-BE49-F238E27FC236}">
                    <a16:creationId xmlns:a16="http://schemas.microsoft.com/office/drawing/2014/main" id="{5C1248E7-6285-832C-E63A-85FC5630FE2A}"/>
                  </a:ext>
                </a:extLst>
              </p:cNvPr>
              <p:cNvSpPr txBox="1">
                <a:spLocks noRot="1" noChangeAspect="1" noMove="1" noResize="1" noEditPoints="1" noAdjustHandles="1" noChangeArrowheads="1" noChangeShapeType="1" noTextEdit="1"/>
              </p:cNvSpPr>
              <p:nvPr/>
            </p:nvSpPr>
            <p:spPr>
              <a:xfrm>
                <a:off x="7291660" y="8642963"/>
                <a:ext cx="3328091" cy="626325"/>
              </a:xfrm>
              <a:prstGeom prst="rect">
                <a:avLst/>
              </a:prstGeom>
              <a:blipFill>
                <a:blip r:embed="rId13"/>
                <a:stretch>
                  <a:fillRect l="-1521" b="-235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71CC81F-FE37-5012-BD4D-18FEB58201AD}"/>
                  </a:ext>
                </a:extLst>
              </p:cNvPr>
              <p:cNvSpPr txBox="1"/>
              <p:nvPr/>
            </p:nvSpPr>
            <p:spPr>
              <a:xfrm>
                <a:off x="7963189" y="8477149"/>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7" name="TextBox 6">
                <a:extLst>
                  <a:ext uri="{FF2B5EF4-FFF2-40B4-BE49-F238E27FC236}">
                    <a16:creationId xmlns:a16="http://schemas.microsoft.com/office/drawing/2014/main" id="{471CC81F-FE37-5012-BD4D-18FEB58201AD}"/>
                  </a:ext>
                </a:extLst>
              </p:cNvPr>
              <p:cNvSpPr txBox="1">
                <a:spLocks noRot="1" noChangeAspect="1" noMove="1" noResize="1" noEditPoints="1" noAdjustHandles="1" noChangeArrowheads="1" noChangeShapeType="1" noTextEdit="1"/>
              </p:cNvSpPr>
              <p:nvPr/>
            </p:nvSpPr>
            <p:spPr>
              <a:xfrm>
                <a:off x="7963189" y="8477149"/>
                <a:ext cx="637610" cy="276999"/>
              </a:xfrm>
              <a:prstGeom prst="rect">
                <a:avLst/>
              </a:prstGeom>
              <a:blipFill>
                <a:blip r:embed="rId14"/>
                <a:stretch>
                  <a:fillRect l="-11538" r="-11538"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B85E58B-E117-612E-BDD4-B11BE1EF5B76}"/>
                  </a:ext>
                </a:extLst>
              </p:cNvPr>
              <p:cNvSpPr txBox="1"/>
              <p:nvPr/>
            </p:nvSpPr>
            <p:spPr>
              <a:xfrm>
                <a:off x="7185225" y="4929198"/>
                <a:ext cx="2929263"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0</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m:rPr>
                                  <m:sty m:val="p"/>
                                </m:rPr>
                                <a:rPr lang="en-US" sz="3500" b="0" i="0" smtClean="0">
                                  <a:latin typeface="Cambria Math" panose="02040503050406030204" pitchFamily="18" charset="0"/>
                                </a:rPr>
                                <m:t>Σ</m:t>
                              </m:r>
                            </m:e>
                            <m:sub>
                              <m:r>
                                <a:rPr lang="en-US" sz="3500" b="0" i="1" smtClean="0">
                                  <a:latin typeface="Cambria Math" panose="02040503050406030204" pitchFamily="18" charset="0"/>
                                </a:rPr>
                                <m:t>0</m:t>
                              </m:r>
                            </m:sub>
                          </m:sSub>
                        </m:e>
                      </m:d>
                    </m:oMath>
                  </m:oMathPara>
                </a14:m>
                <a:endParaRPr lang="en-US" sz="3500" dirty="0"/>
              </a:p>
            </p:txBody>
          </p:sp>
        </mc:Choice>
        <mc:Fallback>
          <p:sp>
            <p:nvSpPr>
              <p:cNvPr id="8" name="TextBox 7">
                <a:extLst>
                  <a:ext uri="{FF2B5EF4-FFF2-40B4-BE49-F238E27FC236}">
                    <a16:creationId xmlns:a16="http://schemas.microsoft.com/office/drawing/2014/main" id="{CB85E58B-E117-612E-BDD4-B11BE1EF5B76}"/>
                  </a:ext>
                </a:extLst>
              </p:cNvPr>
              <p:cNvSpPr txBox="1">
                <a:spLocks noRot="1" noChangeAspect="1" noMove="1" noResize="1" noEditPoints="1" noAdjustHandles="1" noChangeArrowheads="1" noChangeShapeType="1" noTextEdit="1"/>
              </p:cNvSpPr>
              <p:nvPr/>
            </p:nvSpPr>
            <p:spPr>
              <a:xfrm>
                <a:off x="7185225" y="4929198"/>
                <a:ext cx="2929263" cy="538609"/>
              </a:xfrm>
              <a:prstGeom prst="rect">
                <a:avLst/>
              </a:prstGeom>
              <a:blipFill>
                <a:blip r:embed="rId15"/>
                <a:stretch>
                  <a:fillRect l="-2586" b="-209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6830E2E9-A5DB-23D9-CF93-2B933AFC0A80}"/>
                  </a:ext>
                </a:extLst>
              </p:cNvPr>
              <p:cNvSpPr txBox="1"/>
              <p:nvPr/>
            </p:nvSpPr>
            <p:spPr>
              <a:xfrm>
                <a:off x="7792822" y="4804792"/>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9" name="TextBox 8">
                <a:extLst>
                  <a:ext uri="{FF2B5EF4-FFF2-40B4-BE49-F238E27FC236}">
                    <a16:creationId xmlns:a16="http://schemas.microsoft.com/office/drawing/2014/main" id="{6830E2E9-A5DB-23D9-CF93-2B933AFC0A80}"/>
                  </a:ext>
                </a:extLst>
              </p:cNvPr>
              <p:cNvSpPr txBox="1">
                <a:spLocks noRot="1" noChangeAspect="1" noMove="1" noResize="1" noEditPoints="1" noAdjustHandles="1" noChangeArrowheads="1" noChangeShapeType="1" noTextEdit="1"/>
              </p:cNvSpPr>
              <p:nvPr/>
            </p:nvSpPr>
            <p:spPr>
              <a:xfrm>
                <a:off x="7792822" y="4804792"/>
                <a:ext cx="340734" cy="276999"/>
              </a:xfrm>
              <a:prstGeom prst="rect">
                <a:avLst/>
              </a:prstGeom>
              <a:blipFill>
                <a:blip r:embed="rId16"/>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FAFE8C1-0E1F-2B6A-C55A-890EE608EFA4}"/>
                  </a:ext>
                </a:extLst>
              </p:cNvPr>
              <p:cNvSpPr txBox="1"/>
              <p:nvPr/>
            </p:nvSpPr>
            <p:spPr>
              <a:xfrm>
                <a:off x="7115394" y="5724629"/>
                <a:ext cx="3504357"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r>
                        <a:rPr lang="en-US" sz="3500" b="0" i="1" smtClean="0">
                          <a:latin typeface="Cambria Math" panose="02040503050406030204" pitchFamily="18" charset="0"/>
                        </a:rPr>
                        <m:t>𝐵𝑒𝑡𝑎</m:t>
                      </m:r>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1</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m:t>
                      </m:r>
                    </m:oMath>
                  </m:oMathPara>
                </a14:m>
                <a:endParaRPr lang="en-US" sz="3500" dirty="0"/>
              </a:p>
            </p:txBody>
          </p:sp>
        </mc:Choice>
        <mc:Fallback>
          <p:sp>
            <p:nvSpPr>
              <p:cNvPr id="10" name="TextBox 9">
                <a:extLst>
                  <a:ext uri="{FF2B5EF4-FFF2-40B4-BE49-F238E27FC236}">
                    <a16:creationId xmlns:a16="http://schemas.microsoft.com/office/drawing/2014/main" id="{5FAFE8C1-0E1F-2B6A-C55A-890EE608EFA4}"/>
                  </a:ext>
                </a:extLst>
              </p:cNvPr>
              <p:cNvSpPr txBox="1">
                <a:spLocks noRot="1" noChangeAspect="1" noMove="1" noResize="1" noEditPoints="1" noAdjustHandles="1" noChangeArrowheads="1" noChangeShapeType="1" noTextEdit="1"/>
              </p:cNvSpPr>
              <p:nvPr/>
            </p:nvSpPr>
            <p:spPr>
              <a:xfrm>
                <a:off x="7115394" y="5724629"/>
                <a:ext cx="3504357" cy="538609"/>
              </a:xfrm>
              <a:prstGeom prst="rect">
                <a:avLst/>
              </a:prstGeom>
              <a:blipFill>
                <a:blip r:embed="rId17"/>
                <a:stretch>
                  <a:fillRect l="-2527" r="-3971" b="-372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D169CFB-8D6A-7250-213A-A3349443EB7B}"/>
                  </a:ext>
                </a:extLst>
              </p:cNvPr>
              <p:cNvSpPr txBox="1"/>
              <p:nvPr/>
            </p:nvSpPr>
            <p:spPr>
              <a:xfrm>
                <a:off x="6740934" y="6448892"/>
                <a:ext cx="3082119" cy="6309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2</m:t>
                          </m:r>
                        </m:sub>
                      </m:sSub>
                      <m:r>
                        <a:rPr lang="en-US" sz="3500" b="0" i="1" smtClean="0">
                          <a:latin typeface="Cambria Math" panose="02040503050406030204" pitchFamily="18" charset="0"/>
                        </a:rPr>
                        <m:t>=1−</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1</m:t>
                          </m:r>
                        </m:sub>
                      </m:sSub>
                    </m:oMath>
                  </m:oMathPara>
                </a14:m>
                <a:endParaRPr lang="en-US" sz="3500" dirty="0"/>
              </a:p>
            </p:txBody>
          </p:sp>
        </mc:Choice>
        <mc:Fallback>
          <p:sp>
            <p:nvSpPr>
              <p:cNvPr id="11" name="TextBox 10">
                <a:extLst>
                  <a:ext uri="{FF2B5EF4-FFF2-40B4-BE49-F238E27FC236}">
                    <a16:creationId xmlns:a16="http://schemas.microsoft.com/office/drawing/2014/main" id="{0D169CFB-8D6A-7250-213A-A3349443EB7B}"/>
                  </a:ext>
                </a:extLst>
              </p:cNvPr>
              <p:cNvSpPr txBox="1">
                <a:spLocks noRot="1" noChangeAspect="1" noMove="1" noResize="1" noEditPoints="1" noAdjustHandles="1" noChangeArrowheads="1" noChangeShapeType="1" noTextEdit="1"/>
              </p:cNvSpPr>
              <p:nvPr/>
            </p:nvSpPr>
            <p:spPr>
              <a:xfrm>
                <a:off x="6740934" y="6448892"/>
                <a:ext cx="3082119" cy="630942"/>
              </a:xfrm>
              <a:prstGeom prst="rect">
                <a:avLst/>
              </a:prstGeom>
              <a:blipFill>
                <a:blip r:embed="rId18"/>
                <a:stretch>
                  <a:fillRect b="-117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642B701-CC1A-C1F5-DFE8-A65146F3972B}"/>
                  </a:ext>
                </a:extLst>
              </p:cNvPr>
              <p:cNvSpPr txBox="1"/>
              <p:nvPr/>
            </p:nvSpPr>
            <p:spPr>
              <a:xfrm>
                <a:off x="7628549" y="7545292"/>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3" name="TextBox 12">
                <a:extLst>
                  <a:ext uri="{FF2B5EF4-FFF2-40B4-BE49-F238E27FC236}">
                    <a16:creationId xmlns:a16="http://schemas.microsoft.com/office/drawing/2014/main" id="{4642B701-CC1A-C1F5-DFE8-A65146F3972B}"/>
                  </a:ext>
                </a:extLst>
              </p:cNvPr>
              <p:cNvSpPr txBox="1">
                <a:spLocks noRot="1" noChangeAspect="1" noMove="1" noResize="1" noEditPoints="1" noAdjustHandles="1" noChangeArrowheads="1" noChangeShapeType="1" noTextEdit="1"/>
              </p:cNvSpPr>
              <p:nvPr/>
            </p:nvSpPr>
            <p:spPr>
              <a:xfrm>
                <a:off x="7628549" y="7545292"/>
                <a:ext cx="340734" cy="276999"/>
              </a:xfrm>
              <a:prstGeom prst="rect">
                <a:avLst/>
              </a:prstGeom>
              <a:blipFill>
                <a:blip r:embed="rId19"/>
                <a:stretch>
                  <a:fillRect l="-14286" r="-14286"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52993D7-F1F3-FB41-492E-45FBD7782718}"/>
                  </a:ext>
                </a:extLst>
              </p:cNvPr>
              <p:cNvSpPr txBox="1"/>
              <p:nvPr/>
            </p:nvSpPr>
            <p:spPr>
              <a:xfrm>
                <a:off x="743131" y="8615648"/>
                <a:ext cx="154798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oMath>
                  </m:oMathPara>
                </a14:m>
                <a:endParaRPr lang="en-US" sz="2500" dirty="0"/>
              </a:p>
            </p:txBody>
          </p:sp>
        </mc:Choice>
        <mc:Fallback>
          <p:sp>
            <p:nvSpPr>
              <p:cNvPr id="15" name="TextBox 14">
                <a:extLst>
                  <a:ext uri="{FF2B5EF4-FFF2-40B4-BE49-F238E27FC236}">
                    <a16:creationId xmlns:a16="http://schemas.microsoft.com/office/drawing/2014/main" id="{652993D7-F1F3-FB41-492E-45FBD7782718}"/>
                  </a:ext>
                </a:extLst>
              </p:cNvPr>
              <p:cNvSpPr txBox="1">
                <a:spLocks noRot="1" noChangeAspect="1" noMove="1" noResize="1" noEditPoints="1" noAdjustHandles="1" noChangeArrowheads="1" noChangeShapeType="1" noTextEdit="1"/>
              </p:cNvSpPr>
              <p:nvPr/>
            </p:nvSpPr>
            <p:spPr>
              <a:xfrm>
                <a:off x="743131" y="8615648"/>
                <a:ext cx="1547986" cy="477054"/>
              </a:xfrm>
              <a:prstGeom prst="rect">
                <a:avLst/>
              </a:prstGeom>
              <a:blipFill>
                <a:blip r:embed="rId20"/>
                <a:stretch>
                  <a:fillRect b="-512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6966E768-EACF-A4D9-4C9C-D475B5B594C4}"/>
                  </a:ext>
                </a:extLst>
              </p:cNvPr>
              <p:cNvSpPr txBox="1"/>
              <p:nvPr/>
            </p:nvSpPr>
            <p:spPr>
              <a:xfrm>
                <a:off x="3333885" y="8597271"/>
                <a:ext cx="154798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oMath>
                  </m:oMathPara>
                </a14:m>
                <a:endParaRPr lang="en-US" sz="2500" dirty="0"/>
              </a:p>
            </p:txBody>
          </p:sp>
        </mc:Choice>
        <mc:Fallback>
          <p:sp>
            <p:nvSpPr>
              <p:cNvPr id="16" name="TextBox 15">
                <a:extLst>
                  <a:ext uri="{FF2B5EF4-FFF2-40B4-BE49-F238E27FC236}">
                    <a16:creationId xmlns:a16="http://schemas.microsoft.com/office/drawing/2014/main" id="{6966E768-EACF-A4D9-4C9C-D475B5B594C4}"/>
                  </a:ext>
                </a:extLst>
              </p:cNvPr>
              <p:cNvSpPr txBox="1">
                <a:spLocks noRot="1" noChangeAspect="1" noMove="1" noResize="1" noEditPoints="1" noAdjustHandles="1" noChangeArrowheads="1" noChangeShapeType="1" noTextEdit="1"/>
              </p:cNvSpPr>
              <p:nvPr/>
            </p:nvSpPr>
            <p:spPr>
              <a:xfrm>
                <a:off x="3333885" y="8597271"/>
                <a:ext cx="1547986" cy="477054"/>
              </a:xfrm>
              <a:prstGeom prst="rect">
                <a:avLst/>
              </a:prstGeom>
              <a:blipFill>
                <a:blip r:embed="rId21"/>
                <a:stretch>
                  <a:fillRect b="-7692"/>
                </a:stretch>
              </a:blipFill>
            </p:spPr>
            <p:txBody>
              <a:bodyPr/>
              <a:lstStyle/>
              <a:p>
                <a:r>
                  <a:rPr lang="en-US">
                    <a:noFill/>
                  </a:rPr>
                  <a:t> </a:t>
                </a:r>
              </a:p>
            </p:txBody>
          </p:sp>
        </mc:Fallback>
      </mc:AlternateContent>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1" name="object 14">
            <a:extLst>
              <a:ext uri="{FF2B5EF4-FFF2-40B4-BE49-F238E27FC236}">
                <a16:creationId xmlns:a16="http://schemas.microsoft.com/office/drawing/2014/main" id="{0BA8D958-DB7D-D125-A584-8F070CA07B40}"/>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5</a:t>
            </a:r>
            <a:endParaRPr lang="en-US" altLang="en-US" sz="2000">
              <a:latin typeface="Arial" panose="020B0604020202020204" pitchFamily="34" charset="0"/>
            </a:endParaRPr>
          </a:p>
        </p:txBody>
      </p:sp>
      <p:sp>
        <p:nvSpPr>
          <p:cNvPr id="40962" name="object 2" descr="$PPTXTitle">
            <a:extLst>
              <a:ext uri="{FF2B5EF4-FFF2-40B4-BE49-F238E27FC236}">
                <a16:creationId xmlns:a16="http://schemas.microsoft.com/office/drawing/2014/main" id="{021C0228-0AA2-2D86-5C7C-DA65C46EBFB8}"/>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Beta distribution review</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565F400-89EE-FE26-59AA-9937D088AED9}"/>
                  </a:ext>
                </a:extLst>
              </p:cNvPr>
              <p:cNvSpPr txBox="1"/>
              <p:nvPr/>
            </p:nvSpPr>
            <p:spPr>
              <a:xfrm>
                <a:off x="453728" y="1780456"/>
                <a:ext cx="8366713" cy="97154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𝐵𝑒𝑡𝑎</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num>
                        <m:den>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e>
                          </m:d>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den>
                      </m:f>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−1</m:t>
                          </m:r>
                        </m:sup>
                      </m:sSubSup>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d>
                        </m:e>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−1</m:t>
                          </m:r>
                        </m:sup>
                      </m:sSup>
                    </m:oMath>
                  </m:oMathPara>
                </a14:m>
                <a:endParaRPr lang="en-US" sz="3000" dirty="0"/>
              </a:p>
            </p:txBody>
          </p:sp>
        </mc:Choice>
        <mc:Fallback>
          <p:sp>
            <p:nvSpPr>
              <p:cNvPr id="2" name="TextBox 1">
                <a:extLst>
                  <a:ext uri="{FF2B5EF4-FFF2-40B4-BE49-F238E27FC236}">
                    <a16:creationId xmlns:a16="http://schemas.microsoft.com/office/drawing/2014/main" id="{A565F400-89EE-FE26-59AA-9937D088AED9}"/>
                  </a:ext>
                </a:extLst>
              </p:cNvPr>
              <p:cNvSpPr txBox="1">
                <a:spLocks noRot="1" noChangeAspect="1" noMove="1" noResize="1" noEditPoints="1" noAdjustHandles="1" noChangeArrowheads="1" noChangeShapeType="1" noTextEdit="1"/>
              </p:cNvSpPr>
              <p:nvPr/>
            </p:nvSpPr>
            <p:spPr>
              <a:xfrm>
                <a:off x="453728" y="1780456"/>
                <a:ext cx="8366713" cy="971548"/>
              </a:xfrm>
              <a:prstGeom prst="rect">
                <a:avLst/>
              </a:prstGeom>
              <a:blipFill>
                <a:blip r:embed="rId3"/>
                <a:stretch>
                  <a:fillRect l="-455"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526A6F6-00B1-F090-E602-21EB161A879A}"/>
                  </a:ext>
                </a:extLst>
              </p:cNvPr>
              <p:cNvSpPr txBox="1"/>
              <p:nvPr/>
            </p:nvSpPr>
            <p:spPr>
              <a:xfrm>
                <a:off x="10226104" y="1804565"/>
                <a:ext cx="1738233"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0,1</m:t>
                          </m:r>
                        </m:e>
                      </m:d>
                    </m:oMath>
                  </m:oMathPara>
                </a14:m>
                <a:endParaRPr lang="en-US" sz="3000" b="0" dirty="0"/>
              </a:p>
            </p:txBody>
          </p:sp>
        </mc:Choice>
        <mc:Fallback>
          <p:sp>
            <p:nvSpPr>
              <p:cNvPr id="3" name="TextBox 2">
                <a:extLst>
                  <a:ext uri="{FF2B5EF4-FFF2-40B4-BE49-F238E27FC236}">
                    <a16:creationId xmlns:a16="http://schemas.microsoft.com/office/drawing/2014/main" id="{E526A6F6-00B1-F090-E602-21EB161A879A}"/>
                  </a:ext>
                </a:extLst>
              </p:cNvPr>
              <p:cNvSpPr txBox="1">
                <a:spLocks noRot="1" noChangeAspect="1" noMove="1" noResize="1" noEditPoints="1" noAdjustHandles="1" noChangeArrowheads="1" noChangeShapeType="1" noTextEdit="1"/>
              </p:cNvSpPr>
              <p:nvPr/>
            </p:nvSpPr>
            <p:spPr>
              <a:xfrm>
                <a:off x="10226104" y="1804565"/>
                <a:ext cx="1738233" cy="461665"/>
              </a:xfrm>
              <a:prstGeom prst="rect">
                <a:avLst/>
              </a:prstGeom>
              <a:blipFill>
                <a:blip r:embed="rId4"/>
                <a:stretch>
                  <a:fillRect l="-5072"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647A513-CF2E-87BD-5D23-D98BF004CB1F}"/>
                  </a:ext>
                </a:extLst>
              </p:cNvPr>
              <p:cNvSpPr txBox="1"/>
              <p:nvPr/>
            </p:nvSpPr>
            <p:spPr>
              <a:xfrm>
                <a:off x="10226104" y="2521171"/>
                <a:ext cx="1721176"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&gt;0</m:t>
                      </m:r>
                    </m:oMath>
                  </m:oMathPara>
                </a14:m>
                <a:endParaRPr lang="en-US" sz="3000" b="0" dirty="0"/>
              </a:p>
            </p:txBody>
          </p:sp>
        </mc:Choice>
        <mc:Fallback>
          <p:sp>
            <p:nvSpPr>
              <p:cNvPr id="4" name="TextBox 3">
                <a:extLst>
                  <a:ext uri="{FF2B5EF4-FFF2-40B4-BE49-F238E27FC236}">
                    <a16:creationId xmlns:a16="http://schemas.microsoft.com/office/drawing/2014/main" id="{3647A513-CF2E-87BD-5D23-D98BF004CB1F}"/>
                  </a:ext>
                </a:extLst>
              </p:cNvPr>
              <p:cNvSpPr txBox="1">
                <a:spLocks noRot="1" noChangeAspect="1" noMove="1" noResize="1" noEditPoints="1" noAdjustHandles="1" noChangeArrowheads="1" noChangeShapeType="1" noTextEdit="1"/>
              </p:cNvSpPr>
              <p:nvPr/>
            </p:nvSpPr>
            <p:spPr>
              <a:xfrm>
                <a:off x="10226104" y="2521171"/>
                <a:ext cx="1721176" cy="461665"/>
              </a:xfrm>
              <a:prstGeom prst="rect">
                <a:avLst/>
              </a:prstGeom>
              <a:blipFill>
                <a:blip r:embed="rId5"/>
                <a:stretch>
                  <a:fillRect l="-2206" r="-5147" b="-16216"/>
                </a:stretch>
              </a:blipFill>
            </p:spPr>
            <p:txBody>
              <a:bodyPr/>
              <a:lstStyle/>
              <a:p>
                <a:r>
                  <a:rPr lang="en-US">
                    <a:noFill/>
                  </a:rPr>
                  <a:t> </a:t>
                </a:r>
              </a:p>
            </p:txBody>
          </p:sp>
        </mc:Fallback>
      </mc:AlternateContent>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7796AB-1549-79BD-B6DF-B56022808566}"/>
            </a:ext>
          </a:extLst>
        </p:cNvPr>
        <p:cNvGrpSpPr/>
        <p:nvPr/>
      </p:nvGrpSpPr>
      <p:grpSpPr>
        <a:xfrm>
          <a:off x="0" y="0"/>
          <a:ext cx="0" cy="0"/>
          <a:chOff x="0" y="0"/>
          <a:chExt cx="0" cy="0"/>
        </a:xfrm>
      </p:grpSpPr>
      <p:sp>
        <p:nvSpPr>
          <p:cNvPr id="40961" name="object 14">
            <a:extLst>
              <a:ext uri="{FF2B5EF4-FFF2-40B4-BE49-F238E27FC236}">
                <a16:creationId xmlns:a16="http://schemas.microsoft.com/office/drawing/2014/main" id="{91149D3F-52A4-77A8-9E64-DF0483DBB1C1}"/>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5</a:t>
            </a:r>
            <a:endParaRPr lang="en-US" altLang="en-US" sz="2000">
              <a:latin typeface="Arial" panose="020B0604020202020204" pitchFamily="34" charset="0"/>
            </a:endParaRPr>
          </a:p>
        </p:txBody>
      </p:sp>
      <p:sp>
        <p:nvSpPr>
          <p:cNvPr id="40962" name="object 2" descr="$PPTXTitle">
            <a:extLst>
              <a:ext uri="{FF2B5EF4-FFF2-40B4-BE49-F238E27FC236}">
                <a16:creationId xmlns:a16="http://schemas.microsoft.com/office/drawing/2014/main" id="{44CFCEA3-8CB2-5491-0B8E-BAE377EB4403}"/>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Beta distribution review</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437F278-C996-AF8E-C6C2-12AC2E6BFE87}"/>
                  </a:ext>
                </a:extLst>
              </p:cNvPr>
              <p:cNvSpPr txBox="1"/>
              <p:nvPr/>
            </p:nvSpPr>
            <p:spPr>
              <a:xfrm>
                <a:off x="453728" y="1780456"/>
                <a:ext cx="8366713" cy="9715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𝐵𝑒𝑡𝑎</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num>
                        <m:den>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e>
                          </m:d>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den>
                      </m:f>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−1</m:t>
                          </m:r>
                        </m:sup>
                      </m:sSubSup>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d>
                        </m:e>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−1</m:t>
                          </m:r>
                        </m:sup>
                      </m:sSup>
                    </m:oMath>
                  </m:oMathPara>
                </a14:m>
                <a:endParaRPr lang="en-US" sz="3000" dirty="0"/>
              </a:p>
            </p:txBody>
          </p:sp>
        </mc:Choice>
        <mc:Fallback>
          <p:sp>
            <p:nvSpPr>
              <p:cNvPr id="2" name="TextBox 1">
                <a:extLst>
                  <a:ext uri="{FF2B5EF4-FFF2-40B4-BE49-F238E27FC236}">
                    <a16:creationId xmlns:a16="http://schemas.microsoft.com/office/drawing/2014/main" id="{D437F278-C996-AF8E-C6C2-12AC2E6BFE87}"/>
                  </a:ext>
                </a:extLst>
              </p:cNvPr>
              <p:cNvSpPr txBox="1">
                <a:spLocks noRot="1" noChangeAspect="1" noMove="1" noResize="1" noEditPoints="1" noAdjustHandles="1" noChangeArrowheads="1" noChangeShapeType="1" noTextEdit="1"/>
              </p:cNvSpPr>
              <p:nvPr/>
            </p:nvSpPr>
            <p:spPr>
              <a:xfrm>
                <a:off x="453728" y="1780456"/>
                <a:ext cx="8366713" cy="971548"/>
              </a:xfrm>
              <a:prstGeom prst="rect">
                <a:avLst/>
              </a:prstGeom>
              <a:blipFill>
                <a:blip r:embed="rId3"/>
                <a:stretch>
                  <a:fillRect l="-455"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A151803-6D1A-D226-BABD-E5595907456E}"/>
                  </a:ext>
                </a:extLst>
              </p:cNvPr>
              <p:cNvSpPr txBox="1"/>
              <p:nvPr/>
            </p:nvSpPr>
            <p:spPr>
              <a:xfrm>
                <a:off x="10226104" y="1804565"/>
                <a:ext cx="1738233"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0,1</m:t>
                          </m:r>
                        </m:e>
                      </m:d>
                    </m:oMath>
                  </m:oMathPara>
                </a14:m>
                <a:endParaRPr lang="en-US" sz="3000" b="0" dirty="0"/>
              </a:p>
            </p:txBody>
          </p:sp>
        </mc:Choice>
        <mc:Fallback>
          <p:sp>
            <p:nvSpPr>
              <p:cNvPr id="3" name="TextBox 2">
                <a:extLst>
                  <a:ext uri="{FF2B5EF4-FFF2-40B4-BE49-F238E27FC236}">
                    <a16:creationId xmlns:a16="http://schemas.microsoft.com/office/drawing/2014/main" id="{0A151803-6D1A-D226-BABD-E5595907456E}"/>
                  </a:ext>
                </a:extLst>
              </p:cNvPr>
              <p:cNvSpPr txBox="1">
                <a:spLocks noRot="1" noChangeAspect="1" noMove="1" noResize="1" noEditPoints="1" noAdjustHandles="1" noChangeArrowheads="1" noChangeShapeType="1" noTextEdit="1"/>
              </p:cNvSpPr>
              <p:nvPr/>
            </p:nvSpPr>
            <p:spPr>
              <a:xfrm>
                <a:off x="10226104" y="1804565"/>
                <a:ext cx="1738233" cy="461665"/>
              </a:xfrm>
              <a:prstGeom prst="rect">
                <a:avLst/>
              </a:prstGeom>
              <a:blipFill>
                <a:blip r:embed="rId4"/>
                <a:stretch>
                  <a:fillRect l="-5072"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C1D4953-CFA3-8DDD-8865-A7A6E1FF4B29}"/>
                  </a:ext>
                </a:extLst>
              </p:cNvPr>
              <p:cNvSpPr txBox="1"/>
              <p:nvPr/>
            </p:nvSpPr>
            <p:spPr>
              <a:xfrm>
                <a:off x="10226104" y="2521171"/>
                <a:ext cx="1721176"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&gt;0</m:t>
                      </m:r>
                    </m:oMath>
                  </m:oMathPara>
                </a14:m>
                <a:endParaRPr lang="en-US" sz="3000" b="0" dirty="0"/>
              </a:p>
            </p:txBody>
          </p:sp>
        </mc:Choice>
        <mc:Fallback>
          <p:sp>
            <p:nvSpPr>
              <p:cNvPr id="4" name="TextBox 3">
                <a:extLst>
                  <a:ext uri="{FF2B5EF4-FFF2-40B4-BE49-F238E27FC236}">
                    <a16:creationId xmlns:a16="http://schemas.microsoft.com/office/drawing/2014/main" id="{7C1D4953-CFA3-8DDD-8865-A7A6E1FF4B29}"/>
                  </a:ext>
                </a:extLst>
              </p:cNvPr>
              <p:cNvSpPr txBox="1">
                <a:spLocks noRot="1" noChangeAspect="1" noMove="1" noResize="1" noEditPoints="1" noAdjustHandles="1" noChangeArrowheads="1" noChangeShapeType="1" noTextEdit="1"/>
              </p:cNvSpPr>
              <p:nvPr/>
            </p:nvSpPr>
            <p:spPr>
              <a:xfrm>
                <a:off x="10226104" y="2521171"/>
                <a:ext cx="1721176" cy="461665"/>
              </a:xfrm>
              <a:prstGeom prst="rect">
                <a:avLst/>
              </a:prstGeom>
              <a:blipFill>
                <a:blip r:embed="rId5"/>
                <a:stretch>
                  <a:fillRect l="-2206" r="-5147" b="-16216"/>
                </a:stretch>
              </a:blipFill>
            </p:spPr>
            <p:txBody>
              <a:bodyPr/>
              <a:lstStyle/>
              <a:p>
                <a:r>
                  <a:rPr lang="en-US">
                    <a:noFill/>
                  </a:rPr>
                  <a:t> </a:t>
                </a:r>
              </a:p>
            </p:txBody>
          </p:sp>
        </mc:Fallback>
      </mc:AlternateContent>
      <p:grpSp>
        <p:nvGrpSpPr>
          <p:cNvPr id="5" name="object 2">
            <a:extLst>
              <a:ext uri="{FF2B5EF4-FFF2-40B4-BE49-F238E27FC236}">
                <a16:creationId xmlns:a16="http://schemas.microsoft.com/office/drawing/2014/main" id="{96D08739-AE91-AC90-F926-5CD3376067B9}"/>
              </a:ext>
            </a:extLst>
          </p:cNvPr>
          <p:cNvGrpSpPr>
            <a:grpSpLocks/>
          </p:cNvGrpSpPr>
          <p:nvPr/>
        </p:nvGrpSpPr>
        <p:grpSpPr bwMode="auto">
          <a:xfrm>
            <a:off x="453728" y="3436640"/>
            <a:ext cx="5765800" cy="5143500"/>
            <a:chOff x="177800" y="3054288"/>
            <a:chExt cx="5765800" cy="5143500"/>
          </a:xfrm>
        </p:grpSpPr>
        <p:pic>
          <p:nvPicPr>
            <p:cNvPr id="6" name="object 3">
              <a:extLst>
                <a:ext uri="{FF2B5EF4-FFF2-40B4-BE49-F238E27FC236}">
                  <a16:creationId xmlns:a16="http://schemas.microsoft.com/office/drawing/2014/main" id="{F1008EAC-FF90-7284-32F1-942CA2E7CD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 y="3054288"/>
              <a:ext cx="56769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7" name="object 4">
              <a:extLst>
                <a:ext uri="{FF2B5EF4-FFF2-40B4-BE49-F238E27FC236}">
                  <a16:creationId xmlns:a16="http://schemas.microsoft.com/office/drawing/2014/main" id="{11A27F21-F1ED-C0DA-DE58-E312ADAC8CCD}"/>
                </a:ext>
              </a:extLst>
            </p:cNvPr>
            <p:cNvSpPr>
              <a:spLocks/>
            </p:cNvSpPr>
            <p:nvPr/>
          </p:nvSpPr>
          <p:spPr bwMode="auto">
            <a:xfrm>
              <a:off x="177800" y="4927600"/>
              <a:ext cx="266700" cy="876300"/>
            </a:xfrm>
            <a:custGeom>
              <a:avLst/>
              <a:gdLst>
                <a:gd name="T0" fmla="*/ 0 w 266700"/>
                <a:gd name="T1" fmla="*/ 0 h 876300"/>
                <a:gd name="T2" fmla="*/ 266700 w 266700"/>
                <a:gd name="T3" fmla="*/ 0 h 876300"/>
                <a:gd name="T4" fmla="*/ 266700 w 266700"/>
                <a:gd name="T5" fmla="*/ 876300 h 876300"/>
                <a:gd name="T6" fmla="*/ 0 w 266700"/>
                <a:gd name="T7" fmla="*/ 876300 h 876300"/>
                <a:gd name="T8" fmla="*/ 0 w 266700"/>
                <a:gd name="T9" fmla="*/ 0 h 876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6700" h="876300">
                  <a:moveTo>
                    <a:pt x="0" y="0"/>
                  </a:moveTo>
                  <a:lnTo>
                    <a:pt x="266700" y="0"/>
                  </a:lnTo>
                  <a:lnTo>
                    <a:pt x="266700" y="876300"/>
                  </a:lnTo>
                  <a:lnTo>
                    <a:pt x="0" y="876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8" name="TextBox 7">
            <a:extLst>
              <a:ext uri="{FF2B5EF4-FFF2-40B4-BE49-F238E27FC236}">
                <a16:creationId xmlns:a16="http://schemas.microsoft.com/office/drawing/2014/main" id="{4768DC09-4B41-3418-D167-0F5B4C897D8E}"/>
              </a:ext>
            </a:extLst>
          </p:cNvPr>
          <p:cNvSpPr txBox="1"/>
          <p:nvPr/>
        </p:nvSpPr>
        <p:spPr>
          <a:xfrm rot="16200000">
            <a:off x="-362256" y="5317305"/>
            <a:ext cx="1511952" cy="630942"/>
          </a:xfrm>
          <a:prstGeom prst="rect">
            <a:avLst/>
          </a:prstGeom>
          <a:noFill/>
        </p:spPr>
        <p:txBody>
          <a:bodyPr wrap="none" rtlCol="0">
            <a:spAutoFit/>
          </a:bodyPr>
          <a:lstStyle/>
          <a:p>
            <a:r>
              <a:rPr lang="en-US" sz="3500" dirty="0"/>
              <a:t>density</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06FE9DE-A615-FE0F-955D-3536FC49EF35}"/>
                  </a:ext>
                </a:extLst>
              </p:cNvPr>
              <p:cNvSpPr txBox="1"/>
              <p:nvPr/>
            </p:nvSpPr>
            <p:spPr>
              <a:xfrm>
                <a:off x="3118024" y="8264669"/>
                <a:ext cx="1157286" cy="63094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𝜌</m:t>
                      </m:r>
                    </m:oMath>
                  </m:oMathPara>
                </a14:m>
                <a:endParaRPr lang="en-US" sz="3500" dirty="0"/>
              </a:p>
            </p:txBody>
          </p:sp>
        </mc:Choice>
        <mc:Fallback>
          <p:sp>
            <p:nvSpPr>
              <p:cNvPr id="10" name="TextBox 9">
                <a:extLst>
                  <a:ext uri="{FF2B5EF4-FFF2-40B4-BE49-F238E27FC236}">
                    <a16:creationId xmlns:a16="http://schemas.microsoft.com/office/drawing/2014/main" id="{106FE9DE-A615-FE0F-955D-3536FC49EF35}"/>
                  </a:ext>
                </a:extLst>
              </p:cNvPr>
              <p:cNvSpPr txBox="1">
                <a:spLocks noRot="1" noChangeAspect="1" noMove="1" noResize="1" noEditPoints="1" noAdjustHandles="1" noChangeArrowheads="1" noChangeShapeType="1" noTextEdit="1"/>
              </p:cNvSpPr>
              <p:nvPr/>
            </p:nvSpPr>
            <p:spPr>
              <a:xfrm>
                <a:off x="3118024" y="8264669"/>
                <a:ext cx="1157286" cy="630942"/>
              </a:xfrm>
              <a:prstGeom prst="rect">
                <a:avLst/>
              </a:prstGeom>
              <a:blipFill>
                <a:blip r:embed="rId7"/>
                <a:stretch>
                  <a:fillRect b="-11765"/>
                </a:stretch>
              </a:blipFill>
            </p:spPr>
            <p:txBody>
              <a:bodyPr/>
              <a:lstStyle/>
              <a:p>
                <a:r>
                  <a:rPr lang="en-US">
                    <a:noFill/>
                  </a:rPr>
                  <a:t> </a:t>
                </a:r>
              </a:p>
            </p:txBody>
          </p:sp>
        </mc:Fallback>
      </mc:AlternateContent>
    </p:spTree>
    <p:extLst>
      <p:ext uri="{BB962C8B-B14F-4D97-AF65-F5344CB8AC3E}">
        <p14:creationId xmlns:p14="http://schemas.microsoft.com/office/powerpoint/2010/main" val="388757939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915B8E-3C65-6C0A-3F1E-DE411E10FFFD}"/>
            </a:ext>
          </a:extLst>
        </p:cNvPr>
        <p:cNvGrpSpPr/>
        <p:nvPr/>
      </p:nvGrpSpPr>
      <p:grpSpPr>
        <a:xfrm>
          <a:off x="0" y="0"/>
          <a:ext cx="0" cy="0"/>
          <a:chOff x="0" y="0"/>
          <a:chExt cx="0" cy="0"/>
        </a:xfrm>
      </p:grpSpPr>
      <p:sp>
        <p:nvSpPr>
          <p:cNvPr id="40961" name="object 14">
            <a:extLst>
              <a:ext uri="{FF2B5EF4-FFF2-40B4-BE49-F238E27FC236}">
                <a16:creationId xmlns:a16="http://schemas.microsoft.com/office/drawing/2014/main" id="{843D6FB1-E988-4C9B-DCC8-1C141EC2BC37}"/>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5</a:t>
            </a:r>
            <a:endParaRPr lang="en-US" altLang="en-US" sz="2000">
              <a:latin typeface="Arial" panose="020B0604020202020204" pitchFamily="34" charset="0"/>
            </a:endParaRPr>
          </a:p>
        </p:txBody>
      </p:sp>
      <p:sp>
        <p:nvSpPr>
          <p:cNvPr id="40962" name="object 2" descr="$PPTXTitle">
            <a:extLst>
              <a:ext uri="{FF2B5EF4-FFF2-40B4-BE49-F238E27FC236}">
                <a16:creationId xmlns:a16="http://schemas.microsoft.com/office/drawing/2014/main" id="{79DF4745-28A0-1514-54C6-7ED1142D1AAB}"/>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Beta distribution review</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64190E5-C7FE-1DC4-533A-FEAF63B4F2C4}"/>
                  </a:ext>
                </a:extLst>
              </p:cNvPr>
              <p:cNvSpPr txBox="1"/>
              <p:nvPr/>
            </p:nvSpPr>
            <p:spPr>
              <a:xfrm>
                <a:off x="453728" y="1780456"/>
                <a:ext cx="8366713" cy="9715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𝐵𝑒𝑡𝑎</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num>
                        <m:den>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e>
                          </m:d>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den>
                      </m:f>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−1</m:t>
                          </m:r>
                        </m:sup>
                      </m:sSubSup>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d>
                        </m:e>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−1</m:t>
                          </m:r>
                        </m:sup>
                      </m:sSup>
                    </m:oMath>
                  </m:oMathPara>
                </a14:m>
                <a:endParaRPr lang="en-US" sz="3000" dirty="0"/>
              </a:p>
            </p:txBody>
          </p:sp>
        </mc:Choice>
        <mc:Fallback>
          <p:sp>
            <p:nvSpPr>
              <p:cNvPr id="2" name="TextBox 1">
                <a:extLst>
                  <a:ext uri="{FF2B5EF4-FFF2-40B4-BE49-F238E27FC236}">
                    <a16:creationId xmlns:a16="http://schemas.microsoft.com/office/drawing/2014/main" id="{364190E5-C7FE-1DC4-533A-FEAF63B4F2C4}"/>
                  </a:ext>
                </a:extLst>
              </p:cNvPr>
              <p:cNvSpPr txBox="1">
                <a:spLocks noRot="1" noChangeAspect="1" noMove="1" noResize="1" noEditPoints="1" noAdjustHandles="1" noChangeArrowheads="1" noChangeShapeType="1" noTextEdit="1"/>
              </p:cNvSpPr>
              <p:nvPr/>
            </p:nvSpPr>
            <p:spPr>
              <a:xfrm>
                <a:off x="453728" y="1780456"/>
                <a:ext cx="8366713" cy="971548"/>
              </a:xfrm>
              <a:prstGeom prst="rect">
                <a:avLst/>
              </a:prstGeom>
              <a:blipFill>
                <a:blip r:embed="rId3"/>
                <a:stretch>
                  <a:fillRect l="-455"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FED8EF9-A9BC-3696-EB7C-31D932B54605}"/>
                  </a:ext>
                </a:extLst>
              </p:cNvPr>
              <p:cNvSpPr txBox="1"/>
              <p:nvPr/>
            </p:nvSpPr>
            <p:spPr>
              <a:xfrm>
                <a:off x="10226104" y="1804565"/>
                <a:ext cx="1738233"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0,1</m:t>
                          </m:r>
                        </m:e>
                      </m:d>
                    </m:oMath>
                  </m:oMathPara>
                </a14:m>
                <a:endParaRPr lang="en-US" sz="3000" b="0" dirty="0"/>
              </a:p>
            </p:txBody>
          </p:sp>
        </mc:Choice>
        <mc:Fallback>
          <p:sp>
            <p:nvSpPr>
              <p:cNvPr id="3" name="TextBox 2">
                <a:extLst>
                  <a:ext uri="{FF2B5EF4-FFF2-40B4-BE49-F238E27FC236}">
                    <a16:creationId xmlns:a16="http://schemas.microsoft.com/office/drawing/2014/main" id="{AFED8EF9-A9BC-3696-EB7C-31D932B54605}"/>
                  </a:ext>
                </a:extLst>
              </p:cNvPr>
              <p:cNvSpPr txBox="1">
                <a:spLocks noRot="1" noChangeAspect="1" noMove="1" noResize="1" noEditPoints="1" noAdjustHandles="1" noChangeArrowheads="1" noChangeShapeType="1" noTextEdit="1"/>
              </p:cNvSpPr>
              <p:nvPr/>
            </p:nvSpPr>
            <p:spPr>
              <a:xfrm>
                <a:off x="10226104" y="1804565"/>
                <a:ext cx="1738233" cy="461665"/>
              </a:xfrm>
              <a:prstGeom prst="rect">
                <a:avLst/>
              </a:prstGeom>
              <a:blipFill>
                <a:blip r:embed="rId4"/>
                <a:stretch>
                  <a:fillRect l="-5072"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4A3464B-1D00-F461-3BFD-FFC3DF21BD13}"/>
                  </a:ext>
                </a:extLst>
              </p:cNvPr>
              <p:cNvSpPr txBox="1"/>
              <p:nvPr/>
            </p:nvSpPr>
            <p:spPr>
              <a:xfrm>
                <a:off x="10226104" y="2521171"/>
                <a:ext cx="1721176"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&gt;0</m:t>
                      </m:r>
                    </m:oMath>
                  </m:oMathPara>
                </a14:m>
                <a:endParaRPr lang="en-US" sz="3000" b="0" dirty="0"/>
              </a:p>
            </p:txBody>
          </p:sp>
        </mc:Choice>
        <mc:Fallback>
          <p:sp>
            <p:nvSpPr>
              <p:cNvPr id="4" name="TextBox 3">
                <a:extLst>
                  <a:ext uri="{FF2B5EF4-FFF2-40B4-BE49-F238E27FC236}">
                    <a16:creationId xmlns:a16="http://schemas.microsoft.com/office/drawing/2014/main" id="{34A3464B-1D00-F461-3BFD-FFC3DF21BD13}"/>
                  </a:ext>
                </a:extLst>
              </p:cNvPr>
              <p:cNvSpPr txBox="1">
                <a:spLocks noRot="1" noChangeAspect="1" noMove="1" noResize="1" noEditPoints="1" noAdjustHandles="1" noChangeArrowheads="1" noChangeShapeType="1" noTextEdit="1"/>
              </p:cNvSpPr>
              <p:nvPr/>
            </p:nvSpPr>
            <p:spPr>
              <a:xfrm>
                <a:off x="10226104" y="2521171"/>
                <a:ext cx="1721176" cy="461665"/>
              </a:xfrm>
              <a:prstGeom prst="rect">
                <a:avLst/>
              </a:prstGeom>
              <a:blipFill>
                <a:blip r:embed="rId5"/>
                <a:stretch>
                  <a:fillRect l="-2206" r="-5147" b="-16216"/>
                </a:stretch>
              </a:blipFill>
            </p:spPr>
            <p:txBody>
              <a:bodyPr/>
              <a:lstStyle/>
              <a:p>
                <a:r>
                  <a:rPr lang="en-US">
                    <a:noFill/>
                  </a:rPr>
                  <a:t> </a:t>
                </a:r>
              </a:p>
            </p:txBody>
          </p:sp>
        </mc:Fallback>
      </mc:AlternateContent>
      <p:grpSp>
        <p:nvGrpSpPr>
          <p:cNvPr id="5" name="object 2">
            <a:extLst>
              <a:ext uri="{FF2B5EF4-FFF2-40B4-BE49-F238E27FC236}">
                <a16:creationId xmlns:a16="http://schemas.microsoft.com/office/drawing/2014/main" id="{D1A5F860-FABE-3B8B-3D4E-96CCC32360DF}"/>
              </a:ext>
            </a:extLst>
          </p:cNvPr>
          <p:cNvGrpSpPr>
            <a:grpSpLocks/>
          </p:cNvGrpSpPr>
          <p:nvPr/>
        </p:nvGrpSpPr>
        <p:grpSpPr bwMode="auto">
          <a:xfrm>
            <a:off x="453728" y="3436640"/>
            <a:ext cx="5765800" cy="5143500"/>
            <a:chOff x="177800" y="3054288"/>
            <a:chExt cx="5765800" cy="5143500"/>
          </a:xfrm>
        </p:grpSpPr>
        <p:pic>
          <p:nvPicPr>
            <p:cNvPr id="6" name="object 3">
              <a:extLst>
                <a:ext uri="{FF2B5EF4-FFF2-40B4-BE49-F238E27FC236}">
                  <a16:creationId xmlns:a16="http://schemas.microsoft.com/office/drawing/2014/main" id="{38CFEBB3-AA01-0ED3-31B6-89E03A0F19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 y="3054288"/>
              <a:ext cx="56769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7" name="object 4">
              <a:extLst>
                <a:ext uri="{FF2B5EF4-FFF2-40B4-BE49-F238E27FC236}">
                  <a16:creationId xmlns:a16="http://schemas.microsoft.com/office/drawing/2014/main" id="{BBE8D051-CD9A-61C1-A129-444639798A04}"/>
                </a:ext>
              </a:extLst>
            </p:cNvPr>
            <p:cNvSpPr>
              <a:spLocks/>
            </p:cNvSpPr>
            <p:nvPr/>
          </p:nvSpPr>
          <p:spPr bwMode="auto">
            <a:xfrm>
              <a:off x="177800" y="4927600"/>
              <a:ext cx="266700" cy="876300"/>
            </a:xfrm>
            <a:custGeom>
              <a:avLst/>
              <a:gdLst>
                <a:gd name="T0" fmla="*/ 0 w 266700"/>
                <a:gd name="T1" fmla="*/ 0 h 876300"/>
                <a:gd name="T2" fmla="*/ 266700 w 266700"/>
                <a:gd name="T3" fmla="*/ 0 h 876300"/>
                <a:gd name="T4" fmla="*/ 266700 w 266700"/>
                <a:gd name="T5" fmla="*/ 876300 h 876300"/>
                <a:gd name="T6" fmla="*/ 0 w 266700"/>
                <a:gd name="T7" fmla="*/ 876300 h 876300"/>
                <a:gd name="T8" fmla="*/ 0 w 266700"/>
                <a:gd name="T9" fmla="*/ 0 h 876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6700" h="876300">
                  <a:moveTo>
                    <a:pt x="0" y="0"/>
                  </a:moveTo>
                  <a:lnTo>
                    <a:pt x="266700" y="0"/>
                  </a:lnTo>
                  <a:lnTo>
                    <a:pt x="266700" y="876300"/>
                  </a:lnTo>
                  <a:lnTo>
                    <a:pt x="0" y="876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8" name="TextBox 7">
            <a:extLst>
              <a:ext uri="{FF2B5EF4-FFF2-40B4-BE49-F238E27FC236}">
                <a16:creationId xmlns:a16="http://schemas.microsoft.com/office/drawing/2014/main" id="{D4749F81-CD2C-E1AA-49E3-1B6A1C930894}"/>
              </a:ext>
            </a:extLst>
          </p:cNvPr>
          <p:cNvSpPr txBox="1"/>
          <p:nvPr/>
        </p:nvSpPr>
        <p:spPr>
          <a:xfrm rot="16200000">
            <a:off x="-362256" y="5317305"/>
            <a:ext cx="1511952" cy="630942"/>
          </a:xfrm>
          <a:prstGeom prst="rect">
            <a:avLst/>
          </a:prstGeom>
          <a:noFill/>
        </p:spPr>
        <p:txBody>
          <a:bodyPr wrap="none" rtlCol="0">
            <a:spAutoFit/>
          </a:bodyPr>
          <a:lstStyle/>
          <a:p>
            <a:r>
              <a:rPr lang="en-US" sz="3500" dirty="0"/>
              <a:t>density</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79B76A6-F7EA-8668-F0FD-581E15D421ED}"/>
                  </a:ext>
                </a:extLst>
              </p:cNvPr>
              <p:cNvSpPr txBox="1"/>
              <p:nvPr/>
            </p:nvSpPr>
            <p:spPr>
              <a:xfrm>
                <a:off x="3118024" y="8264669"/>
                <a:ext cx="1157286" cy="63094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𝜌</m:t>
                      </m:r>
                    </m:oMath>
                  </m:oMathPara>
                </a14:m>
                <a:endParaRPr lang="en-US" sz="3500" dirty="0"/>
              </a:p>
            </p:txBody>
          </p:sp>
        </mc:Choice>
        <mc:Fallback>
          <p:sp>
            <p:nvSpPr>
              <p:cNvPr id="10" name="TextBox 9">
                <a:extLst>
                  <a:ext uri="{FF2B5EF4-FFF2-40B4-BE49-F238E27FC236}">
                    <a16:creationId xmlns:a16="http://schemas.microsoft.com/office/drawing/2014/main" id="{379B76A6-F7EA-8668-F0FD-581E15D421ED}"/>
                  </a:ext>
                </a:extLst>
              </p:cNvPr>
              <p:cNvSpPr txBox="1">
                <a:spLocks noRot="1" noChangeAspect="1" noMove="1" noResize="1" noEditPoints="1" noAdjustHandles="1" noChangeArrowheads="1" noChangeShapeType="1" noTextEdit="1"/>
              </p:cNvSpPr>
              <p:nvPr/>
            </p:nvSpPr>
            <p:spPr>
              <a:xfrm>
                <a:off x="3118024" y="8264669"/>
                <a:ext cx="1157286" cy="630942"/>
              </a:xfrm>
              <a:prstGeom prst="rect">
                <a:avLst/>
              </a:prstGeom>
              <a:blipFill>
                <a:blip r:embed="rId7"/>
                <a:stretch>
                  <a:fillRect b="-1176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570BF286-FD96-AEA2-236D-D730343C0DE1}"/>
              </a:ext>
            </a:extLst>
          </p:cNvPr>
          <p:cNvSpPr txBox="1"/>
          <p:nvPr/>
        </p:nvSpPr>
        <p:spPr>
          <a:xfrm>
            <a:off x="7294488" y="4156720"/>
            <a:ext cx="3335208" cy="630942"/>
          </a:xfrm>
          <a:prstGeom prst="rect">
            <a:avLst/>
          </a:prstGeom>
          <a:noFill/>
        </p:spPr>
        <p:txBody>
          <a:bodyPr wrap="none" rtlCol="0">
            <a:spAutoFit/>
          </a:bodyPr>
          <a:lstStyle/>
          <a:p>
            <a:pPr marL="285750" indent="-285750">
              <a:buFont typeface="Arial" panose="020B0604020202020204" pitchFamily="34" charset="0"/>
              <a:buChar char="•"/>
            </a:pPr>
            <a:r>
              <a:rPr lang="en-US" sz="3500" dirty="0"/>
              <a:t>What happens?</a:t>
            </a:r>
          </a:p>
        </p:txBody>
      </p:sp>
    </p:spTree>
    <p:extLst>
      <p:ext uri="{BB962C8B-B14F-4D97-AF65-F5344CB8AC3E}">
        <p14:creationId xmlns:p14="http://schemas.microsoft.com/office/powerpoint/2010/main" val="360181544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9BCADB0-702B-9CC8-DE33-D4602D58320A}"/>
            </a:ext>
          </a:extLst>
        </p:cNvPr>
        <p:cNvGrpSpPr/>
        <p:nvPr/>
      </p:nvGrpSpPr>
      <p:grpSpPr>
        <a:xfrm>
          <a:off x="0" y="0"/>
          <a:ext cx="0" cy="0"/>
          <a:chOff x="0" y="0"/>
          <a:chExt cx="0" cy="0"/>
        </a:xfrm>
      </p:grpSpPr>
      <p:sp>
        <p:nvSpPr>
          <p:cNvPr id="40961" name="object 14">
            <a:extLst>
              <a:ext uri="{FF2B5EF4-FFF2-40B4-BE49-F238E27FC236}">
                <a16:creationId xmlns:a16="http://schemas.microsoft.com/office/drawing/2014/main" id="{B63881A3-FFA2-56AE-6D80-1AEB4BC8E2FC}"/>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5</a:t>
            </a:r>
            <a:endParaRPr lang="en-US" altLang="en-US" sz="2000">
              <a:latin typeface="Arial" panose="020B0604020202020204" pitchFamily="34" charset="0"/>
            </a:endParaRPr>
          </a:p>
        </p:txBody>
      </p:sp>
      <p:sp>
        <p:nvSpPr>
          <p:cNvPr id="40962" name="object 2" descr="$PPTXTitle">
            <a:extLst>
              <a:ext uri="{FF2B5EF4-FFF2-40B4-BE49-F238E27FC236}">
                <a16:creationId xmlns:a16="http://schemas.microsoft.com/office/drawing/2014/main" id="{7B8059A9-A2CC-B0EE-26DD-7BA4D513BEFD}"/>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Beta distribution review</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19736AD-48B7-C13B-FE8E-B56D9447B915}"/>
                  </a:ext>
                </a:extLst>
              </p:cNvPr>
              <p:cNvSpPr txBox="1"/>
              <p:nvPr/>
            </p:nvSpPr>
            <p:spPr>
              <a:xfrm>
                <a:off x="453728" y="1780456"/>
                <a:ext cx="8366713" cy="9715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𝐵𝑒𝑡𝑎</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num>
                        <m:den>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e>
                          </m:d>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den>
                      </m:f>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−1</m:t>
                          </m:r>
                        </m:sup>
                      </m:sSubSup>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e>
                          </m:d>
                        </m:e>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−1</m:t>
                          </m:r>
                        </m:sup>
                      </m:sSup>
                    </m:oMath>
                  </m:oMathPara>
                </a14:m>
                <a:endParaRPr lang="en-US" sz="3000" dirty="0"/>
              </a:p>
            </p:txBody>
          </p:sp>
        </mc:Choice>
        <mc:Fallback>
          <p:sp>
            <p:nvSpPr>
              <p:cNvPr id="2" name="TextBox 1">
                <a:extLst>
                  <a:ext uri="{FF2B5EF4-FFF2-40B4-BE49-F238E27FC236}">
                    <a16:creationId xmlns:a16="http://schemas.microsoft.com/office/drawing/2014/main" id="{819736AD-48B7-C13B-FE8E-B56D9447B915}"/>
                  </a:ext>
                </a:extLst>
              </p:cNvPr>
              <p:cNvSpPr txBox="1">
                <a:spLocks noRot="1" noChangeAspect="1" noMove="1" noResize="1" noEditPoints="1" noAdjustHandles="1" noChangeArrowheads="1" noChangeShapeType="1" noTextEdit="1"/>
              </p:cNvSpPr>
              <p:nvPr/>
            </p:nvSpPr>
            <p:spPr>
              <a:xfrm>
                <a:off x="453728" y="1780456"/>
                <a:ext cx="8366713" cy="971548"/>
              </a:xfrm>
              <a:prstGeom prst="rect">
                <a:avLst/>
              </a:prstGeom>
              <a:blipFill>
                <a:blip r:embed="rId3"/>
                <a:stretch>
                  <a:fillRect l="-455" b="-909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3C50636-970D-57E7-F49A-75F4718927D6}"/>
                  </a:ext>
                </a:extLst>
              </p:cNvPr>
              <p:cNvSpPr txBox="1"/>
              <p:nvPr/>
            </p:nvSpPr>
            <p:spPr>
              <a:xfrm>
                <a:off x="10226104" y="1804565"/>
                <a:ext cx="1738233"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0,1</m:t>
                          </m:r>
                        </m:e>
                      </m:d>
                    </m:oMath>
                  </m:oMathPara>
                </a14:m>
                <a:endParaRPr lang="en-US" sz="3000" b="0" dirty="0"/>
              </a:p>
            </p:txBody>
          </p:sp>
        </mc:Choice>
        <mc:Fallback>
          <p:sp>
            <p:nvSpPr>
              <p:cNvPr id="3" name="TextBox 2">
                <a:extLst>
                  <a:ext uri="{FF2B5EF4-FFF2-40B4-BE49-F238E27FC236}">
                    <a16:creationId xmlns:a16="http://schemas.microsoft.com/office/drawing/2014/main" id="{03C50636-970D-57E7-F49A-75F4718927D6}"/>
                  </a:ext>
                </a:extLst>
              </p:cNvPr>
              <p:cNvSpPr txBox="1">
                <a:spLocks noRot="1" noChangeAspect="1" noMove="1" noResize="1" noEditPoints="1" noAdjustHandles="1" noChangeArrowheads="1" noChangeShapeType="1" noTextEdit="1"/>
              </p:cNvSpPr>
              <p:nvPr/>
            </p:nvSpPr>
            <p:spPr>
              <a:xfrm>
                <a:off x="10226104" y="1804565"/>
                <a:ext cx="1738233" cy="461665"/>
              </a:xfrm>
              <a:prstGeom prst="rect">
                <a:avLst/>
              </a:prstGeom>
              <a:blipFill>
                <a:blip r:embed="rId4"/>
                <a:stretch>
                  <a:fillRect l="-5072"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B24F01B-D515-DC97-BA0A-45E3A25A6209}"/>
                  </a:ext>
                </a:extLst>
              </p:cNvPr>
              <p:cNvSpPr txBox="1"/>
              <p:nvPr/>
            </p:nvSpPr>
            <p:spPr>
              <a:xfrm>
                <a:off x="10226104" y="2521171"/>
                <a:ext cx="1721176"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&gt;0</m:t>
                      </m:r>
                    </m:oMath>
                  </m:oMathPara>
                </a14:m>
                <a:endParaRPr lang="en-US" sz="3000" b="0" dirty="0"/>
              </a:p>
            </p:txBody>
          </p:sp>
        </mc:Choice>
        <mc:Fallback>
          <p:sp>
            <p:nvSpPr>
              <p:cNvPr id="4" name="TextBox 3">
                <a:extLst>
                  <a:ext uri="{FF2B5EF4-FFF2-40B4-BE49-F238E27FC236}">
                    <a16:creationId xmlns:a16="http://schemas.microsoft.com/office/drawing/2014/main" id="{0B24F01B-D515-DC97-BA0A-45E3A25A6209}"/>
                  </a:ext>
                </a:extLst>
              </p:cNvPr>
              <p:cNvSpPr txBox="1">
                <a:spLocks noRot="1" noChangeAspect="1" noMove="1" noResize="1" noEditPoints="1" noAdjustHandles="1" noChangeArrowheads="1" noChangeShapeType="1" noTextEdit="1"/>
              </p:cNvSpPr>
              <p:nvPr/>
            </p:nvSpPr>
            <p:spPr>
              <a:xfrm>
                <a:off x="10226104" y="2521171"/>
                <a:ext cx="1721176" cy="461665"/>
              </a:xfrm>
              <a:prstGeom prst="rect">
                <a:avLst/>
              </a:prstGeom>
              <a:blipFill>
                <a:blip r:embed="rId5"/>
                <a:stretch>
                  <a:fillRect l="-2206" r="-5147" b="-16216"/>
                </a:stretch>
              </a:blipFill>
            </p:spPr>
            <p:txBody>
              <a:bodyPr/>
              <a:lstStyle/>
              <a:p>
                <a:r>
                  <a:rPr lang="en-US">
                    <a:noFill/>
                  </a:rPr>
                  <a:t> </a:t>
                </a:r>
              </a:p>
            </p:txBody>
          </p:sp>
        </mc:Fallback>
      </mc:AlternateContent>
      <p:grpSp>
        <p:nvGrpSpPr>
          <p:cNvPr id="5" name="object 2">
            <a:extLst>
              <a:ext uri="{FF2B5EF4-FFF2-40B4-BE49-F238E27FC236}">
                <a16:creationId xmlns:a16="http://schemas.microsoft.com/office/drawing/2014/main" id="{0356D7DC-2E1C-A751-7FF3-8B5562F9E92C}"/>
              </a:ext>
            </a:extLst>
          </p:cNvPr>
          <p:cNvGrpSpPr>
            <a:grpSpLocks/>
          </p:cNvGrpSpPr>
          <p:nvPr/>
        </p:nvGrpSpPr>
        <p:grpSpPr bwMode="auto">
          <a:xfrm>
            <a:off x="453728" y="3436640"/>
            <a:ext cx="5765800" cy="5143500"/>
            <a:chOff x="177800" y="3054288"/>
            <a:chExt cx="5765800" cy="5143500"/>
          </a:xfrm>
        </p:grpSpPr>
        <p:pic>
          <p:nvPicPr>
            <p:cNvPr id="6" name="object 3">
              <a:extLst>
                <a:ext uri="{FF2B5EF4-FFF2-40B4-BE49-F238E27FC236}">
                  <a16:creationId xmlns:a16="http://schemas.microsoft.com/office/drawing/2014/main" id="{E28036DC-5B0A-CDB5-92C0-7DA13FA0ED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 y="3054288"/>
              <a:ext cx="56769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7" name="object 4">
              <a:extLst>
                <a:ext uri="{FF2B5EF4-FFF2-40B4-BE49-F238E27FC236}">
                  <a16:creationId xmlns:a16="http://schemas.microsoft.com/office/drawing/2014/main" id="{A61A8BA9-F1CF-4BC3-65D9-1497F557D3E7}"/>
                </a:ext>
              </a:extLst>
            </p:cNvPr>
            <p:cNvSpPr>
              <a:spLocks/>
            </p:cNvSpPr>
            <p:nvPr/>
          </p:nvSpPr>
          <p:spPr bwMode="auto">
            <a:xfrm>
              <a:off x="177800" y="4927600"/>
              <a:ext cx="266700" cy="876300"/>
            </a:xfrm>
            <a:custGeom>
              <a:avLst/>
              <a:gdLst>
                <a:gd name="T0" fmla="*/ 0 w 266700"/>
                <a:gd name="T1" fmla="*/ 0 h 876300"/>
                <a:gd name="T2" fmla="*/ 266700 w 266700"/>
                <a:gd name="T3" fmla="*/ 0 h 876300"/>
                <a:gd name="T4" fmla="*/ 266700 w 266700"/>
                <a:gd name="T5" fmla="*/ 876300 h 876300"/>
                <a:gd name="T6" fmla="*/ 0 w 266700"/>
                <a:gd name="T7" fmla="*/ 876300 h 876300"/>
                <a:gd name="T8" fmla="*/ 0 w 266700"/>
                <a:gd name="T9" fmla="*/ 0 h 876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6700" h="876300">
                  <a:moveTo>
                    <a:pt x="0" y="0"/>
                  </a:moveTo>
                  <a:lnTo>
                    <a:pt x="266700" y="0"/>
                  </a:lnTo>
                  <a:lnTo>
                    <a:pt x="266700" y="876300"/>
                  </a:lnTo>
                  <a:lnTo>
                    <a:pt x="0" y="876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8" name="TextBox 7">
            <a:extLst>
              <a:ext uri="{FF2B5EF4-FFF2-40B4-BE49-F238E27FC236}">
                <a16:creationId xmlns:a16="http://schemas.microsoft.com/office/drawing/2014/main" id="{CC5A8E93-C48C-8A5C-66E4-C13F28B3530D}"/>
              </a:ext>
            </a:extLst>
          </p:cNvPr>
          <p:cNvSpPr txBox="1"/>
          <p:nvPr/>
        </p:nvSpPr>
        <p:spPr>
          <a:xfrm rot="16200000">
            <a:off x="-362256" y="5317305"/>
            <a:ext cx="1511952" cy="630942"/>
          </a:xfrm>
          <a:prstGeom prst="rect">
            <a:avLst/>
          </a:prstGeom>
          <a:noFill/>
        </p:spPr>
        <p:txBody>
          <a:bodyPr wrap="none" rtlCol="0">
            <a:spAutoFit/>
          </a:bodyPr>
          <a:lstStyle/>
          <a:p>
            <a:r>
              <a:rPr lang="en-US" sz="3500" dirty="0"/>
              <a:t>density</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DE1097F2-064E-A1D4-FD3C-A3B7CF59C382}"/>
                  </a:ext>
                </a:extLst>
              </p:cNvPr>
              <p:cNvSpPr txBox="1"/>
              <p:nvPr/>
            </p:nvSpPr>
            <p:spPr>
              <a:xfrm>
                <a:off x="3118024" y="8264669"/>
                <a:ext cx="1157286" cy="630942"/>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𝜌</m:t>
                      </m:r>
                    </m:oMath>
                  </m:oMathPara>
                </a14:m>
                <a:endParaRPr lang="en-US" sz="3500" dirty="0"/>
              </a:p>
            </p:txBody>
          </p:sp>
        </mc:Choice>
        <mc:Fallback>
          <p:sp>
            <p:nvSpPr>
              <p:cNvPr id="10" name="TextBox 9">
                <a:extLst>
                  <a:ext uri="{FF2B5EF4-FFF2-40B4-BE49-F238E27FC236}">
                    <a16:creationId xmlns:a16="http://schemas.microsoft.com/office/drawing/2014/main" id="{DE1097F2-064E-A1D4-FD3C-A3B7CF59C382}"/>
                  </a:ext>
                </a:extLst>
              </p:cNvPr>
              <p:cNvSpPr txBox="1">
                <a:spLocks noRot="1" noChangeAspect="1" noMove="1" noResize="1" noEditPoints="1" noAdjustHandles="1" noChangeArrowheads="1" noChangeShapeType="1" noTextEdit="1"/>
              </p:cNvSpPr>
              <p:nvPr/>
            </p:nvSpPr>
            <p:spPr>
              <a:xfrm>
                <a:off x="3118024" y="8264669"/>
                <a:ext cx="1157286" cy="630942"/>
              </a:xfrm>
              <a:prstGeom prst="rect">
                <a:avLst/>
              </a:prstGeom>
              <a:blipFill>
                <a:blip r:embed="rId7"/>
                <a:stretch>
                  <a:fillRect b="-1176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D71924E-870B-35B1-21A6-4EC28217ECB6}"/>
              </a:ext>
            </a:extLst>
          </p:cNvPr>
          <p:cNvSpPr txBox="1"/>
          <p:nvPr/>
        </p:nvSpPr>
        <p:spPr>
          <a:xfrm>
            <a:off x="7294488" y="4156720"/>
            <a:ext cx="3335208" cy="630942"/>
          </a:xfrm>
          <a:prstGeom prst="rect">
            <a:avLst/>
          </a:prstGeom>
          <a:noFill/>
        </p:spPr>
        <p:txBody>
          <a:bodyPr wrap="none" rtlCol="0">
            <a:spAutoFit/>
          </a:bodyPr>
          <a:lstStyle/>
          <a:p>
            <a:pPr marL="285750" indent="-285750">
              <a:buFont typeface="Arial" panose="020B0604020202020204" pitchFamily="34" charset="0"/>
              <a:buChar char="•"/>
            </a:pPr>
            <a:r>
              <a:rPr lang="en-US" sz="3500" dirty="0"/>
              <a:t>What happens?</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0979A33-6D68-8F52-41B7-CCDAB7017BD5}"/>
                  </a:ext>
                </a:extLst>
              </p:cNvPr>
              <p:cNvSpPr txBox="1"/>
              <p:nvPr/>
            </p:nvSpPr>
            <p:spPr>
              <a:xfrm>
                <a:off x="5924326" y="4944957"/>
                <a:ext cx="650795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𝑎</m:t>
                          </m:r>
                          <m:r>
                            <a:rPr lang="en-US" sz="2500" b="0" i="1" smtClean="0">
                              <a:latin typeface="Cambria Math" panose="02040503050406030204" pitchFamily="18" charset="0"/>
                            </a:rPr>
                            <m:t> =</m:t>
                          </m:r>
                          <m:r>
                            <a:rPr lang="en-US" sz="2500" b="0" i="1" smtClean="0">
                              <a:latin typeface="Cambria Math" panose="02040503050406030204" pitchFamily="18" charset="0"/>
                            </a:rPr>
                            <m:t>𝑎</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𝑎</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→0</m:t>
                      </m:r>
                    </m:oMath>
                  </m:oMathPara>
                </a14:m>
                <a:endParaRPr lang="en-US" sz="2500" b="0" dirty="0"/>
              </a:p>
            </p:txBody>
          </p:sp>
        </mc:Choice>
        <mc:Fallback>
          <p:sp>
            <p:nvSpPr>
              <p:cNvPr id="12" name="TextBox 11">
                <a:extLst>
                  <a:ext uri="{FF2B5EF4-FFF2-40B4-BE49-F238E27FC236}">
                    <a16:creationId xmlns:a16="http://schemas.microsoft.com/office/drawing/2014/main" id="{50979A33-6D68-8F52-41B7-CCDAB7017BD5}"/>
                  </a:ext>
                </a:extLst>
              </p:cNvPr>
              <p:cNvSpPr txBox="1">
                <a:spLocks noRot="1" noChangeAspect="1" noMove="1" noResize="1" noEditPoints="1" noAdjustHandles="1" noChangeArrowheads="1" noChangeShapeType="1" noTextEdit="1"/>
              </p:cNvSpPr>
              <p:nvPr/>
            </p:nvSpPr>
            <p:spPr>
              <a:xfrm>
                <a:off x="5924326" y="4944957"/>
                <a:ext cx="6507956" cy="477054"/>
              </a:xfrm>
              <a:prstGeom prst="rect">
                <a:avLst/>
              </a:prstGeom>
              <a:blipFill>
                <a:blip r:embed="rId8"/>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6A6A5A4D-BC49-9DCF-4C18-937C71D7D83E}"/>
                  </a:ext>
                </a:extLst>
              </p:cNvPr>
              <p:cNvSpPr txBox="1"/>
              <p:nvPr/>
            </p:nvSpPr>
            <p:spPr>
              <a:xfrm>
                <a:off x="5954216" y="5484492"/>
                <a:ext cx="6507956"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𝑎</m:t>
                          </m:r>
                          <m:r>
                            <a:rPr lang="en-US" sz="2500" b="0" i="1" smtClean="0">
                              <a:latin typeface="Cambria Math" panose="02040503050406030204" pitchFamily="18" charset="0"/>
                            </a:rPr>
                            <m:t> =</m:t>
                          </m:r>
                          <m:r>
                            <a:rPr lang="en-US" sz="2500" b="0" i="1" smtClean="0">
                              <a:latin typeface="Cambria Math" panose="02040503050406030204" pitchFamily="18" charset="0"/>
                            </a:rPr>
                            <m:t>𝑎</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𝑎</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oMath>
                  </m:oMathPara>
                </a14:m>
                <a:endParaRPr lang="en-US" sz="2500" b="0" dirty="0"/>
              </a:p>
            </p:txBody>
          </p:sp>
        </mc:Choice>
        <mc:Fallback>
          <p:sp>
            <p:nvSpPr>
              <p:cNvPr id="13" name="TextBox 12">
                <a:extLst>
                  <a:ext uri="{FF2B5EF4-FFF2-40B4-BE49-F238E27FC236}">
                    <a16:creationId xmlns:a16="http://schemas.microsoft.com/office/drawing/2014/main" id="{6A6A5A4D-BC49-9DCF-4C18-937C71D7D83E}"/>
                  </a:ext>
                </a:extLst>
              </p:cNvPr>
              <p:cNvSpPr txBox="1">
                <a:spLocks noRot="1" noChangeAspect="1" noMove="1" noResize="1" noEditPoints="1" noAdjustHandles="1" noChangeArrowheads="1" noChangeShapeType="1" noTextEdit="1"/>
              </p:cNvSpPr>
              <p:nvPr/>
            </p:nvSpPr>
            <p:spPr>
              <a:xfrm>
                <a:off x="5954216" y="5484492"/>
                <a:ext cx="6507956" cy="477054"/>
              </a:xfrm>
              <a:prstGeom prst="rect">
                <a:avLst/>
              </a:prstGeom>
              <a:blipFill>
                <a:blip r:embed="rId9"/>
                <a:stretch>
                  <a:fillRect b="-1842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A365D41D-C19A-1D8F-E14B-157249254AF0}"/>
                  </a:ext>
                </a:extLst>
              </p:cNvPr>
              <p:cNvSpPr txBox="1"/>
              <p:nvPr/>
            </p:nvSpPr>
            <p:spPr>
              <a:xfrm>
                <a:off x="7798544" y="6128199"/>
                <a:ext cx="1802398"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𝑎</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&gt;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𝑎</m:t>
                          </m:r>
                        </m:e>
                        <m:sub>
                          <m:r>
                            <a:rPr lang="en-US" sz="2500" b="0" i="1" smtClean="0">
                              <a:latin typeface="Cambria Math" panose="02040503050406030204" pitchFamily="18" charset="0"/>
                            </a:rPr>
                            <m:t>2</m:t>
                          </m:r>
                        </m:sub>
                      </m:sSub>
                    </m:oMath>
                  </m:oMathPara>
                </a14:m>
                <a:endParaRPr lang="en-US" sz="2500" dirty="0"/>
              </a:p>
            </p:txBody>
          </p:sp>
        </mc:Choice>
        <mc:Fallback>
          <p:sp>
            <p:nvSpPr>
              <p:cNvPr id="15" name="TextBox 14">
                <a:extLst>
                  <a:ext uri="{FF2B5EF4-FFF2-40B4-BE49-F238E27FC236}">
                    <a16:creationId xmlns:a16="http://schemas.microsoft.com/office/drawing/2014/main" id="{A365D41D-C19A-1D8F-E14B-157249254AF0}"/>
                  </a:ext>
                </a:extLst>
              </p:cNvPr>
              <p:cNvSpPr txBox="1">
                <a:spLocks noRot="1" noChangeAspect="1" noMove="1" noResize="1" noEditPoints="1" noAdjustHandles="1" noChangeArrowheads="1" noChangeShapeType="1" noTextEdit="1"/>
              </p:cNvSpPr>
              <p:nvPr/>
            </p:nvSpPr>
            <p:spPr>
              <a:xfrm>
                <a:off x="7798544" y="6128199"/>
                <a:ext cx="1802398" cy="477054"/>
              </a:xfrm>
              <a:prstGeom prst="rect">
                <a:avLst/>
              </a:prstGeom>
              <a:blipFill>
                <a:blip r:embed="rId10"/>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56EECF59-6CB3-9AB7-E9DC-A746D0CC7DB6}"/>
              </a:ext>
            </a:extLst>
          </p:cNvPr>
          <p:cNvSpPr txBox="1"/>
          <p:nvPr/>
        </p:nvSpPr>
        <p:spPr>
          <a:xfrm>
            <a:off x="10226104" y="7469088"/>
            <a:ext cx="869149" cy="369332"/>
          </a:xfrm>
          <a:prstGeom prst="rect">
            <a:avLst/>
          </a:prstGeom>
          <a:noFill/>
        </p:spPr>
        <p:txBody>
          <a:bodyPr wrap="none" rtlCol="0">
            <a:spAutoFit/>
          </a:bodyPr>
          <a:lstStyle/>
          <a:p>
            <a:r>
              <a:rPr lang="en-US" dirty="0"/>
              <a:t>[demo]</a:t>
            </a:r>
          </a:p>
        </p:txBody>
      </p:sp>
    </p:spTree>
    <p:extLst>
      <p:ext uri="{BB962C8B-B14F-4D97-AF65-F5344CB8AC3E}">
        <p14:creationId xmlns:p14="http://schemas.microsoft.com/office/powerpoint/2010/main" val="62317766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6081" name="object 2">
            <a:extLst>
              <a:ext uri="{FF2B5EF4-FFF2-40B4-BE49-F238E27FC236}">
                <a16:creationId xmlns:a16="http://schemas.microsoft.com/office/drawing/2014/main" id="{B3097AE1-14BD-EC0B-FBC1-C25341FD8D4B}"/>
              </a:ext>
            </a:extLst>
          </p:cNvPr>
          <p:cNvGrpSpPr>
            <a:grpSpLocks/>
          </p:cNvGrpSpPr>
          <p:nvPr/>
        </p:nvGrpSpPr>
        <p:grpSpPr bwMode="auto">
          <a:xfrm>
            <a:off x="177800" y="3054350"/>
            <a:ext cx="5765800" cy="5143500"/>
            <a:chOff x="177800" y="3054288"/>
            <a:chExt cx="5765800" cy="5143500"/>
          </a:xfrm>
        </p:grpSpPr>
        <p:pic>
          <p:nvPicPr>
            <p:cNvPr id="46100" name="object 3">
              <a:extLst>
                <a:ext uri="{FF2B5EF4-FFF2-40B4-BE49-F238E27FC236}">
                  <a16:creationId xmlns:a16="http://schemas.microsoft.com/office/drawing/2014/main" id="{27F50C8D-6F43-7219-EEF7-C18629FF8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3054288"/>
              <a:ext cx="56769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46101" name="object 4">
              <a:extLst>
                <a:ext uri="{FF2B5EF4-FFF2-40B4-BE49-F238E27FC236}">
                  <a16:creationId xmlns:a16="http://schemas.microsoft.com/office/drawing/2014/main" id="{64D37A60-60FF-1966-15C0-9EB9F747121A}"/>
                </a:ext>
              </a:extLst>
            </p:cNvPr>
            <p:cNvSpPr>
              <a:spLocks/>
            </p:cNvSpPr>
            <p:nvPr/>
          </p:nvSpPr>
          <p:spPr bwMode="auto">
            <a:xfrm>
              <a:off x="177800" y="4927600"/>
              <a:ext cx="266700" cy="876300"/>
            </a:xfrm>
            <a:custGeom>
              <a:avLst/>
              <a:gdLst>
                <a:gd name="T0" fmla="*/ 0 w 266700"/>
                <a:gd name="T1" fmla="*/ 0 h 876300"/>
                <a:gd name="T2" fmla="*/ 266700 w 266700"/>
                <a:gd name="T3" fmla="*/ 0 h 876300"/>
                <a:gd name="T4" fmla="*/ 266700 w 266700"/>
                <a:gd name="T5" fmla="*/ 876300 h 876300"/>
                <a:gd name="T6" fmla="*/ 0 w 266700"/>
                <a:gd name="T7" fmla="*/ 876300 h 876300"/>
                <a:gd name="T8" fmla="*/ 0 w 266700"/>
                <a:gd name="T9" fmla="*/ 0 h 876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6700" h="876300">
                  <a:moveTo>
                    <a:pt x="0" y="0"/>
                  </a:moveTo>
                  <a:lnTo>
                    <a:pt x="266700" y="0"/>
                  </a:lnTo>
                  <a:lnTo>
                    <a:pt x="266700" y="876300"/>
                  </a:lnTo>
                  <a:lnTo>
                    <a:pt x="0" y="876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46082" name="object 5" descr="$PPTXTitle">
            <a:extLst>
              <a:ext uri="{FF2B5EF4-FFF2-40B4-BE49-F238E27FC236}">
                <a16:creationId xmlns:a16="http://schemas.microsoft.com/office/drawing/2014/main" id="{26FB8578-B5A9-20EF-E435-9A6931A52CAC}"/>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Beta distribution review</a:t>
            </a:r>
          </a:p>
        </p:txBody>
      </p:sp>
      <p:sp>
        <p:nvSpPr>
          <p:cNvPr id="46083" name="object 21">
            <a:extLst>
              <a:ext uri="{FF2B5EF4-FFF2-40B4-BE49-F238E27FC236}">
                <a16:creationId xmlns:a16="http://schemas.microsoft.com/office/drawing/2014/main" id="{27250EAD-AA8D-98FB-0EB3-4B47F532E953}"/>
              </a:ext>
            </a:extLst>
          </p:cNvPr>
          <p:cNvSpPr txBox="1">
            <a:spLocks noChangeArrowheads="1"/>
          </p:cNvSpPr>
          <p:nvPr/>
        </p:nvSpPr>
        <p:spPr bwMode="auto">
          <a:xfrm>
            <a:off x="3287713" y="7745413"/>
            <a:ext cx="3254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2525"/>
              </a:lnSpc>
              <a:buSzPct val="100000"/>
              <a:buFont typeface="Calibri" panose="020F0502020204030204" pitchFamily="34" charset="0"/>
              <a:buNone/>
            </a:pPr>
            <a:r>
              <a:rPr lang="ru-RU" altLang="en-US" sz="2500" i="1">
                <a:latin typeface="Arial" panose="020B0604020202020204" pitchFamily="34" charset="0"/>
              </a:rPr>
              <a:t>ρ</a:t>
            </a:r>
            <a:r>
              <a:rPr lang="ru-RU" altLang="en-US" sz="2400" i="1" baseline="-6000">
                <a:latin typeface="Arial" panose="020B0604020202020204" pitchFamily="34" charset="0"/>
              </a:rPr>
              <a:t>1</a:t>
            </a:r>
            <a:endParaRPr lang="ru-RU" altLang="en-US" sz="2400" baseline="-6000">
              <a:latin typeface="Arial" panose="020B0604020202020204" pitchFamily="34" charset="0"/>
            </a:endParaRPr>
          </a:p>
        </p:txBody>
      </p:sp>
      <p:sp>
        <p:nvSpPr>
          <p:cNvPr id="46084" name="object 22">
            <a:extLst>
              <a:ext uri="{FF2B5EF4-FFF2-40B4-BE49-F238E27FC236}">
                <a16:creationId xmlns:a16="http://schemas.microsoft.com/office/drawing/2014/main" id="{DF5766B9-26BE-8E5B-825A-44E13C060258}"/>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5</a:t>
            </a:r>
            <a:endParaRPr lang="en-US" altLang="en-US" sz="2000">
              <a:latin typeface="Arial" panose="020B0604020202020204" pitchFamily="34" charset="0"/>
            </a:endParaRPr>
          </a:p>
        </p:txBody>
      </p:sp>
      <p:sp>
        <p:nvSpPr>
          <p:cNvPr id="46085" name="object 6">
            <a:extLst>
              <a:ext uri="{FF2B5EF4-FFF2-40B4-BE49-F238E27FC236}">
                <a16:creationId xmlns:a16="http://schemas.microsoft.com/office/drawing/2014/main" id="{2103583E-DB2A-20FF-9187-621EC0F9C963}"/>
              </a:ext>
            </a:extLst>
          </p:cNvPr>
          <p:cNvSpPr txBox="1">
            <a:spLocks noChangeArrowheads="1"/>
          </p:cNvSpPr>
          <p:nvPr/>
        </p:nvSpPr>
        <p:spPr bwMode="auto">
          <a:xfrm>
            <a:off x="723900" y="1787525"/>
            <a:ext cx="35004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a:latin typeface="Cambria" panose="02040503050406030204" pitchFamily="18" charset="0"/>
              </a:rPr>
              <a:t>Beta(⇢</a:t>
            </a:r>
            <a:r>
              <a:rPr lang="ru-RU" altLang="en-US" sz="3700" baseline="-12000">
                <a:latin typeface="Times New Roman" panose="02020603050405020304" pitchFamily="18" charset="0"/>
                <a:cs typeface="Times New Roman" panose="02020603050405020304" pitchFamily="18" charset="0"/>
              </a:rPr>
              <a:t>1</a:t>
            </a:r>
            <a:r>
              <a:rPr lang="ru-RU" altLang="en-US" sz="3500" i="1">
                <a:latin typeface="Times New Roman" panose="02020603050405020304" pitchFamily="18" charset="0"/>
                <a:cs typeface="Times New Roman" panose="02020603050405020304" pitchFamily="18" charset="0"/>
              </a:rPr>
              <a:t>|</a:t>
            </a:r>
            <a:r>
              <a:rPr lang="ru-RU" altLang="en-US" sz="3500" i="1">
                <a:latin typeface="Cambria" panose="02040503050406030204" pitchFamily="18" charset="0"/>
              </a:rPr>
              <a:t>a</a:t>
            </a:r>
            <a:r>
              <a:rPr lang="ru-RU" altLang="en-US" sz="3700" baseline="-12000">
                <a:latin typeface="Times New Roman" panose="02020603050405020304" pitchFamily="18" charset="0"/>
                <a:cs typeface="Times New Roman" panose="02020603050405020304" pitchFamily="18" charset="0"/>
              </a:rPr>
              <a:t>1</a:t>
            </a:r>
            <a:r>
              <a:rPr lang="ru-RU" altLang="en-US" sz="3500" i="1">
                <a:latin typeface="Cambria" panose="02040503050406030204" pitchFamily="18" charset="0"/>
              </a:rPr>
              <a:t>, a</a:t>
            </a:r>
            <a:r>
              <a:rPr lang="ru-RU" altLang="en-US" sz="3700" baseline="-12000">
                <a:latin typeface="Times New Roman" panose="02020603050405020304" pitchFamily="18" charset="0"/>
                <a:cs typeface="Times New Roman" panose="02020603050405020304" pitchFamily="18" charset="0"/>
              </a:rPr>
              <a:t>2</a:t>
            </a:r>
            <a:r>
              <a:rPr lang="ru-RU" altLang="en-US" sz="3500">
                <a:latin typeface="Cambria" panose="02040503050406030204" pitchFamily="18" charset="0"/>
              </a:rPr>
              <a:t>) =</a:t>
            </a:r>
          </a:p>
        </p:txBody>
      </p:sp>
      <p:sp>
        <p:nvSpPr>
          <p:cNvPr id="46086" name="object 7">
            <a:extLst>
              <a:ext uri="{FF2B5EF4-FFF2-40B4-BE49-F238E27FC236}">
                <a16:creationId xmlns:a16="http://schemas.microsoft.com/office/drawing/2014/main" id="{19B586B0-F4AA-F905-C9A2-B00014C5B70E}"/>
              </a:ext>
            </a:extLst>
          </p:cNvPr>
          <p:cNvSpPr txBox="1">
            <a:spLocks noChangeArrowheads="1"/>
          </p:cNvSpPr>
          <p:nvPr/>
        </p:nvSpPr>
        <p:spPr bwMode="auto">
          <a:xfrm>
            <a:off x="4316413" y="1404938"/>
            <a:ext cx="2270125"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90805" rIns="0" bIns="0">
            <a:spAutoFit/>
          </a:bodyPr>
          <a:lstStyle>
            <a:lvl1pPr marL="50800">
              <a:tabLst>
                <a:tab pos="1098550" algn="l"/>
              </a:tabLst>
              <a:defRPr>
                <a:solidFill>
                  <a:schemeClr val="tx1"/>
                </a:solidFill>
                <a:latin typeface="Calibri" panose="020F0502020204030204" pitchFamily="34" charset="0"/>
                <a:cs typeface="Calibri" panose="020F0502020204030204" pitchFamily="34" charset="0"/>
              </a:defRPr>
            </a:lvl1pPr>
            <a:lvl2pPr marL="742950" indent="-285750">
              <a:tabLst>
                <a:tab pos="1098550" algn="l"/>
              </a:tabLst>
              <a:defRPr>
                <a:solidFill>
                  <a:schemeClr val="tx1"/>
                </a:solidFill>
                <a:latin typeface="Calibri" panose="020F0502020204030204" pitchFamily="34" charset="0"/>
                <a:cs typeface="Calibri" panose="020F0502020204030204" pitchFamily="34" charset="0"/>
              </a:defRPr>
            </a:lvl2pPr>
            <a:lvl3pPr marL="1143000" indent="-228600">
              <a:tabLst>
                <a:tab pos="1098550" algn="l"/>
              </a:tabLst>
              <a:defRPr>
                <a:solidFill>
                  <a:schemeClr val="tx1"/>
                </a:solidFill>
                <a:latin typeface="Calibri" panose="020F0502020204030204" pitchFamily="34" charset="0"/>
                <a:cs typeface="Calibri" panose="020F0502020204030204" pitchFamily="34" charset="0"/>
              </a:defRPr>
            </a:lvl3pPr>
            <a:lvl4pPr marL="1600200" indent="-228600">
              <a:tabLst>
                <a:tab pos="1098550" algn="l"/>
              </a:tabLst>
              <a:defRPr>
                <a:solidFill>
                  <a:schemeClr val="tx1"/>
                </a:solidFill>
                <a:latin typeface="Calibri" panose="020F0502020204030204" pitchFamily="34" charset="0"/>
                <a:cs typeface="Calibri" panose="020F0502020204030204" pitchFamily="34" charset="0"/>
              </a:defRPr>
            </a:lvl4pPr>
            <a:lvl5pPr marL="2057400" indent="-228600">
              <a:tabLst>
                <a:tab pos="109855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109855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109855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109855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1098550" algn="l"/>
              </a:tabLst>
              <a:defRPr>
                <a:solidFill>
                  <a:schemeClr val="tx1"/>
                </a:solidFill>
                <a:latin typeface="Calibri" panose="020F0502020204030204" pitchFamily="34" charset="0"/>
                <a:cs typeface="Calibri" panose="020F0502020204030204" pitchFamily="34" charset="0"/>
              </a:defRPr>
            </a:lvl9pPr>
          </a:lstStyle>
          <a:p>
            <a:pPr eaLnBrk="1" hangingPunct="1">
              <a:spcBef>
                <a:spcPts val="713"/>
              </a:spcBef>
              <a:buSzPct val="100000"/>
              <a:buFont typeface="Calibri" panose="020F0502020204030204" pitchFamily="34" charset="0"/>
              <a:buNone/>
            </a:pPr>
            <a:r>
              <a:rPr lang="ru-RU" altLang="en-US" sz="3700" u="sng" baseline="-12000">
                <a:latin typeface="Times New Roman" panose="02020603050405020304" pitchFamily="18" charset="0"/>
                <a:cs typeface="Times New Roman" panose="02020603050405020304" pitchFamily="18" charset="0"/>
              </a:rPr>
              <a:t> </a:t>
            </a:r>
            <a:r>
              <a:rPr lang="ru-RU" altLang="en-US" sz="3500">
                <a:latin typeface="Cambria" panose="02040503050406030204" pitchFamily="18" charset="0"/>
              </a:rPr>
              <a:t>Г(</a:t>
            </a:r>
            <a:r>
              <a:rPr lang="ru-RU" altLang="en-US" sz="3500" i="1">
                <a:latin typeface="Cambria" panose="02040503050406030204" pitchFamily="18" charset="0"/>
              </a:rPr>
              <a:t>a</a:t>
            </a:r>
            <a:r>
              <a:rPr lang="ru-RU" altLang="en-US" sz="3700" u="sng" baseline="-12000">
                <a:latin typeface="Times New Roman" panose="02020603050405020304" pitchFamily="18" charset="0"/>
                <a:cs typeface="Times New Roman" panose="02020603050405020304" pitchFamily="18" charset="0"/>
              </a:rPr>
              <a:t>1	</a:t>
            </a:r>
            <a:r>
              <a:rPr lang="ru-RU" altLang="en-US" sz="3500">
                <a:latin typeface="Cambria" panose="02040503050406030204" pitchFamily="18" charset="0"/>
              </a:rPr>
              <a:t>+ </a:t>
            </a:r>
            <a:r>
              <a:rPr lang="ru-RU" altLang="en-US" sz="3500" i="1">
                <a:latin typeface="Cambria" panose="02040503050406030204" pitchFamily="18" charset="0"/>
              </a:rPr>
              <a:t>a</a:t>
            </a:r>
            <a:r>
              <a:rPr lang="ru-RU" altLang="en-US" sz="3700" u="sng" baseline="-12000">
                <a:latin typeface="Times New Roman" panose="02020603050405020304" pitchFamily="18" charset="0"/>
                <a:cs typeface="Times New Roman" panose="02020603050405020304" pitchFamily="18" charset="0"/>
              </a:rPr>
              <a:t>2</a:t>
            </a:r>
            <a:r>
              <a:rPr lang="ru-RU" altLang="en-US" sz="3500">
                <a:latin typeface="Cambria" panose="02040503050406030204" pitchFamily="18" charset="0"/>
              </a:rPr>
              <a:t>)</a:t>
            </a:r>
          </a:p>
          <a:p>
            <a:pPr eaLnBrk="1" hangingPunct="1">
              <a:spcBef>
                <a:spcPts val="625"/>
              </a:spcBef>
              <a:buSzPct val="100000"/>
              <a:buFont typeface="Calibri" panose="020F0502020204030204" pitchFamily="34" charset="0"/>
              <a:buNone/>
            </a:pPr>
            <a:r>
              <a:rPr lang="ru-RU" altLang="en-US" sz="3500">
                <a:latin typeface="Cambria" panose="02040503050406030204" pitchFamily="18" charset="0"/>
              </a:rPr>
              <a:t>Г(</a:t>
            </a:r>
            <a:r>
              <a:rPr lang="ru-RU" altLang="en-US" sz="3500" i="1">
                <a:latin typeface="Cambria" panose="02040503050406030204" pitchFamily="18" charset="0"/>
              </a:rPr>
              <a:t>a</a:t>
            </a:r>
            <a:r>
              <a:rPr lang="ru-RU" altLang="en-US" sz="3700" baseline="-12000">
                <a:latin typeface="Times New Roman" panose="02020603050405020304" pitchFamily="18" charset="0"/>
                <a:cs typeface="Times New Roman" panose="02020603050405020304" pitchFamily="18" charset="0"/>
              </a:rPr>
              <a:t>1</a:t>
            </a:r>
            <a:r>
              <a:rPr lang="ru-RU" altLang="en-US" sz="3500">
                <a:latin typeface="Cambria" panose="02040503050406030204" pitchFamily="18" charset="0"/>
              </a:rPr>
              <a:t>)Г(</a:t>
            </a:r>
            <a:r>
              <a:rPr lang="ru-RU" altLang="en-US" sz="3500" i="1">
                <a:latin typeface="Cambria" panose="02040503050406030204" pitchFamily="18" charset="0"/>
              </a:rPr>
              <a:t>a</a:t>
            </a:r>
            <a:r>
              <a:rPr lang="ru-RU" altLang="en-US" sz="3700" baseline="-12000">
                <a:latin typeface="Times New Roman" panose="02020603050405020304" pitchFamily="18" charset="0"/>
                <a:cs typeface="Times New Roman" panose="02020603050405020304" pitchFamily="18" charset="0"/>
              </a:rPr>
              <a:t>2</a:t>
            </a:r>
            <a:r>
              <a:rPr lang="ru-RU" altLang="en-US" sz="3500">
                <a:latin typeface="Cambria" panose="02040503050406030204" pitchFamily="18" charset="0"/>
              </a:rPr>
              <a:t>)</a:t>
            </a:r>
          </a:p>
        </p:txBody>
      </p:sp>
      <p:sp>
        <p:nvSpPr>
          <p:cNvPr id="46087" name="object 8">
            <a:extLst>
              <a:ext uri="{FF2B5EF4-FFF2-40B4-BE49-F238E27FC236}">
                <a16:creationId xmlns:a16="http://schemas.microsoft.com/office/drawing/2014/main" id="{B13D57A8-C200-CD2C-0563-435170EB7078}"/>
              </a:ext>
            </a:extLst>
          </p:cNvPr>
          <p:cNvSpPr txBox="1">
            <a:spLocks noChangeArrowheads="1"/>
          </p:cNvSpPr>
          <p:nvPr/>
        </p:nvSpPr>
        <p:spPr bwMode="auto">
          <a:xfrm>
            <a:off x="6577013" y="1787525"/>
            <a:ext cx="2603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a:latin typeface="Cambria" panose="02040503050406030204" pitchFamily="18" charset="0"/>
              </a:rPr>
              <a:t>⇢</a:t>
            </a:r>
          </a:p>
        </p:txBody>
      </p:sp>
      <p:sp>
        <p:nvSpPr>
          <p:cNvPr id="46088" name="object 9">
            <a:extLst>
              <a:ext uri="{FF2B5EF4-FFF2-40B4-BE49-F238E27FC236}">
                <a16:creationId xmlns:a16="http://schemas.microsoft.com/office/drawing/2014/main" id="{C8A56A20-0EAD-9209-B25D-40103C032B75}"/>
              </a:ext>
            </a:extLst>
          </p:cNvPr>
          <p:cNvSpPr txBox="1">
            <a:spLocks noChangeArrowheads="1"/>
          </p:cNvSpPr>
          <p:nvPr/>
        </p:nvSpPr>
        <p:spPr bwMode="auto">
          <a:xfrm>
            <a:off x="7010400" y="1857375"/>
            <a:ext cx="1809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143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88"/>
              </a:spcBef>
            </a:pPr>
            <a:r>
              <a:rPr lang="en-US" altLang="en-US">
                <a:solidFill>
                  <a:srgbClr val="000000"/>
                </a:solidFill>
                <a:latin typeface="Lucida Handwriting" panose="03010101010101010101" pitchFamily="66" charset="77"/>
              </a:rPr>
              <a:t>1</a:t>
            </a:r>
            <a:endParaRPr lang="en-US" altLang="en-US">
              <a:latin typeface="Lucida Handwriting" panose="03010101010101010101" pitchFamily="66" charset="77"/>
            </a:endParaRPr>
          </a:p>
        </p:txBody>
      </p:sp>
      <p:sp>
        <p:nvSpPr>
          <p:cNvPr id="46089" name="object 10">
            <a:extLst>
              <a:ext uri="{FF2B5EF4-FFF2-40B4-BE49-F238E27FC236}">
                <a16:creationId xmlns:a16="http://schemas.microsoft.com/office/drawing/2014/main" id="{A8580C27-74C2-82D9-86A0-9B7FBD1D6CCC}"/>
              </a:ext>
            </a:extLst>
          </p:cNvPr>
          <p:cNvSpPr txBox="1">
            <a:spLocks noChangeArrowheads="1"/>
          </p:cNvSpPr>
          <p:nvPr/>
        </p:nvSpPr>
        <p:spPr bwMode="auto">
          <a:xfrm>
            <a:off x="6811963" y="1720850"/>
            <a:ext cx="8667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970" rIns="0" bIns="0">
            <a:spAutoFit/>
          </a:bodyPr>
          <a:lstStyle>
            <a:lvl1pPr marL="12700">
              <a:tabLst>
                <a:tab pos="387350" algn="l"/>
              </a:tabLst>
              <a:defRPr>
                <a:solidFill>
                  <a:schemeClr val="tx1"/>
                </a:solidFill>
                <a:latin typeface="Calibri" panose="020F0502020204030204" pitchFamily="34" charset="0"/>
                <a:cs typeface="Calibri" panose="020F0502020204030204" pitchFamily="34" charset="0"/>
              </a:defRPr>
            </a:lvl1pPr>
            <a:lvl2pPr marL="742950" indent="-285750">
              <a:tabLst>
                <a:tab pos="387350" algn="l"/>
              </a:tabLst>
              <a:defRPr>
                <a:solidFill>
                  <a:schemeClr val="tx1"/>
                </a:solidFill>
                <a:latin typeface="Calibri" panose="020F0502020204030204" pitchFamily="34" charset="0"/>
                <a:cs typeface="Calibri" panose="020F0502020204030204" pitchFamily="34" charset="0"/>
              </a:defRPr>
            </a:lvl2pPr>
            <a:lvl3pPr marL="1143000" indent="-228600">
              <a:tabLst>
                <a:tab pos="387350" algn="l"/>
              </a:tabLst>
              <a:defRPr>
                <a:solidFill>
                  <a:schemeClr val="tx1"/>
                </a:solidFill>
                <a:latin typeface="Calibri" panose="020F0502020204030204" pitchFamily="34" charset="0"/>
                <a:cs typeface="Calibri" panose="020F0502020204030204" pitchFamily="34" charset="0"/>
              </a:defRPr>
            </a:lvl3pPr>
            <a:lvl4pPr marL="1600200" indent="-228600">
              <a:tabLst>
                <a:tab pos="387350" algn="l"/>
              </a:tabLst>
              <a:defRPr>
                <a:solidFill>
                  <a:schemeClr val="tx1"/>
                </a:solidFill>
                <a:latin typeface="Calibri" panose="020F0502020204030204" pitchFamily="34" charset="0"/>
                <a:cs typeface="Calibri" panose="020F0502020204030204" pitchFamily="34" charset="0"/>
              </a:defRPr>
            </a:lvl4pPr>
            <a:lvl5pPr marL="2057400" indent="-228600">
              <a:tabLst>
                <a:tab pos="38735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9pPr>
          </a:lstStyle>
          <a:p>
            <a:pPr>
              <a:spcBef>
                <a:spcPts val="113"/>
              </a:spcBef>
            </a:pPr>
            <a:r>
              <a:rPr lang="en-US" altLang="en-US" sz="2500" i="1">
                <a:solidFill>
                  <a:srgbClr val="000000"/>
                </a:solidFill>
                <a:latin typeface="Cambria" panose="02040503050406030204" pitchFamily="18" charset="0"/>
              </a:rPr>
              <a:t>a	</a:t>
            </a:r>
            <a:r>
              <a:rPr lang="en-US" altLang="en-US" sz="2500">
                <a:solidFill>
                  <a:srgbClr val="000000"/>
                </a:solidFill>
                <a:latin typeface="Lucida Sans Unicode" panose="020B0602030504020204" pitchFamily="34" charset="0"/>
                <a:cs typeface="Lucida Sans Unicode" panose="020B0602030504020204" pitchFamily="34" charset="0"/>
              </a:rPr>
              <a:t>—</a:t>
            </a:r>
            <a:r>
              <a:rPr lang="en-US" altLang="en-US" sz="2500">
                <a:solidFill>
                  <a:srgbClr val="000000"/>
                </a:solidFill>
                <a:latin typeface="Times New Roman" panose="02020603050405020304" pitchFamily="18" charset="0"/>
                <a:cs typeface="Times New Roman" panose="02020603050405020304" pitchFamily="18" charset="0"/>
              </a:rPr>
              <a:t>1</a:t>
            </a:r>
            <a:endParaRPr lang="en-US" altLang="en-US" sz="2500">
              <a:latin typeface="Times New Roman" panose="02020603050405020304" pitchFamily="18" charset="0"/>
              <a:cs typeface="Times New Roman" panose="02020603050405020304" pitchFamily="18" charset="0"/>
            </a:endParaRPr>
          </a:p>
        </p:txBody>
      </p:sp>
      <p:sp>
        <p:nvSpPr>
          <p:cNvPr id="46090" name="object 11">
            <a:extLst>
              <a:ext uri="{FF2B5EF4-FFF2-40B4-BE49-F238E27FC236}">
                <a16:creationId xmlns:a16="http://schemas.microsoft.com/office/drawing/2014/main" id="{E71CB164-18CC-0A95-0AEC-7F75F66F9061}"/>
              </a:ext>
            </a:extLst>
          </p:cNvPr>
          <p:cNvSpPr txBox="1">
            <a:spLocks noChangeArrowheads="1"/>
          </p:cNvSpPr>
          <p:nvPr/>
        </p:nvSpPr>
        <p:spPr bwMode="auto">
          <a:xfrm>
            <a:off x="6811963" y="2044700"/>
            <a:ext cx="2063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97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13"/>
              </a:spcBef>
            </a:pPr>
            <a:r>
              <a:rPr lang="en-US" altLang="en-US" sz="2500">
                <a:solidFill>
                  <a:srgbClr val="000000"/>
                </a:solidFill>
                <a:latin typeface="Times New Roman" panose="02020603050405020304" pitchFamily="18" charset="0"/>
                <a:cs typeface="Times New Roman" panose="02020603050405020304" pitchFamily="18" charset="0"/>
              </a:rPr>
              <a:t>1</a:t>
            </a:r>
            <a:endParaRPr lang="en-US" altLang="en-US" sz="2500">
              <a:latin typeface="Times New Roman" panose="02020603050405020304" pitchFamily="18" charset="0"/>
              <a:cs typeface="Times New Roman" panose="02020603050405020304" pitchFamily="18" charset="0"/>
            </a:endParaRPr>
          </a:p>
        </p:txBody>
      </p:sp>
      <p:sp>
        <p:nvSpPr>
          <p:cNvPr id="46091" name="object 12">
            <a:extLst>
              <a:ext uri="{FF2B5EF4-FFF2-40B4-BE49-F238E27FC236}">
                <a16:creationId xmlns:a16="http://schemas.microsoft.com/office/drawing/2014/main" id="{E4DCDAB7-BECF-A3F1-2C70-1FEE2289D97E}"/>
              </a:ext>
            </a:extLst>
          </p:cNvPr>
          <p:cNvSpPr txBox="1">
            <a:spLocks noChangeArrowheads="1"/>
          </p:cNvSpPr>
          <p:nvPr/>
        </p:nvSpPr>
        <p:spPr bwMode="auto">
          <a:xfrm>
            <a:off x="8874125" y="1992313"/>
            <a:ext cx="20637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97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13"/>
              </a:spcBef>
            </a:pPr>
            <a:r>
              <a:rPr lang="en-US" altLang="en-US" sz="2500">
                <a:solidFill>
                  <a:srgbClr val="000000"/>
                </a:solidFill>
                <a:latin typeface="Times New Roman" panose="02020603050405020304" pitchFamily="18" charset="0"/>
                <a:cs typeface="Times New Roman" panose="02020603050405020304" pitchFamily="18" charset="0"/>
              </a:rPr>
              <a:t>1</a:t>
            </a:r>
            <a:endParaRPr lang="en-US" altLang="en-US" sz="2500">
              <a:latin typeface="Times New Roman" panose="02020603050405020304" pitchFamily="18" charset="0"/>
              <a:cs typeface="Times New Roman" panose="02020603050405020304" pitchFamily="18" charset="0"/>
            </a:endParaRPr>
          </a:p>
        </p:txBody>
      </p:sp>
      <p:sp>
        <p:nvSpPr>
          <p:cNvPr id="46092" name="object 13">
            <a:extLst>
              <a:ext uri="{FF2B5EF4-FFF2-40B4-BE49-F238E27FC236}">
                <a16:creationId xmlns:a16="http://schemas.microsoft.com/office/drawing/2014/main" id="{A86C106D-9E40-3D46-C255-F2F7A52C8D97}"/>
              </a:ext>
            </a:extLst>
          </p:cNvPr>
          <p:cNvSpPr txBox="1">
            <a:spLocks noChangeArrowheads="1"/>
          </p:cNvSpPr>
          <p:nvPr/>
        </p:nvSpPr>
        <p:spPr bwMode="auto">
          <a:xfrm>
            <a:off x="7677150" y="1787525"/>
            <a:ext cx="1603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7145" rIns="0" bIns="0">
            <a:spAutoFit/>
          </a:bodyPr>
          <a:lstStyle>
            <a:lvl1pPr marL="12700">
              <a:tabLst>
                <a:tab pos="1412875" algn="l"/>
              </a:tabLst>
              <a:defRPr>
                <a:solidFill>
                  <a:schemeClr val="tx1"/>
                </a:solidFill>
                <a:latin typeface="Calibri" panose="020F0502020204030204" pitchFamily="34" charset="0"/>
                <a:cs typeface="Calibri" panose="020F0502020204030204" pitchFamily="34" charset="0"/>
              </a:defRPr>
            </a:lvl1pPr>
            <a:lvl2pPr marL="742950" indent="-285750">
              <a:tabLst>
                <a:tab pos="1412875" algn="l"/>
              </a:tabLst>
              <a:defRPr>
                <a:solidFill>
                  <a:schemeClr val="tx1"/>
                </a:solidFill>
                <a:latin typeface="Calibri" panose="020F0502020204030204" pitchFamily="34" charset="0"/>
                <a:cs typeface="Calibri" panose="020F0502020204030204" pitchFamily="34" charset="0"/>
              </a:defRPr>
            </a:lvl2pPr>
            <a:lvl3pPr marL="1143000" indent="-228600">
              <a:tabLst>
                <a:tab pos="1412875" algn="l"/>
              </a:tabLst>
              <a:defRPr>
                <a:solidFill>
                  <a:schemeClr val="tx1"/>
                </a:solidFill>
                <a:latin typeface="Calibri" panose="020F0502020204030204" pitchFamily="34" charset="0"/>
                <a:cs typeface="Calibri" panose="020F0502020204030204" pitchFamily="34" charset="0"/>
              </a:defRPr>
            </a:lvl3pPr>
            <a:lvl4pPr marL="1600200" indent="-228600">
              <a:tabLst>
                <a:tab pos="1412875" algn="l"/>
              </a:tabLst>
              <a:defRPr>
                <a:solidFill>
                  <a:schemeClr val="tx1"/>
                </a:solidFill>
                <a:latin typeface="Calibri" panose="020F0502020204030204" pitchFamily="34" charset="0"/>
                <a:cs typeface="Calibri" panose="020F0502020204030204" pitchFamily="34" charset="0"/>
              </a:defRPr>
            </a:lvl4pPr>
            <a:lvl5pPr marL="2057400" indent="-228600">
              <a:tabLst>
                <a:tab pos="14128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14128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14128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14128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1412875" algn="l"/>
              </a:tabLs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r>
              <a:rPr lang="ru-RU" altLang="en-US" sz="3500">
                <a:latin typeface="Cambria" panose="02040503050406030204" pitchFamily="18" charset="0"/>
              </a:rPr>
              <a:t>(1 </a:t>
            </a:r>
            <a:r>
              <a:rPr lang="ru-RU" altLang="en-US" sz="3500" i="1">
                <a:latin typeface="Lucida Sans" panose="020B0602030504020204" pitchFamily="34" charset="77"/>
              </a:rPr>
              <a:t>— </a:t>
            </a:r>
            <a:r>
              <a:rPr lang="ru-RU" altLang="en-US" sz="3500">
                <a:latin typeface="Cambria" panose="02040503050406030204" pitchFamily="18" charset="0"/>
              </a:rPr>
              <a:t>⇢	)</a:t>
            </a:r>
          </a:p>
        </p:txBody>
      </p:sp>
      <p:sp>
        <p:nvSpPr>
          <p:cNvPr id="46093" name="object 14">
            <a:extLst>
              <a:ext uri="{FF2B5EF4-FFF2-40B4-BE49-F238E27FC236}">
                <a16:creationId xmlns:a16="http://schemas.microsoft.com/office/drawing/2014/main" id="{71EE79B9-C113-389C-44EC-90C63FF7B211}"/>
              </a:ext>
            </a:extLst>
          </p:cNvPr>
          <p:cNvSpPr txBox="1">
            <a:spLocks noChangeArrowheads="1"/>
          </p:cNvSpPr>
          <p:nvPr/>
        </p:nvSpPr>
        <p:spPr bwMode="auto">
          <a:xfrm>
            <a:off x="9453563" y="1871663"/>
            <a:ext cx="1809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143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88"/>
              </a:spcBef>
            </a:pPr>
            <a:r>
              <a:rPr lang="en-US" altLang="en-US">
                <a:solidFill>
                  <a:srgbClr val="000000"/>
                </a:solidFill>
                <a:latin typeface="Lucida Handwriting" panose="03010101010101010101" pitchFamily="66" charset="77"/>
              </a:rPr>
              <a:t>2</a:t>
            </a:r>
            <a:endParaRPr lang="en-US" altLang="en-US">
              <a:latin typeface="Lucida Handwriting" panose="03010101010101010101" pitchFamily="66" charset="77"/>
            </a:endParaRPr>
          </a:p>
        </p:txBody>
      </p:sp>
      <p:sp>
        <p:nvSpPr>
          <p:cNvPr id="46094" name="object 15">
            <a:extLst>
              <a:ext uri="{FF2B5EF4-FFF2-40B4-BE49-F238E27FC236}">
                <a16:creationId xmlns:a16="http://schemas.microsoft.com/office/drawing/2014/main" id="{D8BF04AD-03EA-9F7F-CDC4-6C01C30549D0}"/>
              </a:ext>
            </a:extLst>
          </p:cNvPr>
          <p:cNvSpPr txBox="1">
            <a:spLocks noChangeArrowheads="1"/>
          </p:cNvSpPr>
          <p:nvPr/>
        </p:nvSpPr>
        <p:spPr bwMode="auto">
          <a:xfrm>
            <a:off x="9255125" y="1735138"/>
            <a:ext cx="866775"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970" rIns="0" bIns="0">
            <a:spAutoFit/>
          </a:bodyPr>
          <a:lstStyle>
            <a:lvl1pPr marL="12700">
              <a:tabLst>
                <a:tab pos="387350" algn="l"/>
              </a:tabLst>
              <a:defRPr>
                <a:solidFill>
                  <a:schemeClr val="tx1"/>
                </a:solidFill>
                <a:latin typeface="Calibri" panose="020F0502020204030204" pitchFamily="34" charset="0"/>
                <a:cs typeface="Calibri" panose="020F0502020204030204" pitchFamily="34" charset="0"/>
              </a:defRPr>
            </a:lvl1pPr>
            <a:lvl2pPr marL="742950" indent="-285750">
              <a:tabLst>
                <a:tab pos="387350" algn="l"/>
              </a:tabLst>
              <a:defRPr>
                <a:solidFill>
                  <a:schemeClr val="tx1"/>
                </a:solidFill>
                <a:latin typeface="Calibri" panose="020F0502020204030204" pitchFamily="34" charset="0"/>
                <a:cs typeface="Calibri" panose="020F0502020204030204" pitchFamily="34" charset="0"/>
              </a:defRPr>
            </a:lvl2pPr>
            <a:lvl3pPr marL="1143000" indent="-228600">
              <a:tabLst>
                <a:tab pos="387350" algn="l"/>
              </a:tabLst>
              <a:defRPr>
                <a:solidFill>
                  <a:schemeClr val="tx1"/>
                </a:solidFill>
                <a:latin typeface="Calibri" panose="020F0502020204030204" pitchFamily="34" charset="0"/>
                <a:cs typeface="Calibri" panose="020F0502020204030204" pitchFamily="34" charset="0"/>
              </a:defRPr>
            </a:lvl3pPr>
            <a:lvl4pPr marL="1600200" indent="-228600">
              <a:tabLst>
                <a:tab pos="387350" algn="l"/>
              </a:tabLst>
              <a:defRPr>
                <a:solidFill>
                  <a:schemeClr val="tx1"/>
                </a:solidFill>
                <a:latin typeface="Calibri" panose="020F0502020204030204" pitchFamily="34" charset="0"/>
                <a:cs typeface="Calibri" panose="020F0502020204030204" pitchFamily="34" charset="0"/>
              </a:defRPr>
            </a:lvl4pPr>
            <a:lvl5pPr marL="2057400" indent="-228600">
              <a:tabLst>
                <a:tab pos="38735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387350" algn="l"/>
              </a:tabLst>
              <a:defRPr>
                <a:solidFill>
                  <a:schemeClr val="tx1"/>
                </a:solidFill>
                <a:latin typeface="Calibri" panose="020F0502020204030204" pitchFamily="34" charset="0"/>
                <a:cs typeface="Calibri" panose="020F0502020204030204" pitchFamily="34" charset="0"/>
              </a:defRPr>
            </a:lvl9pPr>
          </a:lstStyle>
          <a:p>
            <a:pPr>
              <a:spcBef>
                <a:spcPts val="113"/>
              </a:spcBef>
            </a:pPr>
            <a:r>
              <a:rPr lang="en-US" altLang="en-US" sz="2500" i="1">
                <a:solidFill>
                  <a:srgbClr val="000000"/>
                </a:solidFill>
                <a:latin typeface="Cambria" panose="02040503050406030204" pitchFamily="18" charset="0"/>
              </a:rPr>
              <a:t>a	</a:t>
            </a:r>
            <a:r>
              <a:rPr lang="en-US" altLang="en-US" sz="2500">
                <a:solidFill>
                  <a:srgbClr val="000000"/>
                </a:solidFill>
                <a:latin typeface="Lucida Sans Unicode" panose="020B0602030504020204" pitchFamily="34" charset="0"/>
                <a:cs typeface="Lucida Sans Unicode" panose="020B0602030504020204" pitchFamily="34" charset="0"/>
              </a:rPr>
              <a:t>—</a:t>
            </a:r>
            <a:r>
              <a:rPr lang="en-US" altLang="en-US" sz="2500">
                <a:solidFill>
                  <a:srgbClr val="000000"/>
                </a:solidFill>
                <a:latin typeface="Times New Roman" panose="02020603050405020304" pitchFamily="18" charset="0"/>
                <a:cs typeface="Times New Roman" panose="02020603050405020304" pitchFamily="18" charset="0"/>
              </a:rPr>
              <a:t>1</a:t>
            </a:r>
            <a:endParaRPr lang="en-US" altLang="en-US" sz="2500">
              <a:latin typeface="Times New Roman" panose="02020603050405020304" pitchFamily="18" charset="0"/>
              <a:cs typeface="Times New Roman" panose="02020603050405020304" pitchFamily="18" charset="0"/>
            </a:endParaRPr>
          </a:p>
        </p:txBody>
      </p:sp>
      <p:sp>
        <p:nvSpPr>
          <p:cNvPr id="46095" name="object 16">
            <a:extLst>
              <a:ext uri="{FF2B5EF4-FFF2-40B4-BE49-F238E27FC236}">
                <a16:creationId xmlns:a16="http://schemas.microsoft.com/office/drawing/2014/main" id="{D207854E-AE38-97E7-DA7A-9E5F96E979B9}"/>
              </a:ext>
            </a:extLst>
          </p:cNvPr>
          <p:cNvSpPr txBox="1">
            <a:spLocks noChangeArrowheads="1"/>
          </p:cNvSpPr>
          <p:nvPr/>
        </p:nvSpPr>
        <p:spPr bwMode="auto">
          <a:xfrm>
            <a:off x="10882313" y="1104900"/>
            <a:ext cx="2109787" cy="125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84455" rIns="0" bIns="0">
            <a:spAutoFit/>
          </a:bodyPr>
          <a:lstStyle>
            <a:lvl1pPr marL="50800">
              <a:tabLst>
                <a:tab pos="615950" algn="l"/>
              </a:tabLst>
              <a:defRPr>
                <a:solidFill>
                  <a:schemeClr val="tx1"/>
                </a:solidFill>
                <a:latin typeface="Calibri" panose="020F0502020204030204" pitchFamily="34" charset="0"/>
                <a:cs typeface="Calibri" panose="020F0502020204030204" pitchFamily="34" charset="0"/>
              </a:defRPr>
            </a:lvl1pPr>
            <a:lvl2pPr marL="742950" indent="-285750">
              <a:tabLst>
                <a:tab pos="615950" algn="l"/>
              </a:tabLst>
              <a:defRPr>
                <a:solidFill>
                  <a:schemeClr val="tx1"/>
                </a:solidFill>
                <a:latin typeface="Calibri" panose="020F0502020204030204" pitchFamily="34" charset="0"/>
                <a:cs typeface="Calibri" panose="020F0502020204030204" pitchFamily="34" charset="0"/>
              </a:defRPr>
            </a:lvl2pPr>
            <a:lvl3pPr marL="1143000" indent="-228600">
              <a:tabLst>
                <a:tab pos="615950" algn="l"/>
              </a:tabLst>
              <a:defRPr>
                <a:solidFill>
                  <a:schemeClr val="tx1"/>
                </a:solidFill>
                <a:latin typeface="Calibri" panose="020F0502020204030204" pitchFamily="34" charset="0"/>
                <a:cs typeface="Calibri" panose="020F0502020204030204" pitchFamily="34" charset="0"/>
              </a:defRPr>
            </a:lvl3pPr>
            <a:lvl4pPr marL="1600200" indent="-228600">
              <a:tabLst>
                <a:tab pos="615950" algn="l"/>
              </a:tabLst>
              <a:defRPr>
                <a:solidFill>
                  <a:schemeClr val="tx1"/>
                </a:solidFill>
                <a:latin typeface="Calibri" panose="020F0502020204030204" pitchFamily="34" charset="0"/>
                <a:cs typeface="Calibri" panose="020F0502020204030204" pitchFamily="34" charset="0"/>
              </a:defRPr>
            </a:lvl4pPr>
            <a:lvl5pPr marL="2057400" indent="-228600">
              <a:tabLst>
                <a:tab pos="61595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61595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61595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61595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615950" algn="l"/>
              </a:tabLst>
              <a:defRPr>
                <a:solidFill>
                  <a:schemeClr val="tx1"/>
                </a:solidFill>
                <a:latin typeface="Calibri" panose="020F0502020204030204" pitchFamily="34" charset="0"/>
                <a:cs typeface="Calibri" panose="020F0502020204030204" pitchFamily="34" charset="0"/>
              </a:defRPr>
            </a:lvl9pPr>
          </a:lstStyle>
          <a:p>
            <a:pPr eaLnBrk="1" hangingPunct="1">
              <a:spcBef>
                <a:spcPts val="663"/>
              </a:spcBef>
              <a:buSzPct val="100000"/>
              <a:buFont typeface="Calibri" panose="020F0502020204030204" pitchFamily="34" charset="0"/>
              <a:buNone/>
            </a:pPr>
            <a:r>
              <a:rPr lang="ru-RU" altLang="en-US" sz="3500">
                <a:latin typeface="Cambria" panose="02040503050406030204" pitchFamily="18" charset="0"/>
              </a:rPr>
              <a:t>⇢</a:t>
            </a:r>
            <a:r>
              <a:rPr lang="ru-RU" altLang="en-US" sz="3700" baseline="-12000">
                <a:latin typeface="Times New Roman" panose="02020603050405020304" pitchFamily="18" charset="0"/>
                <a:cs typeface="Times New Roman" panose="02020603050405020304" pitchFamily="18" charset="0"/>
              </a:rPr>
              <a:t>1	</a:t>
            </a:r>
            <a:r>
              <a:rPr lang="ru-RU" altLang="en-US" sz="3500" i="1">
                <a:latin typeface="Lucida Sans" panose="020B0602030504020204" pitchFamily="34" charset="77"/>
              </a:rPr>
              <a:t>2 </a:t>
            </a:r>
            <a:r>
              <a:rPr lang="ru-RU" altLang="en-US" sz="3500">
                <a:latin typeface="Cambria" panose="02040503050406030204" pitchFamily="18" charset="0"/>
              </a:rPr>
              <a:t>(0</a:t>
            </a:r>
            <a:r>
              <a:rPr lang="ru-RU" altLang="en-US" sz="3500" i="1">
                <a:latin typeface="Cambria" panose="02040503050406030204" pitchFamily="18" charset="0"/>
              </a:rPr>
              <a:t>, </a:t>
            </a:r>
            <a:r>
              <a:rPr lang="ru-RU" altLang="en-US" sz="3500">
                <a:latin typeface="Cambria" panose="02040503050406030204" pitchFamily="18" charset="0"/>
              </a:rPr>
              <a:t>1)</a:t>
            </a:r>
          </a:p>
          <a:p>
            <a:pPr eaLnBrk="1" hangingPunct="1">
              <a:spcBef>
                <a:spcPts val="563"/>
              </a:spcBef>
              <a:buSzPct val="100000"/>
              <a:buFont typeface="Calibri" panose="020F0502020204030204" pitchFamily="34" charset="0"/>
              <a:buNone/>
            </a:pPr>
            <a:r>
              <a:rPr lang="ru-RU" altLang="en-US" sz="3500" i="1">
                <a:latin typeface="Cambria" panose="02040503050406030204" pitchFamily="18" charset="0"/>
              </a:rPr>
              <a:t>a</a:t>
            </a:r>
            <a:r>
              <a:rPr lang="ru-RU" altLang="en-US" sz="3700" baseline="-12000">
                <a:latin typeface="Times New Roman" panose="02020603050405020304" pitchFamily="18" charset="0"/>
                <a:cs typeface="Times New Roman" panose="02020603050405020304" pitchFamily="18" charset="0"/>
              </a:rPr>
              <a:t>1</a:t>
            </a:r>
            <a:r>
              <a:rPr lang="ru-RU" altLang="en-US" sz="3500" i="1">
                <a:latin typeface="Cambria" panose="02040503050406030204" pitchFamily="18" charset="0"/>
              </a:rPr>
              <a:t>, a</a:t>
            </a:r>
            <a:r>
              <a:rPr lang="ru-RU" altLang="en-US" sz="3700" baseline="-12000">
                <a:latin typeface="Times New Roman" panose="02020603050405020304" pitchFamily="18" charset="0"/>
                <a:cs typeface="Times New Roman" panose="02020603050405020304" pitchFamily="18" charset="0"/>
              </a:rPr>
              <a:t>2	</a:t>
            </a:r>
            <a:r>
              <a:rPr lang="ru-RU" altLang="en-US" sz="3500" i="1">
                <a:latin typeface="Cambria" panose="02040503050406030204" pitchFamily="18" charset="0"/>
              </a:rPr>
              <a:t>&gt; </a:t>
            </a:r>
            <a:r>
              <a:rPr lang="ru-RU" altLang="en-US" sz="3500">
                <a:latin typeface="Cambria" panose="02040503050406030204" pitchFamily="18" charset="0"/>
              </a:rPr>
              <a:t>0</a:t>
            </a:r>
          </a:p>
        </p:txBody>
      </p:sp>
      <p:sp>
        <p:nvSpPr>
          <p:cNvPr id="46096" name="object 17">
            <a:extLst>
              <a:ext uri="{FF2B5EF4-FFF2-40B4-BE49-F238E27FC236}">
                <a16:creationId xmlns:a16="http://schemas.microsoft.com/office/drawing/2014/main" id="{26C3CEDD-099B-92F0-74AC-479A1DE86D43}"/>
              </a:ext>
            </a:extLst>
          </p:cNvPr>
          <p:cNvSpPr txBox="1">
            <a:spLocks noChangeArrowheads="1"/>
          </p:cNvSpPr>
          <p:nvPr/>
        </p:nvSpPr>
        <p:spPr bwMode="auto">
          <a:xfrm>
            <a:off x="6388100" y="4435475"/>
            <a:ext cx="19685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46097" name="object 18">
            <a:extLst>
              <a:ext uri="{FF2B5EF4-FFF2-40B4-BE49-F238E27FC236}">
                <a16:creationId xmlns:a16="http://schemas.microsoft.com/office/drawing/2014/main" id="{2440F2E0-36C9-BD16-E501-AA88886CD060}"/>
              </a:ext>
            </a:extLst>
          </p:cNvPr>
          <p:cNvSpPr txBox="1">
            <a:spLocks noChangeArrowheads="1"/>
          </p:cNvSpPr>
          <p:nvPr/>
        </p:nvSpPr>
        <p:spPr bwMode="auto">
          <a:xfrm>
            <a:off x="6807200" y="4329113"/>
            <a:ext cx="4056063"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48260"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375"/>
              </a:spcBef>
            </a:pPr>
            <a:r>
              <a:rPr lang="en-US" altLang="en-US" sz="3600">
                <a:solidFill>
                  <a:srgbClr val="000000"/>
                </a:solidFill>
                <a:latin typeface="Arial" panose="020B0604020202020204" pitchFamily="34" charset="0"/>
              </a:rPr>
              <a:t>What happens?</a:t>
            </a:r>
            <a:endParaRPr lang="en-US" altLang="en-US" sz="3600">
              <a:latin typeface="Arial" panose="020B0604020202020204" pitchFamily="34" charset="0"/>
            </a:endParaRPr>
          </a:p>
          <a:p>
            <a:pPr>
              <a:lnSpc>
                <a:spcPct val="97000"/>
              </a:lnSpc>
              <a:spcBef>
                <a:spcPts val="438"/>
              </a:spcBef>
            </a:pPr>
            <a:r>
              <a:rPr lang="en-US" altLang="en-US" sz="3500" i="1">
                <a:solidFill>
                  <a:srgbClr val="000000"/>
                </a:solidFill>
                <a:latin typeface="Cambria" panose="02040503050406030204" pitchFamily="18" charset="0"/>
              </a:rPr>
              <a:t>a </a:t>
            </a:r>
            <a:r>
              <a:rPr lang="en-US" altLang="en-US" sz="3500">
                <a:solidFill>
                  <a:srgbClr val="000000"/>
                </a:solidFill>
                <a:latin typeface="Cambria" panose="02040503050406030204" pitchFamily="18" charset="0"/>
              </a:rPr>
              <a:t>= </a:t>
            </a:r>
            <a:r>
              <a:rPr lang="en-US" altLang="en-US" sz="3500" i="1">
                <a:solidFill>
                  <a:srgbClr val="000000"/>
                </a:solidFill>
                <a:latin typeface="Cambria" panose="02040503050406030204" pitchFamily="18" charset="0"/>
              </a:rPr>
              <a:t>a</a:t>
            </a:r>
            <a:r>
              <a:rPr lang="en-US" altLang="en-US" sz="3700" baseline="-12000">
                <a:solidFill>
                  <a:srgbClr val="000000"/>
                </a:solidFill>
                <a:latin typeface="Times New Roman" panose="02020603050405020304" pitchFamily="18" charset="0"/>
                <a:cs typeface="Times New Roman" panose="02020603050405020304" pitchFamily="18" charset="0"/>
              </a:rPr>
              <a:t>1	 </a:t>
            </a:r>
            <a:r>
              <a:rPr lang="en-US" altLang="en-US" sz="3500">
                <a:solidFill>
                  <a:srgbClr val="000000"/>
                </a:solidFill>
                <a:latin typeface="Cambria" panose="02040503050406030204" pitchFamily="18" charset="0"/>
              </a:rPr>
              <a:t>= </a:t>
            </a:r>
            <a:r>
              <a:rPr lang="en-US" altLang="en-US" sz="3500" i="1">
                <a:solidFill>
                  <a:srgbClr val="000000"/>
                </a:solidFill>
                <a:latin typeface="Cambria" panose="02040503050406030204" pitchFamily="18" charset="0"/>
              </a:rPr>
              <a:t>a</a:t>
            </a:r>
            <a:r>
              <a:rPr lang="en-US" altLang="en-US" sz="3700" baseline="-12000">
                <a:solidFill>
                  <a:srgbClr val="000000"/>
                </a:solidFill>
                <a:latin typeface="Times New Roman" panose="02020603050405020304" pitchFamily="18" charset="0"/>
                <a:cs typeface="Times New Roman" panose="02020603050405020304" pitchFamily="18" charset="0"/>
              </a:rPr>
              <a:t>2	 </a:t>
            </a:r>
            <a:r>
              <a:rPr lang="en-US" altLang="en-US" sz="3500" i="1">
                <a:solidFill>
                  <a:srgbClr val="000000"/>
                </a:solidFill>
                <a:latin typeface="Lucida Sans" panose="020B0602030504020204" pitchFamily="34" charset="77"/>
              </a:rPr>
              <a:t>! </a:t>
            </a:r>
            <a:r>
              <a:rPr lang="en-US" altLang="en-US" sz="3500">
                <a:solidFill>
                  <a:srgbClr val="000000"/>
                </a:solidFill>
                <a:latin typeface="Cambria" panose="02040503050406030204" pitchFamily="18" charset="0"/>
              </a:rPr>
              <a:t>0 </a:t>
            </a:r>
            <a:r>
              <a:rPr lang="en-US" altLang="en-US" sz="3500" i="1">
                <a:solidFill>
                  <a:srgbClr val="000000"/>
                </a:solidFill>
                <a:latin typeface="Cambria" panose="02040503050406030204" pitchFamily="18" charset="0"/>
              </a:rPr>
              <a:t>a </a:t>
            </a:r>
            <a:r>
              <a:rPr lang="en-US" altLang="en-US" sz="3500">
                <a:solidFill>
                  <a:srgbClr val="000000"/>
                </a:solidFill>
                <a:latin typeface="Cambria" panose="02040503050406030204" pitchFamily="18" charset="0"/>
              </a:rPr>
              <a:t>= </a:t>
            </a:r>
            <a:r>
              <a:rPr lang="en-US" altLang="en-US" sz="3500" i="1">
                <a:solidFill>
                  <a:srgbClr val="000000"/>
                </a:solidFill>
                <a:latin typeface="Cambria" panose="02040503050406030204" pitchFamily="18" charset="0"/>
              </a:rPr>
              <a:t>a</a:t>
            </a:r>
            <a:r>
              <a:rPr lang="en-US" altLang="en-US" sz="3700" baseline="-12000">
                <a:solidFill>
                  <a:srgbClr val="000000"/>
                </a:solidFill>
                <a:latin typeface="Times New Roman" panose="02020603050405020304" pitchFamily="18" charset="0"/>
                <a:cs typeface="Times New Roman" panose="02020603050405020304" pitchFamily="18" charset="0"/>
              </a:rPr>
              <a:t>1	</a:t>
            </a:r>
            <a:r>
              <a:rPr lang="en-US" altLang="en-US" sz="3500">
                <a:solidFill>
                  <a:srgbClr val="000000"/>
                </a:solidFill>
                <a:latin typeface="Cambria" panose="02040503050406030204" pitchFamily="18" charset="0"/>
              </a:rPr>
              <a:t>= </a:t>
            </a:r>
            <a:r>
              <a:rPr lang="en-US" altLang="en-US" sz="3500" i="1">
                <a:solidFill>
                  <a:srgbClr val="000000"/>
                </a:solidFill>
                <a:latin typeface="Cambria" panose="02040503050406030204" pitchFamily="18" charset="0"/>
              </a:rPr>
              <a:t>a</a:t>
            </a:r>
            <a:r>
              <a:rPr lang="en-US" altLang="en-US" sz="3700" baseline="-12000">
                <a:solidFill>
                  <a:srgbClr val="000000"/>
                </a:solidFill>
                <a:latin typeface="Times New Roman" panose="02020603050405020304" pitchFamily="18" charset="0"/>
                <a:cs typeface="Times New Roman" panose="02020603050405020304" pitchFamily="18" charset="0"/>
              </a:rPr>
              <a:t>2	</a:t>
            </a:r>
            <a:r>
              <a:rPr lang="en-US" altLang="en-US" sz="3500">
                <a:solidFill>
                  <a:srgbClr val="000000"/>
                </a:solidFill>
                <a:latin typeface="Lucida Sans Unicode" panose="020B0602030504020204" pitchFamily="34" charset="0"/>
                <a:cs typeface="Lucida Sans Unicode" panose="020B0602030504020204" pitchFamily="34" charset="0"/>
              </a:rPr>
              <a:t>! 1 </a:t>
            </a:r>
            <a:r>
              <a:rPr lang="en-US" altLang="en-US" sz="3500" i="1">
                <a:solidFill>
                  <a:srgbClr val="000000"/>
                </a:solidFill>
                <a:latin typeface="Cambria" panose="02040503050406030204" pitchFamily="18" charset="0"/>
              </a:rPr>
              <a:t>a</a:t>
            </a:r>
            <a:r>
              <a:rPr lang="en-US" altLang="en-US" sz="3700" baseline="-12000">
                <a:solidFill>
                  <a:srgbClr val="000000"/>
                </a:solidFill>
                <a:latin typeface="Times New Roman" panose="02020603050405020304" pitchFamily="18" charset="0"/>
                <a:cs typeface="Times New Roman" panose="02020603050405020304" pitchFamily="18" charset="0"/>
              </a:rPr>
              <a:t>1	</a:t>
            </a:r>
            <a:r>
              <a:rPr lang="en-US" altLang="en-US" sz="3500" i="1">
                <a:solidFill>
                  <a:srgbClr val="000000"/>
                </a:solidFill>
                <a:latin typeface="Cambria" panose="02040503050406030204" pitchFamily="18" charset="0"/>
              </a:rPr>
              <a:t>&gt; a</a:t>
            </a:r>
            <a:r>
              <a:rPr lang="en-US" altLang="en-US" sz="3700" baseline="-12000">
                <a:solidFill>
                  <a:srgbClr val="000000"/>
                </a:solidFill>
                <a:latin typeface="Times New Roman" panose="02020603050405020304" pitchFamily="18" charset="0"/>
                <a:cs typeface="Times New Roman" panose="02020603050405020304" pitchFamily="18" charset="0"/>
              </a:rPr>
              <a:t>2</a:t>
            </a:r>
            <a:endParaRPr lang="en-US" altLang="en-US" sz="3700" baseline="-12000">
              <a:latin typeface="Times New Roman" panose="02020603050405020304" pitchFamily="18" charset="0"/>
              <a:cs typeface="Times New Roman" panose="02020603050405020304" pitchFamily="18" charset="0"/>
            </a:endParaRPr>
          </a:p>
        </p:txBody>
      </p:sp>
      <p:sp>
        <p:nvSpPr>
          <p:cNvPr id="19" name="object 19">
            <a:extLst>
              <a:ext uri="{FF2B5EF4-FFF2-40B4-BE49-F238E27FC236}">
                <a16:creationId xmlns:a16="http://schemas.microsoft.com/office/drawing/2014/main" id="{87C1E4B3-B3E5-1FB7-C518-E8B7732A956A}"/>
              </a:ext>
            </a:extLst>
          </p:cNvPr>
          <p:cNvSpPr txBox="1"/>
          <p:nvPr/>
        </p:nvSpPr>
        <p:spPr>
          <a:xfrm>
            <a:off x="166688" y="4759325"/>
            <a:ext cx="342900" cy="1049338"/>
          </a:xfrm>
          <a:prstGeom prst="rect">
            <a:avLst/>
          </a:prstGeom>
          <a:noFill/>
          <a:ln w="9525" cap="flat" cmpd="sng" algn="ctr">
            <a:noFill/>
            <a:prstDash val="solid"/>
            <a:round/>
            <a:headEnd type="none" w="med" len="med"/>
            <a:tailEnd type="none" w="med" len="med"/>
          </a:ln>
        </p:spPr>
        <p:txBody>
          <a:bodyPr vert="vert270" lIns="0" tIns="0" rIns="0" bIns="0">
            <a:spAutoFit/>
          </a:bodyPr>
          <a:lstStyle/>
          <a:p>
            <a:pPr marL="12700" fontAlgn="auto">
              <a:lnSpc>
                <a:spcPts val="2525"/>
              </a:lnSpc>
              <a:defRPr/>
            </a:pPr>
            <a:r>
              <a:rPr sz="2500" spc="-10">
                <a:ln w="9525" cap="flat" cmpd="sng" algn="ctr">
                  <a:noFill/>
                  <a:prstDash val="solid"/>
                  <a:round/>
                  <a:headEnd type="none" w="med" len="med"/>
                  <a:tailEnd type="none" w="med" len="med"/>
                </a:ln>
                <a:solidFill>
                  <a:srgbClr val="000000"/>
                </a:solidFill>
                <a:latin typeface="Arial"/>
                <a:cs typeface="+mn-cs"/>
              </a:rPr>
              <a:t>density</a:t>
            </a:r>
            <a:endParaRPr sz="2500">
              <a:latin typeface="Arial"/>
              <a:cs typeface="+mn-cs"/>
            </a:endParaRPr>
          </a:p>
        </p:txBody>
      </p:sp>
      <p:sp>
        <p:nvSpPr>
          <p:cNvPr id="46099" name="object 20">
            <a:extLst>
              <a:ext uri="{FF2B5EF4-FFF2-40B4-BE49-F238E27FC236}">
                <a16:creationId xmlns:a16="http://schemas.microsoft.com/office/drawing/2014/main" id="{4517E6D1-E0B3-C37E-3664-3517E5F81604}"/>
              </a:ext>
            </a:extLst>
          </p:cNvPr>
          <p:cNvSpPr txBox="1">
            <a:spLocks noChangeArrowheads="1"/>
          </p:cNvSpPr>
          <p:nvPr/>
        </p:nvSpPr>
        <p:spPr bwMode="auto">
          <a:xfrm>
            <a:off x="10844213" y="6537325"/>
            <a:ext cx="1498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a:solidFill>
                  <a:srgbClr val="000000"/>
                </a:solidFill>
                <a:latin typeface="Arial" panose="020B0604020202020204" pitchFamily="34" charset="0"/>
              </a:rPr>
              <a:t>[demo]</a:t>
            </a:r>
            <a:endParaRPr lang="en-US" altLang="en-US" sz="3600">
              <a:latin typeface="Arial" panose="020B0604020202020204" pitchFamily="3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5" name="object 2" descr="$PPTXTitle">
            <a:extLst>
              <a:ext uri="{FF2B5EF4-FFF2-40B4-BE49-F238E27FC236}">
                <a16:creationId xmlns:a16="http://schemas.microsoft.com/office/drawing/2014/main" id="{5065B2CF-4A85-2D0C-49D9-BD8A976B8B50}"/>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dirty="0">
              <a:solidFill>
                <a:srgbClr val="000000"/>
              </a:solidFill>
              <a:latin typeface="Arial" panose="020B0604020202020204" pitchFamily="34" charset="0"/>
              <a:cs typeface="Calibri" panose="020F0502020204030204" pitchFamily="34" charset="0"/>
            </a:endParaRPr>
          </a:p>
        </p:txBody>
      </p:sp>
      <p:grpSp>
        <p:nvGrpSpPr>
          <p:cNvPr id="47107" name="object 4">
            <a:extLst>
              <a:ext uri="{FF2B5EF4-FFF2-40B4-BE49-F238E27FC236}">
                <a16:creationId xmlns:a16="http://schemas.microsoft.com/office/drawing/2014/main" id="{00D14800-2403-1669-69A3-4B688DA1A581}"/>
              </a:ext>
            </a:extLst>
          </p:cNvPr>
          <p:cNvGrpSpPr>
            <a:grpSpLocks/>
          </p:cNvGrpSpPr>
          <p:nvPr/>
        </p:nvGrpSpPr>
        <p:grpSpPr bwMode="auto">
          <a:xfrm>
            <a:off x="531813" y="3055938"/>
            <a:ext cx="4845050" cy="3702050"/>
            <a:chOff x="532130" y="3055620"/>
            <a:chExt cx="4845685" cy="3702685"/>
          </a:xfrm>
        </p:grpSpPr>
        <p:sp>
          <p:nvSpPr>
            <p:cNvPr id="47109" name="object 5">
              <a:extLst>
                <a:ext uri="{FF2B5EF4-FFF2-40B4-BE49-F238E27FC236}">
                  <a16:creationId xmlns:a16="http://schemas.microsoft.com/office/drawing/2014/main" id="{AF556E7B-8E00-3DB0-2F51-ABC48A2A80D1}"/>
                </a:ext>
              </a:extLst>
            </p:cNvPr>
            <p:cNvSpPr>
              <a:spLocks/>
            </p:cNvSpPr>
            <p:nvPr/>
          </p:nvSpPr>
          <p:spPr bwMode="auto">
            <a:xfrm>
              <a:off x="615949" y="3162299"/>
              <a:ext cx="0" cy="3517900"/>
            </a:xfrm>
            <a:custGeom>
              <a:avLst/>
              <a:gdLst>
                <a:gd name="T0" fmla="*/ 0 w 21600"/>
                <a:gd name="T1" fmla="*/ 0 h 3517900"/>
                <a:gd name="T2" fmla="*/ 0 w 21600"/>
                <a:gd name="T3" fmla="*/ 23351 h 3517900"/>
                <a:gd name="T4" fmla="*/ 0 w 21600"/>
                <a:gd name="T5" fmla="*/ 3517900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3351"/>
                  </a:lnTo>
                  <a:lnTo>
                    <a:pt x="0" y="3517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47110" name="object 6">
              <a:extLst>
                <a:ext uri="{FF2B5EF4-FFF2-40B4-BE49-F238E27FC236}">
                  <a16:creationId xmlns:a16="http://schemas.microsoft.com/office/drawing/2014/main" id="{F51A22B1-1E71-5CB5-F3F6-761A527FF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47111" name="object 7">
              <a:extLst>
                <a:ext uri="{FF2B5EF4-FFF2-40B4-BE49-F238E27FC236}">
                  <a16:creationId xmlns:a16="http://schemas.microsoft.com/office/drawing/2014/main" id="{DDA7C63E-3A1B-3564-4E1A-396A66EB4282}"/>
                </a:ext>
              </a:extLst>
            </p:cNvPr>
            <p:cNvSpPr>
              <a:spLocks/>
            </p:cNvSpPr>
            <p:nvPr/>
          </p:nvSpPr>
          <p:spPr bwMode="auto">
            <a:xfrm>
              <a:off x="609599" y="6673849"/>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7112" name="object 8">
              <a:extLst>
                <a:ext uri="{FF2B5EF4-FFF2-40B4-BE49-F238E27FC236}">
                  <a16:creationId xmlns:a16="http://schemas.microsoft.com/office/drawing/2014/main" id="{65FD28D3-502E-DB00-4C64-AD630F687161}"/>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47113" name="object 9">
              <a:extLst>
                <a:ext uri="{FF2B5EF4-FFF2-40B4-BE49-F238E27FC236}">
                  <a16:creationId xmlns:a16="http://schemas.microsoft.com/office/drawing/2014/main" id="{7FBD8131-EDC0-35E8-7E62-F0A3B39CC5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323" y="578483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14" name="object 10">
              <a:extLst>
                <a:ext uri="{FF2B5EF4-FFF2-40B4-BE49-F238E27FC236}">
                  <a16:creationId xmlns:a16="http://schemas.microsoft.com/office/drawing/2014/main" id="{2CCADC78-7477-AF92-C742-BD984C15D2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261" y="5674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15" name="object 11">
              <a:extLst>
                <a:ext uri="{FF2B5EF4-FFF2-40B4-BE49-F238E27FC236}">
                  <a16:creationId xmlns:a16="http://schemas.microsoft.com/office/drawing/2014/main" id="{244E2F21-5B7A-F0FB-4A90-1C4ABC2CF5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3603" y="589532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16" name="object 12">
              <a:extLst>
                <a:ext uri="{FF2B5EF4-FFF2-40B4-BE49-F238E27FC236}">
                  <a16:creationId xmlns:a16="http://schemas.microsoft.com/office/drawing/2014/main" id="{512DE030-2224-C472-CA4D-C6951DD2E2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0612" y="578483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17" name="object 13">
              <a:extLst>
                <a:ext uri="{FF2B5EF4-FFF2-40B4-BE49-F238E27FC236}">
                  <a16:creationId xmlns:a16="http://schemas.microsoft.com/office/drawing/2014/main" id="{1859F3BC-881C-4FE5-FEC8-31E9664DC6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0612" y="596898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18" name="object 14">
              <a:extLst>
                <a:ext uri="{FF2B5EF4-FFF2-40B4-BE49-F238E27FC236}">
                  <a16:creationId xmlns:a16="http://schemas.microsoft.com/office/drawing/2014/main" id="{3F3323D5-C679-89D8-A528-65BD5CBB74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589532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19" name="object 15">
              <a:extLst>
                <a:ext uri="{FF2B5EF4-FFF2-40B4-BE49-F238E27FC236}">
                  <a16:creationId xmlns:a16="http://schemas.microsoft.com/office/drawing/2014/main" id="{C0816BD8-851F-3C59-ECAC-3274394C3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261" y="624519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0" name="object 16">
              <a:extLst>
                <a:ext uri="{FF2B5EF4-FFF2-40B4-BE49-F238E27FC236}">
                  <a16:creationId xmlns:a16="http://schemas.microsoft.com/office/drawing/2014/main" id="{3B4C0253-BEAD-9CAC-B6DE-BE56D721EB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616233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1" name="object 17">
              <a:extLst>
                <a:ext uri="{FF2B5EF4-FFF2-40B4-BE49-F238E27FC236}">
                  <a16:creationId xmlns:a16="http://schemas.microsoft.com/office/drawing/2014/main" id="{FF84AFDD-4C9F-86E9-1AF2-D98A1C3243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4270" y="545337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2" name="object 18">
              <a:extLst>
                <a:ext uri="{FF2B5EF4-FFF2-40B4-BE49-F238E27FC236}">
                  <a16:creationId xmlns:a16="http://schemas.microsoft.com/office/drawing/2014/main" id="{88C33B99-8146-D2FF-FBE2-ED6CAA2555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486" y="555465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3" name="object 19">
              <a:extLst>
                <a:ext uri="{FF2B5EF4-FFF2-40B4-BE49-F238E27FC236}">
                  <a16:creationId xmlns:a16="http://schemas.microsoft.com/office/drawing/2014/main" id="{46391109-BB6C-5437-10F5-4C6DF7C0C1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4631" y="398022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4" name="object 20">
              <a:extLst>
                <a:ext uri="{FF2B5EF4-FFF2-40B4-BE49-F238E27FC236}">
                  <a16:creationId xmlns:a16="http://schemas.microsoft.com/office/drawing/2014/main" id="{80B7C1E9-BD08-B7D4-5F91-E915DBE23B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0055" y="424722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5" name="object 21">
              <a:extLst>
                <a:ext uri="{FF2B5EF4-FFF2-40B4-BE49-F238E27FC236}">
                  <a16:creationId xmlns:a16="http://schemas.microsoft.com/office/drawing/2014/main" id="{4EAD78E7-D030-D719-473A-F7E23B9974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6829" y="419198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6" name="object 22">
              <a:extLst>
                <a:ext uri="{FF2B5EF4-FFF2-40B4-BE49-F238E27FC236}">
                  <a16:creationId xmlns:a16="http://schemas.microsoft.com/office/drawing/2014/main" id="{11A7A102-AD2A-7764-FB7B-C458B5C771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486" y="431168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7" name="object 23">
              <a:extLst>
                <a:ext uri="{FF2B5EF4-FFF2-40B4-BE49-F238E27FC236}">
                  <a16:creationId xmlns:a16="http://schemas.microsoft.com/office/drawing/2014/main" id="{10614354-1F1A-4A69-7696-CAFEAD4A8C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7565" y="4238091"/>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8" name="object 24">
              <a:extLst>
                <a:ext uri="{FF2B5EF4-FFF2-40B4-BE49-F238E27FC236}">
                  <a16:creationId xmlns:a16="http://schemas.microsoft.com/office/drawing/2014/main" id="{FA198D19-8D38-8AE4-7F0E-AE00578D7A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8776" y="398022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29" name="object 25">
              <a:extLst>
                <a:ext uri="{FF2B5EF4-FFF2-40B4-BE49-F238E27FC236}">
                  <a16:creationId xmlns:a16="http://schemas.microsoft.com/office/drawing/2014/main" id="{9E179DE4-C97C-7D7C-7427-3F39F8A374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39" y="449582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0" name="object 26">
              <a:extLst>
                <a:ext uri="{FF2B5EF4-FFF2-40B4-BE49-F238E27FC236}">
                  <a16:creationId xmlns:a16="http://schemas.microsoft.com/office/drawing/2014/main" id="{35E1A87A-4985-1863-C110-EF6705D147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641" y="462472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1" name="object 27">
              <a:extLst>
                <a:ext uri="{FF2B5EF4-FFF2-40B4-BE49-F238E27FC236}">
                  <a16:creationId xmlns:a16="http://schemas.microsoft.com/office/drawing/2014/main" id="{5AB6EF66-529A-F473-C795-A6235394F5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164" y="439454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2" name="object 28">
              <a:extLst>
                <a:ext uri="{FF2B5EF4-FFF2-40B4-BE49-F238E27FC236}">
                  <a16:creationId xmlns:a16="http://schemas.microsoft.com/office/drawing/2014/main" id="{042A4D19-9F42-1A2E-3FF0-ADD3635BEF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956" y="407229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3" name="object 29">
              <a:extLst>
                <a:ext uri="{FF2B5EF4-FFF2-40B4-BE49-F238E27FC236}">
                  <a16:creationId xmlns:a16="http://schemas.microsoft.com/office/drawing/2014/main" id="{0A776D75-FDA6-9679-486A-44C87129FB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2073" y="464314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4" name="object 30">
              <a:extLst>
                <a:ext uri="{FF2B5EF4-FFF2-40B4-BE49-F238E27FC236}">
                  <a16:creationId xmlns:a16="http://schemas.microsoft.com/office/drawing/2014/main" id="{1665074F-86D3-EC6C-3148-E0EBD35B35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5118" y="48088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5" name="object 31">
              <a:extLst>
                <a:ext uri="{FF2B5EF4-FFF2-40B4-BE49-F238E27FC236}">
                  <a16:creationId xmlns:a16="http://schemas.microsoft.com/office/drawing/2014/main" id="{09C5FE4C-A75D-55F7-4A7C-7428BBDB5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09" y="436692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6" name="object 32">
              <a:extLst>
                <a:ext uri="{FF2B5EF4-FFF2-40B4-BE49-F238E27FC236}">
                  <a16:creationId xmlns:a16="http://schemas.microsoft.com/office/drawing/2014/main" id="{9E511395-7802-FFAE-CEBF-1850E6280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5785" y="462472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7" name="object 33">
              <a:extLst>
                <a:ext uri="{FF2B5EF4-FFF2-40B4-BE49-F238E27FC236}">
                  <a16:creationId xmlns:a16="http://schemas.microsoft.com/office/drawing/2014/main" id="{61747D87-697E-3593-137B-BD60E6331E2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39624" y="414595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8" name="object 34">
              <a:extLst>
                <a:ext uri="{FF2B5EF4-FFF2-40B4-BE49-F238E27FC236}">
                  <a16:creationId xmlns:a16="http://schemas.microsoft.com/office/drawing/2014/main" id="{D6BC2946-1314-C32B-1C8B-B3ED4AB3F5D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452344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39" name="object 35">
              <a:extLst>
                <a:ext uri="{FF2B5EF4-FFF2-40B4-BE49-F238E27FC236}">
                  <a16:creationId xmlns:a16="http://schemas.microsoft.com/office/drawing/2014/main" id="{860BD0DD-9F58-885D-BB1E-7ABDF81E1E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8148" y="468917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0" name="object 36">
              <a:extLst>
                <a:ext uri="{FF2B5EF4-FFF2-40B4-BE49-F238E27FC236}">
                  <a16:creationId xmlns:a16="http://schemas.microsoft.com/office/drawing/2014/main" id="{D01CEE11-C15C-C10F-D3C9-C0F4408A036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5589" y="471679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1" name="object 37">
              <a:extLst>
                <a:ext uri="{FF2B5EF4-FFF2-40B4-BE49-F238E27FC236}">
                  <a16:creationId xmlns:a16="http://schemas.microsoft.com/office/drawing/2014/main" id="{DD5AB130-1E72-82F2-E7EF-C11C26DE02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3573" y="467996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2" name="object 38">
              <a:extLst>
                <a:ext uri="{FF2B5EF4-FFF2-40B4-BE49-F238E27FC236}">
                  <a16:creationId xmlns:a16="http://schemas.microsoft.com/office/drawing/2014/main" id="{A02C284F-BA91-A788-30BB-2BE7729119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7049" y="486411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3" name="object 39">
              <a:extLst>
                <a:ext uri="{FF2B5EF4-FFF2-40B4-BE49-F238E27FC236}">
                  <a16:creationId xmlns:a16="http://schemas.microsoft.com/office/drawing/2014/main" id="{F116F77F-9AC1-EC2E-D051-FB71F04FEC0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0039" y="49193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4" name="object 40">
              <a:extLst>
                <a:ext uri="{FF2B5EF4-FFF2-40B4-BE49-F238E27FC236}">
                  <a16:creationId xmlns:a16="http://schemas.microsoft.com/office/drawing/2014/main" id="{79AC448C-D5CF-ACE1-1A3D-DDB303D61D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1194" y="50298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5" name="object 41">
              <a:extLst>
                <a:ext uri="{FF2B5EF4-FFF2-40B4-BE49-F238E27FC236}">
                  <a16:creationId xmlns:a16="http://schemas.microsoft.com/office/drawing/2014/main" id="{C857215E-56C9-29C1-BE42-000EA7C70A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7356" y="5121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6" name="object 42">
              <a:extLst>
                <a:ext uri="{FF2B5EF4-FFF2-40B4-BE49-F238E27FC236}">
                  <a16:creationId xmlns:a16="http://schemas.microsoft.com/office/drawing/2014/main" id="{C0D60046-DDBE-27E3-F3A4-7F6EA5AF0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004" y="514953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7" name="object 43">
              <a:extLst>
                <a:ext uri="{FF2B5EF4-FFF2-40B4-BE49-F238E27FC236}">
                  <a16:creationId xmlns:a16="http://schemas.microsoft.com/office/drawing/2014/main" id="{17C79189-964A-9953-98AF-875837A89C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076" y="535209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8" name="object 44">
              <a:extLst>
                <a:ext uri="{FF2B5EF4-FFF2-40B4-BE49-F238E27FC236}">
                  <a16:creationId xmlns:a16="http://schemas.microsoft.com/office/drawing/2014/main" id="{265C6CC7-DDF7-0604-185D-41976B3518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9122" y="521398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49" name="object 45">
              <a:extLst>
                <a:ext uri="{FF2B5EF4-FFF2-40B4-BE49-F238E27FC236}">
                  <a16:creationId xmlns:a16="http://schemas.microsoft.com/office/drawing/2014/main" id="{468A28BB-7C11-0241-AA48-7673C952FE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33753" y="516795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50" name="object 46">
              <a:extLst>
                <a:ext uri="{FF2B5EF4-FFF2-40B4-BE49-F238E27FC236}">
                  <a16:creationId xmlns:a16="http://schemas.microsoft.com/office/drawing/2014/main" id="{8C887922-A7E1-BB51-1649-B8449497E0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3392" y="538892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51" name="object 47">
              <a:extLst>
                <a:ext uri="{FF2B5EF4-FFF2-40B4-BE49-F238E27FC236}">
                  <a16:creationId xmlns:a16="http://schemas.microsoft.com/office/drawing/2014/main" id="{380F3218-7811-7002-F681-2B39AA5099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132" y="540734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52" name="object 48">
              <a:extLst>
                <a:ext uri="{FF2B5EF4-FFF2-40B4-BE49-F238E27FC236}">
                  <a16:creationId xmlns:a16="http://schemas.microsoft.com/office/drawing/2014/main" id="{3E7F8085-93B8-A3D7-A4F7-D0EF796016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8997" y="473521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53" name="object 49">
              <a:extLst>
                <a:ext uri="{FF2B5EF4-FFF2-40B4-BE49-F238E27FC236}">
                  <a16:creationId xmlns:a16="http://schemas.microsoft.com/office/drawing/2014/main" id="{E16E093B-861A-8F85-6D25-EEC28C3754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537" y="572038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47108" name="object 50">
            <a:extLst>
              <a:ext uri="{FF2B5EF4-FFF2-40B4-BE49-F238E27FC236}">
                <a16:creationId xmlns:a16="http://schemas.microsoft.com/office/drawing/2014/main" id="{51C616E4-889B-72D0-9B7B-4ACB26A30250}"/>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6</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9402E54-BB10-B486-5594-2D3B4C235519}"/>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89402E54-BB10-B486-5594-2D3B4C235519}"/>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10"/>
                <a:stretch>
                  <a:fillRect l="-361" t="-7895" r="-843" b="-3421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BC2BF227-5227-EF12-A079-9E220E91A3DF}"/>
              </a:ext>
            </a:extLst>
          </p:cNvPr>
          <p:cNvSpPr txBox="1"/>
          <p:nvPr/>
        </p:nvSpPr>
        <p:spPr>
          <a:xfrm>
            <a:off x="6790432" y="3040782"/>
            <a:ext cx="5207551"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Finite Gaussian mixture model (K clusters)</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7F70BB-9EB2-DAD1-3C93-6E1CE113AB31}"/>
            </a:ext>
          </a:extLst>
        </p:cNvPr>
        <p:cNvGrpSpPr/>
        <p:nvPr/>
      </p:nvGrpSpPr>
      <p:grpSpPr>
        <a:xfrm>
          <a:off x="0" y="0"/>
          <a:ext cx="0" cy="0"/>
          <a:chOff x="0" y="0"/>
          <a:chExt cx="0" cy="0"/>
        </a:xfrm>
      </p:grpSpPr>
      <p:sp>
        <p:nvSpPr>
          <p:cNvPr id="47105" name="object 2" descr="$PPTXTitle">
            <a:extLst>
              <a:ext uri="{FF2B5EF4-FFF2-40B4-BE49-F238E27FC236}">
                <a16:creationId xmlns:a16="http://schemas.microsoft.com/office/drawing/2014/main" id="{F6BCA5CA-6E0B-8012-C3F1-DDEA967367E7}"/>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dirty="0">
              <a:solidFill>
                <a:srgbClr val="000000"/>
              </a:solidFill>
              <a:latin typeface="Arial" panose="020B0604020202020204" pitchFamily="34" charset="0"/>
              <a:cs typeface="Calibri" panose="020F0502020204030204" pitchFamily="34" charset="0"/>
            </a:endParaRPr>
          </a:p>
        </p:txBody>
      </p:sp>
      <p:sp>
        <p:nvSpPr>
          <p:cNvPr id="47108" name="object 50">
            <a:extLst>
              <a:ext uri="{FF2B5EF4-FFF2-40B4-BE49-F238E27FC236}">
                <a16:creationId xmlns:a16="http://schemas.microsoft.com/office/drawing/2014/main" id="{FB1DE926-10DA-1981-8774-8E3EB2A9142F}"/>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6</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C8AF23B-CD39-EF42-9257-6E2447F33B41}"/>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4C8AF23B-CD39-EF42-9257-6E2447F33B41}"/>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3"/>
                <a:stretch>
                  <a:fillRect l="-361" t="-7895" r="-843" b="-3421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B91298D6-E43D-25F2-DDAB-517AAA013021}"/>
              </a:ext>
            </a:extLst>
          </p:cNvPr>
          <p:cNvSpPr txBox="1"/>
          <p:nvPr/>
        </p:nvSpPr>
        <p:spPr>
          <a:xfrm>
            <a:off x="6790432" y="3040782"/>
            <a:ext cx="5207551"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Finite Gaussian mixture model (K clusters)</a:t>
            </a:r>
          </a:p>
        </p:txBody>
      </p:sp>
      <p:grpSp>
        <p:nvGrpSpPr>
          <p:cNvPr id="2" name="object 4">
            <a:extLst>
              <a:ext uri="{FF2B5EF4-FFF2-40B4-BE49-F238E27FC236}">
                <a16:creationId xmlns:a16="http://schemas.microsoft.com/office/drawing/2014/main" id="{955B4FD5-9BBB-3439-A77D-DF06B93AE3F9}"/>
              </a:ext>
            </a:extLst>
          </p:cNvPr>
          <p:cNvGrpSpPr>
            <a:grpSpLocks/>
          </p:cNvGrpSpPr>
          <p:nvPr/>
        </p:nvGrpSpPr>
        <p:grpSpPr bwMode="auto">
          <a:xfrm>
            <a:off x="531813" y="3055938"/>
            <a:ext cx="4845050" cy="3702050"/>
            <a:chOff x="532130" y="3055620"/>
            <a:chExt cx="4845685" cy="3702685"/>
          </a:xfrm>
        </p:grpSpPr>
        <p:sp>
          <p:nvSpPr>
            <p:cNvPr id="5" name="object 5">
              <a:extLst>
                <a:ext uri="{FF2B5EF4-FFF2-40B4-BE49-F238E27FC236}">
                  <a16:creationId xmlns:a16="http://schemas.microsoft.com/office/drawing/2014/main" id="{41098CCD-DBE7-0302-4703-BA59BCC95FB9}"/>
                </a:ext>
              </a:extLst>
            </p:cNvPr>
            <p:cNvSpPr>
              <a:spLocks/>
            </p:cNvSpPr>
            <p:nvPr/>
          </p:nvSpPr>
          <p:spPr bwMode="auto">
            <a:xfrm>
              <a:off x="615949" y="3162300"/>
              <a:ext cx="0" cy="3517900"/>
            </a:xfrm>
            <a:custGeom>
              <a:avLst/>
              <a:gdLst>
                <a:gd name="T0" fmla="*/ 0 w 21600"/>
                <a:gd name="T1" fmla="*/ 0 h 3517900"/>
                <a:gd name="T2" fmla="*/ 0 w 21600"/>
                <a:gd name="T3" fmla="*/ 23351 h 3517900"/>
                <a:gd name="T4" fmla="*/ 0 w 21600"/>
                <a:gd name="T5" fmla="*/ 3517900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3351"/>
                  </a:lnTo>
                  <a:lnTo>
                    <a:pt x="0" y="3517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6" name="object 6">
              <a:extLst>
                <a:ext uri="{FF2B5EF4-FFF2-40B4-BE49-F238E27FC236}">
                  <a16:creationId xmlns:a16="http://schemas.microsoft.com/office/drawing/2014/main" id="{19E59F13-24D9-AA2A-0FF6-286DF11837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7" name="object 7">
              <a:extLst>
                <a:ext uri="{FF2B5EF4-FFF2-40B4-BE49-F238E27FC236}">
                  <a16:creationId xmlns:a16="http://schemas.microsoft.com/office/drawing/2014/main" id="{9E0B4657-31EA-6465-6901-F33179357ABB}"/>
                </a:ext>
              </a:extLst>
            </p:cNvPr>
            <p:cNvSpPr>
              <a:spLocks/>
            </p:cNvSpPr>
            <p:nvPr/>
          </p:nvSpPr>
          <p:spPr bwMode="auto">
            <a:xfrm>
              <a:off x="609599" y="6673849"/>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8" name="object 8">
              <a:extLst>
                <a:ext uri="{FF2B5EF4-FFF2-40B4-BE49-F238E27FC236}">
                  <a16:creationId xmlns:a16="http://schemas.microsoft.com/office/drawing/2014/main" id="{809A948D-2C8B-4BE0-3032-858CEE5C1B21}"/>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Tree>
    <p:extLst>
      <p:ext uri="{BB962C8B-B14F-4D97-AF65-F5344CB8AC3E}">
        <p14:creationId xmlns:p14="http://schemas.microsoft.com/office/powerpoint/2010/main" val="333835623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F9A33A-844B-BA94-A98C-0874DD7F368E}"/>
            </a:ext>
          </a:extLst>
        </p:cNvPr>
        <p:cNvGrpSpPr/>
        <p:nvPr/>
      </p:nvGrpSpPr>
      <p:grpSpPr>
        <a:xfrm>
          <a:off x="0" y="0"/>
          <a:ext cx="0" cy="0"/>
          <a:chOff x="0" y="0"/>
          <a:chExt cx="0" cy="0"/>
        </a:xfrm>
      </p:grpSpPr>
      <p:sp>
        <p:nvSpPr>
          <p:cNvPr id="47105" name="object 2" descr="$PPTXTitle">
            <a:extLst>
              <a:ext uri="{FF2B5EF4-FFF2-40B4-BE49-F238E27FC236}">
                <a16:creationId xmlns:a16="http://schemas.microsoft.com/office/drawing/2014/main" id="{7BDAE963-DDBF-29F8-9C01-9E84AD836B6E}"/>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dirty="0">
              <a:solidFill>
                <a:srgbClr val="000000"/>
              </a:solidFill>
              <a:latin typeface="Arial" panose="020B0604020202020204" pitchFamily="34" charset="0"/>
              <a:cs typeface="Calibri" panose="020F0502020204030204" pitchFamily="34" charset="0"/>
            </a:endParaRPr>
          </a:p>
        </p:txBody>
      </p:sp>
      <p:sp>
        <p:nvSpPr>
          <p:cNvPr id="47108" name="object 50">
            <a:extLst>
              <a:ext uri="{FF2B5EF4-FFF2-40B4-BE49-F238E27FC236}">
                <a16:creationId xmlns:a16="http://schemas.microsoft.com/office/drawing/2014/main" id="{DCD5C1A4-D21F-14FF-CCCC-9134F1CC099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6</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40C8B68-E008-7484-9E21-EEB3889CC48F}"/>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140C8B68-E008-7484-9E21-EEB3889CC48F}"/>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3"/>
                <a:stretch>
                  <a:fillRect l="-361" t="-7895" r="-843" b="-3421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2537B2A-A9DA-1C15-9686-35480BF9CE70}"/>
              </a:ext>
            </a:extLst>
          </p:cNvPr>
          <p:cNvSpPr txBox="1"/>
          <p:nvPr/>
        </p:nvSpPr>
        <p:spPr>
          <a:xfrm>
            <a:off x="6790432" y="3040782"/>
            <a:ext cx="5207551"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Finite Gaussian mixture model (K clusters)</a:t>
            </a:r>
          </a:p>
        </p:txBody>
      </p:sp>
      <p:grpSp>
        <p:nvGrpSpPr>
          <p:cNvPr id="9" name="object 3">
            <a:extLst>
              <a:ext uri="{FF2B5EF4-FFF2-40B4-BE49-F238E27FC236}">
                <a16:creationId xmlns:a16="http://schemas.microsoft.com/office/drawing/2014/main" id="{DB5BEFFD-7FEC-7F18-71BB-7D7C51FDB700}"/>
              </a:ext>
            </a:extLst>
          </p:cNvPr>
          <p:cNvGrpSpPr>
            <a:grpSpLocks/>
          </p:cNvGrpSpPr>
          <p:nvPr/>
        </p:nvGrpSpPr>
        <p:grpSpPr bwMode="auto">
          <a:xfrm>
            <a:off x="531813" y="3055938"/>
            <a:ext cx="4845050" cy="3702050"/>
            <a:chOff x="532130" y="3055620"/>
            <a:chExt cx="4845685" cy="3702685"/>
          </a:xfrm>
        </p:grpSpPr>
        <p:sp>
          <p:nvSpPr>
            <p:cNvPr id="10" name="object 4">
              <a:extLst>
                <a:ext uri="{FF2B5EF4-FFF2-40B4-BE49-F238E27FC236}">
                  <a16:creationId xmlns:a16="http://schemas.microsoft.com/office/drawing/2014/main" id="{76D8E4DB-025C-6AE6-9EDC-1B4BD841F3D4}"/>
                </a:ext>
              </a:extLst>
            </p:cNvPr>
            <p:cNvSpPr>
              <a:spLocks/>
            </p:cNvSpPr>
            <p:nvPr/>
          </p:nvSpPr>
          <p:spPr bwMode="auto">
            <a:xfrm>
              <a:off x="615949" y="3162300"/>
              <a:ext cx="0" cy="3517900"/>
            </a:xfrm>
            <a:custGeom>
              <a:avLst/>
              <a:gdLst>
                <a:gd name="T0" fmla="*/ 0 w 21600"/>
                <a:gd name="T1" fmla="*/ 0 h 3517900"/>
                <a:gd name="T2" fmla="*/ 0 w 21600"/>
                <a:gd name="T3" fmla="*/ 23351 h 3517900"/>
                <a:gd name="T4" fmla="*/ 0 w 21600"/>
                <a:gd name="T5" fmla="*/ 3517900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3351"/>
                  </a:lnTo>
                  <a:lnTo>
                    <a:pt x="0" y="3517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1" name="object 5">
              <a:extLst>
                <a:ext uri="{FF2B5EF4-FFF2-40B4-BE49-F238E27FC236}">
                  <a16:creationId xmlns:a16="http://schemas.microsoft.com/office/drawing/2014/main" id="{B994E68A-C9BC-67EF-E87A-8C94F6A30F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2" name="object 6">
              <a:extLst>
                <a:ext uri="{FF2B5EF4-FFF2-40B4-BE49-F238E27FC236}">
                  <a16:creationId xmlns:a16="http://schemas.microsoft.com/office/drawing/2014/main" id="{D4DDF8D0-3762-37E6-E3C1-1B884BCB3D79}"/>
                </a:ext>
              </a:extLst>
            </p:cNvPr>
            <p:cNvSpPr>
              <a:spLocks/>
            </p:cNvSpPr>
            <p:nvPr/>
          </p:nvSpPr>
          <p:spPr bwMode="auto">
            <a:xfrm>
              <a:off x="609599" y="6673849"/>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 name="object 7">
              <a:extLst>
                <a:ext uri="{FF2B5EF4-FFF2-40B4-BE49-F238E27FC236}">
                  <a16:creationId xmlns:a16="http://schemas.microsoft.com/office/drawing/2014/main" id="{9E3B55A9-0027-71ED-0BF6-28CC3AAEFFA1}"/>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4" name="object 8">
              <a:extLst>
                <a:ext uri="{FF2B5EF4-FFF2-40B4-BE49-F238E27FC236}">
                  <a16:creationId xmlns:a16="http://schemas.microsoft.com/office/drawing/2014/main" id="{AB96F522-7624-C117-B331-E26AAD32F1FB}"/>
                </a:ext>
              </a:extLst>
            </p:cNvPr>
            <p:cNvSpPr>
              <a:spLocks/>
            </p:cNvSpPr>
            <p:nvPr/>
          </p:nvSpPr>
          <p:spPr bwMode="auto">
            <a:xfrm>
              <a:off x="3860800" y="4978400"/>
              <a:ext cx="215900" cy="203200"/>
            </a:xfrm>
            <a:custGeom>
              <a:avLst/>
              <a:gdLst>
                <a:gd name="T0" fmla="*/ 0 w 215900"/>
                <a:gd name="T1" fmla="*/ 0 h 203200"/>
                <a:gd name="T2" fmla="*/ 215900 w 215900"/>
                <a:gd name="T3" fmla="*/ 0 h 203200"/>
                <a:gd name="T4" fmla="*/ 215900 w 215900"/>
                <a:gd name="T5" fmla="*/ 203200 h 203200"/>
                <a:gd name="T6" fmla="*/ 0 w 215900"/>
                <a:gd name="T7" fmla="*/ 203200 h 203200"/>
                <a:gd name="T8" fmla="*/ 0 w 2159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900" h="203200">
                  <a:moveTo>
                    <a:pt x="0" y="0"/>
                  </a:moveTo>
                  <a:lnTo>
                    <a:pt x="215900" y="0"/>
                  </a:lnTo>
                  <a:lnTo>
                    <a:pt x="215900" y="203200"/>
                  </a:lnTo>
                  <a:lnTo>
                    <a:pt x="0" y="2032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15" name="object 9">
            <a:extLst>
              <a:ext uri="{FF2B5EF4-FFF2-40B4-BE49-F238E27FC236}">
                <a16:creationId xmlns:a16="http://schemas.microsoft.com/office/drawing/2014/main" id="{C79114B4-F908-D71E-46F1-CD16C14DB960}"/>
              </a:ext>
            </a:extLst>
          </p:cNvPr>
          <p:cNvSpPr>
            <a:spLocks/>
          </p:cNvSpPr>
          <p:nvPr/>
        </p:nvSpPr>
        <p:spPr bwMode="auto">
          <a:xfrm>
            <a:off x="1905000" y="430530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12">
            <a:extLst>
              <a:ext uri="{FF2B5EF4-FFF2-40B4-BE49-F238E27FC236}">
                <a16:creationId xmlns:a16="http://schemas.microsoft.com/office/drawing/2014/main" id="{04747885-B9C1-C3E9-4838-26468B1D0255}"/>
              </a:ext>
            </a:extLst>
          </p:cNvPr>
          <p:cNvSpPr>
            <a:spLocks/>
          </p:cNvSpPr>
          <p:nvPr/>
        </p:nvSpPr>
        <p:spPr bwMode="auto">
          <a:xfrm>
            <a:off x="1219200" y="5843039"/>
            <a:ext cx="202906" cy="203252"/>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97C6E3E-61F4-6439-B1E0-AF2B89BA809D}"/>
                  </a:ext>
                </a:extLst>
              </p:cNvPr>
              <p:cNvSpPr txBox="1"/>
              <p:nvPr/>
            </p:nvSpPr>
            <p:spPr>
              <a:xfrm>
                <a:off x="7614366" y="4710238"/>
                <a:ext cx="2929263"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𝜇</m:t>
                              </m:r>
                            </m:e>
                            <m:sub>
                              <m:r>
                                <a:rPr lang="en-US" sz="3500" b="0" i="1" smtClean="0">
                                  <a:latin typeface="Cambria Math" panose="02040503050406030204" pitchFamily="18" charset="0"/>
                                </a:rPr>
                                <m:t>0</m:t>
                              </m:r>
                            </m:sub>
                          </m:sSub>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m:rPr>
                                  <m:sty m:val="p"/>
                                </m:rPr>
                                <a:rPr lang="en-US" sz="3500" b="0" i="0" smtClean="0">
                                  <a:latin typeface="Cambria Math" panose="02040503050406030204" pitchFamily="18" charset="0"/>
                                </a:rPr>
                                <m:t>Σ</m:t>
                              </m:r>
                            </m:e>
                            <m:sub>
                              <m:r>
                                <a:rPr lang="en-US" sz="3500" b="0" i="1" smtClean="0">
                                  <a:latin typeface="Cambria Math" panose="02040503050406030204" pitchFamily="18" charset="0"/>
                                </a:rPr>
                                <m:t>0</m:t>
                              </m:r>
                            </m:sub>
                          </m:sSub>
                        </m:e>
                      </m:d>
                    </m:oMath>
                  </m:oMathPara>
                </a14:m>
                <a:endParaRPr lang="en-US" sz="3500" dirty="0"/>
              </a:p>
            </p:txBody>
          </p:sp>
        </mc:Choice>
        <mc:Fallback>
          <p:sp>
            <p:nvSpPr>
              <p:cNvPr id="19" name="TextBox 18">
                <a:extLst>
                  <a:ext uri="{FF2B5EF4-FFF2-40B4-BE49-F238E27FC236}">
                    <a16:creationId xmlns:a16="http://schemas.microsoft.com/office/drawing/2014/main" id="{E97C6E3E-61F4-6439-B1E0-AF2B89BA809D}"/>
                  </a:ext>
                </a:extLst>
              </p:cNvPr>
              <p:cNvSpPr txBox="1">
                <a:spLocks noRot="1" noChangeAspect="1" noMove="1" noResize="1" noEditPoints="1" noAdjustHandles="1" noChangeArrowheads="1" noChangeShapeType="1" noTextEdit="1"/>
              </p:cNvSpPr>
              <p:nvPr/>
            </p:nvSpPr>
            <p:spPr>
              <a:xfrm>
                <a:off x="7614366" y="4710238"/>
                <a:ext cx="2929263" cy="538609"/>
              </a:xfrm>
              <a:prstGeom prst="rect">
                <a:avLst/>
              </a:prstGeom>
              <a:blipFill>
                <a:blip r:embed="rId5"/>
                <a:stretch>
                  <a:fillRect l="-3017" b="-2093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F736992C-4E55-2FDA-0E8A-B1FF4BCBCB5F}"/>
                  </a:ext>
                </a:extLst>
              </p:cNvPr>
              <p:cNvSpPr txBox="1"/>
              <p:nvPr/>
            </p:nvSpPr>
            <p:spPr>
              <a:xfrm>
                <a:off x="8221963" y="4585832"/>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20" name="TextBox 19">
                <a:extLst>
                  <a:ext uri="{FF2B5EF4-FFF2-40B4-BE49-F238E27FC236}">
                    <a16:creationId xmlns:a16="http://schemas.microsoft.com/office/drawing/2014/main" id="{F736992C-4E55-2FDA-0E8A-B1FF4BCBCB5F}"/>
                  </a:ext>
                </a:extLst>
              </p:cNvPr>
              <p:cNvSpPr txBox="1">
                <a:spLocks noRot="1" noChangeAspect="1" noMove="1" noResize="1" noEditPoints="1" noAdjustHandles="1" noChangeArrowheads="1" noChangeShapeType="1" noTextEdit="1"/>
              </p:cNvSpPr>
              <p:nvPr/>
            </p:nvSpPr>
            <p:spPr>
              <a:xfrm>
                <a:off x="8221963" y="4585832"/>
                <a:ext cx="340734" cy="276999"/>
              </a:xfrm>
              <a:prstGeom prst="rect">
                <a:avLst/>
              </a:prstGeom>
              <a:blipFill>
                <a:blip r:embed="rId6"/>
                <a:stretch>
                  <a:fillRect l="-17857" r="-14286" b="-4167"/>
                </a:stretch>
              </a:blipFill>
            </p:spPr>
            <p:txBody>
              <a:bodyPr/>
              <a:lstStyle/>
              <a:p>
                <a:r>
                  <a:rPr lang="en-US">
                    <a:noFill/>
                  </a:rPr>
                  <a:t> </a:t>
                </a:r>
              </a:p>
            </p:txBody>
          </p:sp>
        </mc:Fallback>
      </mc:AlternateContent>
    </p:spTree>
    <p:extLst>
      <p:ext uri="{BB962C8B-B14F-4D97-AF65-F5344CB8AC3E}">
        <p14:creationId xmlns:p14="http://schemas.microsoft.com/office/powerpoint/2010/main" val="21721182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D18CDC-8AAD-0198-4469-A74EC82A03A5}"/>
            </a:ext>
          </a:extLst>
        </p:cNvPr>
        <p:cNvGrpSpPr/>
        <p:nvPr/>
      </p:nvGrpSpPr>
      <p:grpSpPr>
        <a:xfrm>
          <a:off x="0" y="0"/>
          <a:ext cx="0" cy="0"/>
          <a:chOff x="0" y="0"/>
          <a:chExt cx="0" cy="0"/>
        </a:xfrm>
      </p:grpSpPr>
      <p:sp>
        <p:nvSpPr>
          <p:cNvPr id="47105" name="object 2" descr="$PPTXTitle">
            <a:extLst>
              <a:ext uri="{FF2B5EF4-FFF2-40B4-BE49-F238E27FC236}">
                <a16:creationId xmlns:a16="http://schemas.microsoft.com/office/drawing/2014/main" id="{F5B6F5FF-6D88-3B99-5A9C-597590178724}"/>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dirty="0">
              <a:solidFill>
                <a:srgbClr val="000000"/>
              </a:solidFill>
              <a:latin typeface="Arial" panose="020B0604020202020204" pitchFamily="34" charset="0"/>
              <a:cs typeface="Calibri" panose="020F0502020204030204" pitchFamily="34" charset="0"/>
            </a:endParaRPr>
          </a:p>
        </p:txBody>
      </p:sp>
      <p:sp>
        <p:nvSpPr>
          <p:cNvPr id="47108" name="object 50">
            <a:extLst>
              <a:ext uri="{FF2B5EF4-FFF2-40B4-BE49-F238E27FC236}">
                <a16:creationId xmlns:a16="http://schemas.microsoft.com/office/drawing/2014/main" id="{BE619D62-C725-7CD2-086D-DC92DB55A6B1}"/>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6</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3C1C533-DFD5-5B3E-17AB-7848E2B63670}"/>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23C1C533-DFD5-5B3E-17AB-7848E2B63670}"/>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3"/>
                <a:stretch>
                  <a:fillRect l="-361" t="-7895" r="-843" b="-3421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4E6E8B5-40B3-0BFA-40F9-4DB602D0DABB}"/>
              </a:ext>
            </a:extLst>
          </p:cNvPr>
          <p:cNvSpPr txBox="1"/>
          <p:nvPr/>
        </p:nvSpPr>
        <p:spPr>
          <a:xfrm>
            <a:off x="6790432" y="3040782"/>
            <a:ext cx="5207551"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Finite Gaussian mixture model (K clusters)</a:t>
            </a:r>
          </a:p>
        </p:txBody>
      </p:sp>
      <p:grpSp>
        <p:nvGrpSpPr>
          <p:cNvPr id="9" name="object 3">
            <a:extLst>
              <a:ext uri="{FF2B5EF4-FFF2-40B4-BE49-F238E27FC236}">
                <a16:creationId xmlns:a16="http://schemas.microsoft.com/office/drawing/2014/main" id="{73E3F87E-A202-8F9D-8690-DE15E3877F5B}"/>
              </a:ext>
            </a:extLst>
          </p:cNvPr>
          <p:cNvGrpSpPr>
            <a:grpSpLocks/>
          </p:cNvGrpSpPr>
          <p:nvPr/>
        </p:nvGrpSpPr>
        <p:grpSpPr bwMode="auto">
          <a:xfrm>
            <a:off x="531813" y="3055938"/>
            <a:ext cx="4845050" cy="3702050"/>
            <a:chOff x="532130" y="3055620"/>
            <a:chExt cx="4845685" cy="3702685"/>
          </a:xfrm>
        </p:grpSpPr>
        <p:sp>
          <p:nvSpPr>
            <p:cNvPr id="10" name="object 4">
              <a:extLst>
                <a:ext uri="{FF2B5EF4-FFF2-40B4-BE49-F238E27FC236}">
                  <a16:creationId xmlns:a16="http://schemas.microsoft.com/office/drawing/2014/main" id="{10AD51E5-BC02-5C34-64E7-25C783D60DF2}"/>
                </a:ext>
              </a:extLst>
            </p:cNvPr>
            <p:cNvSpPr>
              <a:spLocks/>
            </p:cNvSpPr>
            <p:nvPr/>
          </p:nvSpPr>
          <p:spPr bwMode="auto">
            <a:xfrm>
              <a:off x="615949" y="3162300"/>
              <a:ext cx="0" cy="3517900"/>
            </a:xfrm>
            <a:custGeom>
              <a:avLst/>
              <a:gdLst>
                <a:gd name="T0" fmla="*/ 0 w 21600"/>
                <a:gd name="T1" fmla="*/ 0 h 3517900"/>
                <a:gd name="T2" fmla="*/ 0 w 21600"/>
                <a:gd name="T3" fmla="*/ 23351 h 3517900"/>
                <a:gd name="T4" fmla="*/ 0 w 21600"/>
                <a:gd name="T5" fmla="*/ 3517900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3351"/>
                  </a:lnTo>
                  <a:lnTo>
                    <a:pt x="0" y="3517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1" name="object 5">
              <a:extLst>
                <a:ext uri="{FF2B5EF4-FFF2-40B4-BE49-F238E27FC236}">
                  <a16:creationId xmlns:a16="http://schemas.microsoft.com/office/drawing/2014/main" id="{B6F207FD-5C4B-AB8C-8630-CC48451E40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2" name="object 6">
              <a:extLst>
                <a:ext uri="{FF2B5EF4-FFF2-40B4-BE49-F238E27FC236}">
                  <a16:creationId xmlns:a16="http://schemas.microsoft.com/office/drawing/2014/main" id="{034E4E4E-8659-258F-EB98-E547F2E754D7}"/>
                </a:ext>
              </a:extLst>
            </p:cNvPr>
            <p:cNvSpPr>
              <a:spLocks/>
            </p:cNvSpPr>
            <p:nvPr/>
          </p:nvSpPr>
          <p:spPr bwMode="auto">
            <a:xfrm>
              <a:off x="609599" y="6673849"/>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 name="object 7">
              <a:extLst>
                <a:ext uri="{FF2B5EF4-FFF2-40B4-BE49-F238E27FC236}">
                  <a16:creationId xmlns:a16="http://schemas.microsoft.com/office/drawing/2014/main" id="{FA971CC2-9611-E9AC-34F1-21DEB48D425E}"/>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4" name="object 8">
              <a:extLst>
                <a:ext uri="{FF2B5EF4-FFF2-40B4-BE49-F238E27FC236}">
                  <a16:creationId xmlns:a16="http://schemas.microsoft.com/office/drawing/2014/main" id="{20BBDF1A-4CCF-DC6A-4F6F-83E3DBCB08E4}"/>
                </a:ext>
              </a:extLst>
            </p:cNvPr>
            <p:cNvSpPr>
              <a:spLocks/>
            </p:cNvSpPr>
            <p:nvPr/>
          </p:nvSpPr>
          <p:spPr bwMode="auto">
            <a:xfrm>
              <a:off x="3860800" y="4978400"/>
              <a:ext cx="215900" cy="203200"/>
            </a:xfrm>
            <a:custGeom>
              <a:avLst/>
              <a:gdLst>
                <a:gd name="T0" fmla="*/ 0 w 215900"/>
                <a:gd name="T1" fmla="*/ 0 h 203200"/>
                <a:gd name="T2" fmla="*/ 215900 w 215900"/>
                <a:gd name="T3" fmla="*/ 0 h 203200"/>
                <a:gd name="T4" fmla="*/ 215900 w 215900"/>
                <a:gd name="T5" fmla="*/ 203200 h 203200"/>
                <a:gd name="T6" fmla="*/ 0 w 215900"/>
                <a:gd name="T7" fmla="*/ 203200 h 203200"/>
                <a:gd name="T8" fmla="*/ 0 w 2159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900" h="203200">
                  <a:moveTo>
                    <a:pt x="0" y="0"/>
                  </a:moveTo>
                  <a:lnTo>
                    <a:pt x="215900" y="0"/>
                  </a:lnTo>
                  <a:lnTo>
                    <a:pt x="215900" y="203200"/>
                  </a:lnTo>
                  <a:lnTo>
                    <a:pt x="0" y="2032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15" name="object 9">
            <a:extLst>
              <a:ext uri="{FF2B5EF4-FFF2-40B4-BE49-F238E27FC236}">
                <a16:creationId xmlns:a16="http://schemas.microsoft.com/office/drawing/2014/main" id="{18424FB8-DA4B-30C0-D163-49DEC9B4BC05}"/>
              </a:ext>
            </a:extLst>
          </p:cNvPr>
          <p:cNvSpPr>
            <a:spLocks/>
          </p:cNvSpPr>
          <p:nvPr/>
        </p:nvSpPr>
        <p:spPr bwMode="auto">
          <a:xfrm>
            <a:off x="1905000" y="430530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12">
            <a:extLst>
              <a:ext uri="{FF2B5EF4-FFF2-40B4-BE49-F238E27FC236}">
                <a16:creationId xmlns:a16="http://schemas.microsoft.com/office/drawing/2014/main" id="{A0409F61-B2CE-2846-9ADF-CD97626667E8}"/>
              </a:ext>
            </a:extLst>
          </p:cNvPr>
          <p:cNvSpPr>
            <a:spLocks/>
          </p:cNvSpPr>
          <p:nvPr/>
        </p:nvSpPr>
        <p:spPr bwMode="auto">
          <a:xfrm>
            <a:off x="1219200" y="5843039"/>
            <a:ext cx="202906" cy="203252"/>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080E01A-419E-6C07-C852-33AA37ADC0D6}"/>
                  </a:ext>
                </a:extLst>
              </p:cNvPr>
              <p:cNvSpPr txBox="1"/>
              <p:nvPr/>
            </p:nvSpPr>
            <p:spPr>
              <a:xfrm>
                <a:off x="7614366" y="4710238"/>
                <a:ext cx="251094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oMath>
                  </m:oMathPara>
                </a14:m>
                <a:endParaRPr lang="en-US" sz="3000" dirty="0"/>
              </a:p>
            </p:txBody>
          </p:sp>
        </mc:Choice>
        <mc:Fallback>
          <p:sp>
            <p:nvSpPr>
              <p:cNvPr id="19" name="TextBox 18">
                <a:extLst>
                  <a:ext uri="{FF2B5EF4-FFF2-40B4-BE49-F238E27FC236}">
                    <a16:creationId xmlns:a16="http://schemas.microsoft.com/office/drawing/2014/main" id="{5080E01A-419E-6C07-C852-33AA37ADC0D6}"/>
                  </a:ext>
                </a:extLst>
              </p:cNvPr>
              <p:cNvSpPr txBox="1">
                <a:spLocks noRot="1" noChangeAspect="1" noMove="1" noResize="1" noEditPoints="1" noAdjustHandles="1" noChangeArrowheads="1" noChangeShapeType="1" noTextEdit="1"/>
              </p:cNvSpPr>
              <p:nvPr/>
            </p:nvSpPr>
            <p:spPr>
              <a:xfrm>
                <a:off x="7614366" y="4710238"/>
                <a:ext cx="2510944" cy="461665"/>
              </a:xfrm>
              <a:prstGeom prst="rect">
                <a:avLst/>
              </a:prstGeom>
              <a:blipFill>
                <a:blip r:embed="rId5"/>
                <a:stretch>
                  <a:fillRect l="-3015"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A9B9F003-E2CD-76C7-8E98-E5C9EAC8A2E8}"/>
                  </a:ext>
                </a:extLst>
              </p:cNvPr>
              <p:cNvSpPr txBox="1"/>
              <p:nvPr/>
            </p:nvSpPr>
            <p:spPr>
              <a:xfrm>
                <a:off x="8086576" y="4599801"/>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20" name="TextBox 19">
                <a:extLst>
                  <a:ext uri="{FF2B5EF4-FFF2-40B4-BE49-F238E27FC236}">
                    <a16:creationId xmlns:a16="http://schemas.microsoft.com/office/drawing/2014/main" id="{A9B9F003-E2CD-76C7-8E98-E5C9EAC8A2E8}"/>
                  </a:ext>
                </a:extLst>
              </p:cNvPr>
              <p:cNvSpPr txBox="1">
                <a:spLocks noRot="1" noChangeAspect="1" noMove="1" noResize="1" noEditPoints="1" noAdjustHandles="1" noChangeArrowheads="1" noChangeShapeType="1" noTextEdit="1"/>
              </p:cNvSpPr>
              <p:nvPr/>
            </p:nvSpPr>
            <p:spPr>
              <a:xfrm>
                <a:off x="8086576" y="4599801"/>
                <a:ext cx="340734" cy="276999"/>
              </a:xfrm>
              <a:prstGeom prst="rect">
                <a:avLst/>
              </a:prstGeom>
              <a:blipFill>
                <a:blip r:embed="rId6"/>
                <a:stretch>
                  <a:fillRect l="-14286" r="-14286" b="-9091"/>
                </a:stretch>
              </a:blipFill>
            </p:spPr>
            <p:txBody>
              <a:bodyPr/>
              <a:lstStyle/>
              <a:p>
                <a:r>
                  <a:rPr lang="en-US">
                    <a:noFill/>
                  </a:rPr>
                  <a:t> </a:t>
                </a:r>
              </a:p>
            </p:txBody>
          </p:sp>
        </mc:Fallback>
      </mc:AlternateContent>
      <p:graphicFrame>
        <p:nvGraphicFramePr>
          <p:cNvPr id="6" name="object 3">
            <a:extLst>
              <a:ext uri="{FF2B5EF4-FFF2-40B4-BE49-F238E27FC236}">
                <a16:creationId xmlns:a16="http://schemas.microsoft.com/office/drawing/2014/main" id="{34F52E17-F138-5068-98AA-BA6056B4B688}"/>
              </a:ext>
            </a:extLst>
          </p:cNvPr>
          <p:cNvGraphicFramePr>
            <a:graphicFrameLocks noGrp="1"/>
          </p:cNvGraphicFramePr>
          <p:nvPr>
            <p:extLst>
              <p:ext uri="{D42A27DB-BD31-4B8C-83A1-F6EECF244321}">
                <p14:modId xmlns:p14="http://schemas.microsoft.com/office/powerpoint/2010/main" val="2488521412"/>
              </p:ext>
            </p:extLst>
          </p:nvPr>
        </p:nvGraphicFramePr>
        <p:xfrm>
          <a:off x="531813" y="7363904"/>
          <a:ext cx="5118100" cy="622300"/>
        </p:xfrm>
        <a:graphic>
          <a:graphicData uri="http://schemas.openxmlformats.org/drawingml/2006/table">
            <a:tbl>
              <a:tblPr/>
              <a:tblGrid>
                <a:gridCol w="901700">
                  <a:extLst>
                    <a:ext uri="{9D8B030D-6E8A-4147-A177-3AD203B41FA5}">
                      <a16:colId xmlns:a16="http://schemas.microsoft.com/office/drawing/2014/main" val="261054691"/>
                    </a:ext>
                  </a:extLst>
                </a:gridCol>
                <a:gridCol w="2628900">
                  <a:extLst>
                    <a:ext uri="{9D8B030D-6E8A-4147-A177-3AD203B41FA5}">
                      <a16:colId xmlns:a16="http://schemas.microsoft.com/office/drawing/2014/main" val="3201980703"/>
                    </a:ext>
                  </a:extLst>
                </a:gridCol>
                <a:gridCol w="1587500">
                  <a:extLst>
                    <a:ext uri="{9D8B030D-6E8A-4147-A177-3AD203B41FA5}">
                      <a16:colId xmlns:a16="http://schemas.microsoft.com/office/drawing/2014/main" val="4134891632"/>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extLst>
                  <a:ext uri="{0D108BD9-81ED-4DB2-BD59-A6C34878D82A}">
                    <a16:rowId xmlns:a16="http://schemas.microsoft.com/office/drawing/2014/main" val="1875524506"/>
                  </a:ext>
                </a:extLst>
              </a:tr>
            </a:tbl>
          </a:graphicData>
        </a:graphic>
      </p:graphicFrame>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C602828-F172-937A-AEB7-CED7F8061657}"/>
                  </a:ext>
                </a:extLst>
              </p:cNvPr>
              <p:cNvSpPr txBox="1"/>
              <p:nvPr/>
            </p:nvSpPr>
            <p:spPr>
              <a:xfrm>
                <a:off x="656084" y="8171890"/>
                <a:ext cx="459741"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7" name="TextBox 6">
                <a:extLst>
                  <a:ext uri="{FF2B5EF4-FFF2-40B4-BE49-F238E27FC236}">
                    <a16:creationId xmlns:a16="http://schemas.microsoft.com/office/drawing/2014/main" id="{BC602828-F172-937A-AEB7-CED7F8061657}"/>
                  </a:ext>
                </a:extLst>
              </p:cNvPr>
              <p:cNvSpPr txBox="1">
                <a:spLocks noRot="1" noChangeAspect="1" noMove="1" noResize="1" noEditPoints="1" noAdjustHandles="1" noChangeArrowheads="1" noChangeShapeType="1" noTextEdit="1"/>
              </p:cNvSpPr>
              <p:nvPr/>
            </p:nvSpPr>
            <p:spPr>
              <a:xfrm>
                <a:off x="656084" y="8171890"/>
                <a:ext cx="459741" cy="461665"/>
              </a:xfrm>
              <a:prstGeom prst="rect">
                <a:avLst/>
              </a:prstGeom>
              <a:blipFill>
                <a:blip r:embed="rId7"/>
                <a:stretch>
                  <a:fillRect l="-16216" r="-8108"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7D24457-1B71-96A6-66B6-4E5FC6CDF960}"/>
                  </a:ext>
                </a:extLst>
              </p:cNvPr>
              <p:cNvSpPr txBox="1"/>
              <p:nvPr/>
            </p:nvSpPr>
            <p:spPr>
              <a:xfrm>
                <a:off x="2709545" y="8171890"/>
                <a:ext cx="46865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8" name="TextBox 7">
                <a:extLst>
                  <a:ext uri="{FF2B5EF4-FFF2-40B4-BE49-F238E27FC236}">
                    <a16:creationId xmlns:a16="http://schemas.microsoft.com/office/drawing/2014/main" id="{D7D24457-1B71-96A6-66B6-4E5FC6CDF960}"/>
                  </a:ext>
                </a:extLst>
              </p:cNvPr>
              <p:cNvSpPr txBox="1">
                <a:spLocks noRot="1" noChangeAspect="1" noMove="1" noResize="1" noEditPoints="1" noAdjustHandles="1" noChangeArrowheads="1" noChangeShapeType="1" noTextEdit="1"/>
              </p:cNvSpPr>
              <p:nvPr/>
            </p:nvSpPr>
            <p:spPr>
              <a:xfrm>
                <a:off x="2709545" y="8171890"/>
                <a:ext cx="468654" cy="461665"/>
              </a:xfrm>
              <a:prstGeom prst="rect">
                <a:avLst/>
              </a:prstGeom>
              <a:blipFill>
                <a:blip r:embed="rId8"/>
                <a:stretch>
                  <a:fillRect l="-18421" r="-5263"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50FB0EC9-DF3B-0783-978E-282E506C4B7A}"/>
                  </a:ext>
                </a:extLst>
              </p:cNvPr>
              <p:cNvSpPr txBox="1"/>
              <p:nvPr/>
            </p:nvSpPr>
            <p:spPr>
              <a:xfrm>
                <a:off x="4748828" y="8131061"/>
                <a:ext cx="468654"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16" name="TextBox 15">
                <a:extLst>
                  <a:ext uri="{FF2B5EF4-FFF2-40B4-BE49-F238E27FC236}">
                    <a16:creationId xmlns:a16="http://schemas.microsoft.com/office/drawing/2014/main" id="{50FB0EC9-DF3B-0783-978E-282E506C4B7A}"/>
                  </a:ext>
                </a:extLst>
              </p:cNvPr>
              <p:cNvSpPr txBox="1">
                <a:spLocks noRot="1" noChangeAspect="1" noMove="1" noResize="1" noEditPoints="1" noAdjustHandles="1" noChangeArrowheads="1" noChangeShapeType="1" noTextEdit="1"/>
              </p:cNvSpPr>
              <p:nvPr/>
            </p:nvSpPr>
            <p:spPr>
              <a:xfrm>
                <a:off x="4748828" y="8131061"/>
                <a:ext cx="468654" cy="461665"/>
              </a:xfrm>
              <a:prstGeom prst="rect">
                <a:avLst/>
              </a:prstGeom>
              <a:blipFill>
                <a:blip r:embed="rId9"/>
                <a:stretch>
                  <a:fillRect l="-15789" r="-7895"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1FBE464-6EFB-43F7-80BC-E8042857E3E0}"/>
                  </a:ext>
                </a:extLst>
              </p:cNvPr>
              <p:cNvSpPr txBox="1"/>
              <p:nvPr/>
            </p:nvSpPr>
            <p:spPr>
              <a:xfrm>
                <a:off x="7614366" y="5440975"/>
                <a:ext cx="3775457"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m:t>
                      </m:r>
                      <m:r>
                        <a:rPr lang="en-US" sz="3000" b="0" i="1" smtClean="0">
                          <a:latin typeface="Cambria Math" panose="02040503050406030204" pitchFamily="18" charset="0"/>
                        </a:rPr>
                        <m:t>𝐷𝑖𝑟𝑖𝑐h𝑙𝑒𝑡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18" name="TextBox 17">
                <a:extLst>
                  <a:ext uri="{FF2B5EF4-FFF2-40B4-BE49-F238E27FC236}">
                    <a16:creationId xmlns:a16="http://schemas.microsoft.com/office/drawing/2014/main" id="{91FBE464-6EFB-43F7-80BC-E8042857E3E0}"/>
                  </a:ext>
                </a:extLst>
              </p:cNvPr>
              <p:cNvSpPr txBox="1">
                <a:spLocks noRot="1" noChangeAspect="1" noMove="1" noResize="1" noEditPoints="1" noAdjustHandles="1" noChangeArrowheads="1" noChangeShapeType="1" noTextEdit="1"/>
              </p:cNvSpPr>
              <p:nvPr/>
            </p:nvSpPr>
            <p:spPr>
              <a:xfrm>
                <a:off x="7614366" y="5440975"/>
                <a:ext cx="3775457" cy="461665"/>
              </a:xfrm>
              <a:prstGeom prst="rect">
                <a:avLst/>
              </a:prstGeom>
              <a:blipFill>
                <a:blip r:embed="rId10"/>
                <a:stretch>
                  <a:fillRect l="-1678" b="-21622"/>
                </a:stretch>
              </a:blipFill>
            </p:spPr>
            <p:txBody>
              <a:bodyPr/>
              <a:lstStyle/>
              <a:p>
                <a:r>
                  <a:rPr lang="en-US">
                    <a:noFill/>
                  </a:rPr>
                  <a:t> </a:t>
                </a:r>
              </a:p>
            </p:txBody>
          </p:sp>
        </mc:Fallback>
      </mc:AlternateContent>
    </p:spTree>
    <p:extLst>
      <p:ext uri="{BB962C8B-B14F-4D97-AF65-F5344CB8AC3E}">
        <p14:creationId xmlns:p14="http://schemas.microsoft.com/office/powerpoint/2010/main" val="40808353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13CD721-516D-EA46-1C83-1BE10ECFEA9A}"/>
            </a:ext>
          </a:extLst>
        </p:cNvPr>
        <p:cNvGrpSpPr/>
        <p:nvPr/>
      </p:nvGrpSpPr>
      <p:grpSpPr>
        <a:xfrm>
          <a:off x="0" y="0"/>
          <a:ext cx="0" cy="0"/>
          <a:chOff x="0" y="0"/>
          <a:chExt cx="0" cy="0"/>
        </a:xfrm>
      </p:grpSpPr>
      <p:sp>
        <p:nvSpPr>
          <p:cNvPr id="47105" name="object 2" descr="$PPTXTitle">
            <a:extLst>
              <a:ext uri="{FF2B5EF4-FFF2-40B4-BE49-F238E27FC236}">
                <a16:creationId xmlns:a16="http://schemas.microsoft.com/office/drawing/2014/main" id="{53C11C01-C4B5-A0ED-A138-11F769FA1003}"/>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dirty="0">
              <a:solidFill>
                <a:srgbClr val="000000"/>
              </a:solidFill>
              <a:latin typeface="Arial" panose="020B0604020202020204" pitchFamily="34" charset="0"/>
              <a:cs typeface="Calibri" panose="020F0502020204030204" pitchFamily="34" charset="0"/>
            </a:endParaRPr>
          </a:p>
        </p:txBody>
      </p:sp>
      <p:sp>
        <p:nvSpPr>
          <p:cNvPr id="47108" name="object 50">
            <a:extLst>
              <a:ext uri="{FF2B5EF4-FFF2-40B4-BE49-F238E27FC236}">
                <a16:creationId xmlns:a16="http://schemas.microsoft.com/office/drawing/2014/main" id="{0E76345E-456F-18AB-E862-021C02B2775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6</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ABFF10A-4119-7813-9F3B-16CF7688F1D1}"/>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2ABFF10A-4119-7813-9F3B-16CF7688F1D1}"/>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3"/>
                <a:stretch>
                  <a:fillRect l="-361" t="-7895" r="-843" b="-3421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B0A56A06-DCE8-30C5-830C-44F078C68AA4}"/>
              </a:ext>
            </a:extLst>
          </p:cNvPr>
          <p:cNvSpPr txBox="1"/>
          <p:nvPr/>
        </p:nvSpPr>
        <p:spPr>
          <a:xfrm>
            <a:off x="6790432" y="3040782"/>
            <a:ext cx="5207551"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Finite Gaussian mixture model (K clusters)</a:t>
            </a:r>
          </a:p>
        </p:txBody>
      </p:sp>
      <p:grpSp>
        <p:nvGrpSpPr>
          <p:cNvPr id="9" name="object 3">
            <a:extLst>
              <a:ext uri="{FF2B5EF4-FFF2-40B4-BE49-F238E27FC236}">
                <a16:creationId xmlns:a16="http://schemas.microsoft.com/office/drawing/2014/main" id="{67B85D8B-2B08-06D0-757A-2C76D226D525}"/>
              </a:ext>
            </a:extLst>
          </p:cNvPr>
          <p:cNvGrpSpPr>
            <a:grpSpLocks/>
          </p:cNvGrpSpPr>
          <p:nvPr/>
        </p:nvGrpSpPr>
        <p:grpSpPr bwMode="auto">
          <a:xfrm>
            <a:off x="531813" y="3055938"/>
            <a:ext cx="4845050" cy="3702050"/>
            <a:chOff x="532130" y="3055620"/>
            <a:chExt cx="4845685" cy="3702685"/>
          </a:xfrm>
        </p:grpSpPr>
        <p:sp>
          <p:nvSpPr>
            <p:cNvPr id="10" name="object 4">
              <a:extLst>
                <a:ext uri="{FF2B5EF4-FFF2-40B4-BE49-F238E27FC236}">
                  <a16:creationId xmlns:a16="http://schemas.microsoft.com/office/drawing/2014/main" id="{29B6AC6F-0A3C-54A9-4BC0-3E361763912C}"/>
                </a:ext>
              </a:extLst>
            </p:cNvPr>
            <p:cNvSpPr>
              <a:spLocks/>
            </p:cNvSpPr>
            <p:nvPr/>
          </p:nvSpPr>
          <p:spPr bwMode="auto">
            <a:xfrm>
              <a:off x="615949" y="3162300"/>
              <a:ext cx="0" cy="3517900"/>
            </a:xfrm>
            <a:custGeom>
              <a:avLst/>
              <a:gdLst>
                <a:gd name="T0" fmla="*/ 0 w 21600"/>
                <a:gd name="T1" fmla="*/ 0 h 3517900"/>
                <a:gd name="T2" fmla="*/ 0 w 21600"/>
                <a:gd name="T3" fmla="*/ 23351 h 3517900"/>
                <a:gd name="T4" fmla="*/ 0 w 21600"/>
                <a:gd name="T5" fmla="*/ 3517900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3351"/>
                  </a:lnTo>
                  <a:lnTo>
                    <a:pt x="0" y="3517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1" name="object 5">
              <a:extLst>
                <a:ext uri="{FF2B5EF4-FFF2-40B4-BE49-F238E27FC236}">
                  <a16:creationId xmlns:a16="http://schemas.microsoft.com/office/drawing/2014/main" id="{86E69630-FE90-B539-4C51-B3E42A9704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2" name="object 6">
              <a:extLst>
                <a:ext uri="{FF2B5EF4-FFF2-40B4-BE49-F238E27FC236}">
                  <a16:creationId xmlns:a16="http://schemas.microsoft.com/office/drawing/2014/main" id="{0AA07C94-D1AA-D331-4F8C-D14D2F80251A}"/>
                </a:ext>
              </a:extLst>
            </p:cNvPr>
            <p:cNvSpPr>
              <a:spLocks/>
            </p:cNvSpPr>
            <p:nvPr/>
          </p:nvSpPr>
          <p:spPr bwMode="auto">
            <a:xfrm>
              <a:off x="609599" y="6673849"/>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 name="object 7">
              <a:extLst>
                <a:ext uri="{FF2B5EF4-FFF2-40B4-BE49-F238E27FC236}">
                  <a16:creationId xmlns:a16="http://schemas.microsoft.com/office/drawing/2014/main" id="{180D2189-920E-B4A4-E8C4-4AC2FB877E33}"/>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4" name="object 8">
              <a:extLst>
                <a:ext uri="{FF2B5EF4-FFF2-40B4-BE49-F238E27FC236}">
                  <a16:creationId xmlns:a16="http://schemas.microsoft.com/office/drawing/2014/main" id="{5811FE55-1820-5030-A0C4-DF866868EFE0}"/>
                </a:ext>
              </a:extLst>
            </p:cNvPr>
            <p:cNvSpPr>
              <a:spLocks/>
            </p:cNvSpPr>
            <p:nvPr/>
          </p:nvSpPr>
          <p:spPr bwMode="auto">
            <a:xfrm>
              <a:off x="3860800" y="4978400"/>
              <a:ext cx="215900" cy="203200"/>
            </a:xfrm>
            <a:custGeom>
              <a:avLst/>
              <a:gdLst>
                <a:gd name="T0" fmla="*/ 0 w 215900"/>
                <a:gd name="T1" fmla="*/ 0 h 203200"/>
                <a:gd name="T2" fmla="*/ 215900 w 215900"/>
                <a:gd name="T3" fmla="*/ 0 h 203200"/>
                <a:gd name="T4" fmla="*/ 215900 w 215900"/>
                <a:gd name="T5" fmla="*/ 203200 h 203200"/>
                <a:gd name="T6" fmla="*/ 0 w 215900"/>
                <a:gd name="T7" fmla="*/ 203200 h 203200"/>
                <a:gd name="T8" fmla="*/ 0 w 2159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900" h="203200">
                  <a:moveTo>
                    <a:pt x="0" y="0"/>
                  </a:moveTo>
                  <a:lnTo>
                    <a:pt x="215900" y="0"/>
                  </a:lnTo>
                  <a:lnTo>
                    <a:pt x="215900" y="203200"/>
                  </a:lnTo>
                  <a:lnTo>
                    <a:pt x="0" y="2032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15" name="object 9">
            <a:extLst>
              <a:ext uri="{FF2B5EF4-FFF2-40B4-BE49-F238E27FC236}">
                <a16:creationId xmlns:a16="http://schemas.microsoft.com/office/drawing/2014/main" id="{7217E5B7-10ED-EB0B-9A7D-293B0267FEB3}"/>
              </a:ext>
            </a:extLst>
          </p:cNvPr>
          <p:cNvSpPr>
            <a:spLocks/>
          </p:cNvSpPr>
          <p:nvPr/>
        </p:nvSpPr>
        <p:spPr bwMode="auto">
          <a:xfrm>
            <a:off x="1905000" y="430530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12">
            <a:extLst>
              <a:ext uri="{FF2B5EF4-FFF2-40B4-BE49-F238E27FC236}">
                <a16:creationId xmlns:a16="http://schemas.microsoft.com/office/drawing/2014/main" id="{1973B316-D82D-7704-D745-95AD91B3ADF9}"/>
              </a:ext>
            </a:extLst>
          </p:cNvPr>
          <p:cNvSpPr>
            <a:spLocks/>
          </p:cNvSpPr>
          <p:nvPr/>
        </p:nvSpPr>
        <p:spPr bwMode="auto">
          <a:xfrm>
            <a:off x="1219200" y="5843039"/>
            <a:ext cx="202906" cy="203252"/>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F3B8B22F-33AF-57D2-CD45-4230111BC853}"/>
                  </a:ext>
                </a:extLst>
              </p:cNvPr>
              <p:cNvSpPr txBox="1"/>
              <p:nvPr/>
            </p:nvSpPr>
            <p:spPr>
              <a:xfrm>
                <a:off x="7614366" y="4710238"/>
                <a:ext cx="251094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oMath>
                  </m:oMathPara>
                </a14:m>
                <a:endParaRPr lang="en-US" sz="3000" dirty="0"/>
              </a:p>
            </p:txBody>
          </p:sp>
        </mc:Choice>
        <mc:Fallback>
          <p:sp>
            <p:nvSpPr>
              <p:cNvPr id="19" name="TextBox 18">
                <a:extLst>
                  <a:ext uri="{FF2B5EF4-FFF2-40B4-BE49-F238E27FC236}">
                    <a16:creationId xmlns:a16="http://schemas.microsoft.com/office/drawing/2014/main" id="{F3B8B22F-33AF-57D2-CD45-4230111BC853}"/>
                  </a:ext>
                </a:extLst>
              </p:cNvPr>
              <p:cNvSpPr txBox="1">
                <a:spLocks noRot="1" noChangeAspect="1" noMove="1" noResize="1" noEditPoints="1" noAdjustHandles="1" noChangeArrowheads="1" noChangeShapeType="1" noTextEdit="1"/>
              </p:cNvSpPr>
              <p:nvPr/>
            </p:nvSpPr>
            <p:spPr>
              <a:xfrm>
                <a:off x="7614366" y="4710238"/>
                <a:ext cx="2510944" cy="461665"/>
              </a:xfrm>
              <a:prstGeom prst="rect">
                <a:avLst/>
              </a:prstGeom>
              <a:blipFill>
                <a:blip r:embed="rId5"/>
                <a:stretch>
                  <a:fillRect l="-3015"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B12128E4-F328-1E59-914D-077162B2F430}"/>
                  </a:ext>
                </a:extLst>
              </p:cNvPr>
              <p:cNvSpPr txBox="1"/>
              <p:nvPr/>
            </p:nvSpPr>
            <p:spPr>
              <a:xfrm>
                <a:off x="8086576" y="4599801"/>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20" name="TextBox 19">
                <a:extLst>
                  <a:ext uri="{FF2B5EF4-FFF2-40B4-BE49-F238E27FC236}">
                    <a16:creationId xmlns:a16="http://schemas.microsoft.com/office/drawing/2014/main" id="{B12128E4-F328-1E59-914D-077162B2F430}"/>
                  </a:ext>
                </a:extLst>
              </p:cNvPr>
              <p:cNvSpPr txBox="1">
                <a:spLocks noRot="1" noChangeAspect="1" noMove="1" noResize="1" noEditPoints="1" noAdjustHandles="1" noChangeArrowheads="1" noChangeShapeType="1" noTextEdit="1"/>
              </p:cNvSpPr>
              <p:nvPr/>
            </p:nvSpPr>
            <p:spPr>
              <a:xfrm>
                <a:off x="8086576" y="4599801"/>
                <a:ext cx="340734" cy="276999"/>
              </a:xfrm>
              <a:prstGeom prst="rect">
                <a:avLst/>
              </a:prstGeom>
              <a:blipFill>
                <a:blip r:embed="rId6"/>
                <a:stretch>
                  <a:fillRect l="-14286" r="-14286" b="-9091"/>
                </a:stretch>
              </a:blipFill>
            </p:spPr>
            <p:txBody>
              <a:bodyPr/>
              <a:lstStyle/>
              <a:p>
                <a:r>
                  <a:rPr lang="en-US">
                    <a:noFill/>
                  </a:rPr>
                  <a:t> </a:t>
                </a:r>
              </a:p>
            </p:txBody>
          </p:sp>
        </mc:Fallback>
      </mc:AlternateContent>
      <p:graphicFrame>
        <p:nvGraphicFramePr>
          <p:cNvPr id="6" name="object 3">
            <a:extLst>
              <a:ext uri="{FF2B5EF4-FFF2-40B4-BE49-F238E27FC236}">
                <a16:creationId xmlns:a16="http://schemas.microsoft.com/office/drawing/2014/main" id="{A58A80BC-EF75-4B4A-DB2E-7E30B6D6D3D1}"/>
              </a:ext>
            </a:extLst>
          </p:cNvPr>
          <p:cNvGraphicFramePr>
            <a:graphicFrameLocks noGrp="1"/>
          </p:cNvGraphicFramePr>
          <p:nvPr/>
        </p:nvGraphicFramePr>
        <p:xfrm>
          <a:off x="531813" y="7363904"/>
          <a:ext cx="5118100" cy="622300"/>
        </p:xfrm>
        <a:graphic>
          <a:graphicData uri="http://schemas.openxmlformats.org/drawingml/2006/table">
            <a:tbl>
              <a:tblPr/>
              <a:tblGrid>
                <a:gridCol w="901700">
                  <a:extLst>
                    <a:ext uri="{9D8B030D-6E8A-4147-A177-3AD203B41FA5}">
                      <a16:colId xmlns:a16="http://schemas.microsoft.com/office/drawing/2014/main" val="261054691"/>
                    </a:ext>
                  </a:extLst>
                </a:gridCol>
                <a:gridCol w="2628900">
                  <a:extLst>
                    <a:ext uri="{9D8B030D-6E8A-4147-A177-3AD203B41FA5}">
                      <a16:colId xmlns:a16="http://schemas.microsoft.com/office/drawing/2014/main" val="3201980703"/>
                    </a:ext>
                  </a:extLst>
                </a:gridCol>
                <a:gridCol w="1587500">
                  <a:extLst>
                    <a:ext uri="{9D8B030D-6E8A-4147-A177-3AD203B41FA5}">
                      <a16:colId xmlns:a16="http://schemas.microsoft.com/office/drawing/2014/main" val="4134891632"/>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extLst>
                  <a:ext uri="{0D108BD9-81ED-4DB2-BD59-A6C34878D82A}">
                    <a16:rowId xmlns:a16="http://schemas.microsoft.com/office/drawing/2014/main" val="1875524506"/>
                  </a:ext>
                </a:extLst>
              </a:tr>
            </a:tbl>
          </a:graphicData>
        </a:graphic>
      </p:graphicFrame>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7318FDB-7C42-737B-8AC3-6978EE34F565}"/>
                  </a:ext>
                </a:extLst>
              </p:cNvPr>
              <p:cNvSpPr txBox="1"/>
              <p:nvPr/>
            </p:nvSpPr>
            <p:spPr>
              <a:xfrm>
                <a:off x="656084" y="8171890"/>
                <a:ext cx="459741"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7" name="TextBox 6">
                <a:extLst>
                  <a:ext uri="{FF2B5EF4-FFF2-40B4-BE49-F238E27FC236}">
                    <a16:creationId xmlns:a16="http://schemas.microsoft.com/office/drawing/2014/main" id="{A7318FDB-7C42-737B-8AC3-6978EE34F565}"/>
                  </a:ext>
                </a:extLst>
              </p:cNvPr>
              <p:cNvSpPr txBox="1">
                <a:spLocks noRot="1" noChangeAspect="1" noMove="1" noResize="1" noEditPoints="1" noAdjustHandles="1" noChangeArrowheads="1" noChangeShapeType="1" noTextEdit="1"/>
              </p:cNvSpPr>
              <p:nvPr/>
            </p:nvSpPr>
            <p:spPr>
              <a:xfrm>
                <a:off x="656084" y="8171890"/>
                <a:ext cx="459741" cy="461665"/>
              </a:xfrm>
              <a:prstGeom prst="rect">
                <a:avLst/>
              </a:prstGeom>
              <a:blipFill>
                <a:blip r:embed="rId7"/>
                <a:stretch>
                  <a:fillRect l="-16216" r="-8108"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A14D253-AC9D-949B-DA55-081D497EFC9A}"/>
                  </a:ext>
                </a:extLst>
              </p:cNvPr>
              <p:cNvSpPr txBox="1"/>
              <p:nvPr/>
            </p:nvSpPr>
            <p:spPr>
              <a:xfrm>
                <a:off x="2709545" y="8171890"/>
                <a:ext cx="46865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8" name="TextBox 7">
                <a:extLst>
                  <a:ext uri="{FF2B5EF4-FFF2-40B4-BE49-F238E27FC236}">
                    <a16:creationId xmlns:a16="http://schemas.microsoft.com/office/drawing/2014/main" id="{BA14D253-AC9D-949B-DA55-081D497EFC9A}"/>
                  </a:ext>
                </a:extLst>
              </p:cNvPr>
              <p:cNvSpPr txBox="1">
                <a:spLocks noRot="1" noChangeAspect="1" noMove="1" noResize="1" noEditPoints="1" noAdjustHandles="1" noChangeArrowheads="1" noChangeShapeType="1" noTextEdit="1"/>
              </p:cNvSpPr>
              <p:nvPr/>
            </p:nvSpPr>
            <p:spPr>
              <a:xfrm>
                <a:off x="2709545" y="8171890"/>
                <a:ext cx="468654" cy="461665"/>
              </a:xfrm>
              <a:prstGeom prst="rect">
                <a:avLst/>
              </a:prstGeom>
              <a:blipFill>
                <a:blip r:embed="rId8"/>
                <a:stretch>
                  <a:fillRect l="-18421" r="-5263"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3A6069C6-A07F-333C-B01D-6755BAA17E8E}"/>
                  </a:ext>
                </a:extLst>
              </p:cNvPr>
              <p:cNvSpPr txBox="1"/>
              <p:nvPr/>
            </p:nvSpPr>
            <p:spPr>
              <a:xfrm>
                <a:off x="4748828" y="8131061"/>
                <a:ext cx="46865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16" name="TextBox 15">
                <a:extLst>
                  <a:ext uri="{FF2B5EF4-FFF2-40B4-BE49-F238E27FC236}">
                    <a16:creationId xmlns:a16="http://schemas.microsoft.com/office/drawing/2014/main" id="{3A6069C6-A07F-333C-B01D-6755BAA17E8E}"/>
                  </a:ext>
                </a:extLst>
              </p:cNvPr>
              <p:cNvSpPr txBox="1">
                <a:spLocks noRot="1" noChangeAspect="1" noMove="1" noResize="1" noEditPoints="1" noAdjustHandles="1" noChangeArrowheads="1" noChangeShapeType="1" noTextEdit="1"/>
              </p:cNvSpPr>
              <p:nvPr/>
            </p:nvSpPr>
            <p:spPr>
              <a:xfrm>
                <a:off x="4748828" y="8131061"/>
                <a:ext cx="468654" cy="461665"/>
              </a:xfrm>
              <a:prstGeom prst="rect">
                <a:avLst/>
              </a:prstGeom>
              <a:blipFill>
                <a:blip r:embed="rId9"/>
                <a:stretch>
                  <a:fillRect l="-15789" r="-7895"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F6999C2E-590A-8A63-31B7-49AAEB1602FD}"/>
                  </a:ext>
                </a:extLst>
              </p:cNvPr>
              <p:cNvSpPr txBox="1"/>
              <p:nvPr/>
            </p:nvSpPr>
            <p:spPr>
              <a:xfrm>
                <a:off x="7614366" y="5440975"/>
                <a:ext cx="3775457"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m:t>
                      </m:r>
                      <m:r>
                        <a:rPr lang="en-US" sz="3000" b="0" i="1" smtClean="0">
                          <a:latin typeface="Cambria Math" panose="02040503050406030204" pitchFamily="18" charset="0"/>
                        </a:rPr>
                        <m:t>𝐷𝑖𝑟𝑖𝑐h𝑙𝑒𝑡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18" name="TextBox 17">
                <a:extLst>
                  <a:ext uri="{FF2B5EF4-FFF2-40B4-BE49-F238E27FC236}">
                    <a16:creationId xmlns:a16="http://schemas.microsoft.com/office/drawing/2014/main" id="{F6999C2E-590A-8A63-31B7-49AAEB1602FD}"/>
                  </a:ext>
                </a:extLst>
              </p:cNvPr>
              <p:cNvSpPr txBox="1">
                <a:spLocks noRot="1" noChangeAspect="1" noMove="1" noResize="1" noEditPoints="1" noAdjustHandles="1" noChangeArrowheads="1" noChangeShapeType="1" noTextEdit="1"/>
              </p:cNvSpPr>
              <p:nvPr/>
            </p:nvSpPr>
            <p:spPr>
              <a:xfrm>
                <a:off x="7614366" y="5440975"/>
                <a:ext cx="3775457" cy="461665"/>
              </a:xfrm>
              <a:prstGeom prst="rect">
                <a:avLst/>
              </a:prstGeom>
              <a:blipFill>
                <a:blip r:embed="rId10"/>
                <a:stretch>
                  <a:fillRect l="-1678"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object 54">
                <a:extLst>
                  <a:ext uri="{FF2B5EF4-FFF2-40B4-BE49-F238E27FC236}">
                    <a16:creationId xmlns:a16="http://schemas.microsoft.com/office/drawing/2014/main" id="{E8DCACAE-796B-664D-BAA2-CB8E6557CBC2}"/>
                  </a:ext>
                </a:extLst>
              </p:cNvPr>
              <p:cNvSpPr txBox="1">
                <a:spLocks noChangeArrowheads="1"/>
              </p:cNvSpPr>
              <p:nvPr/>
            </p:nvSpPr>
            <p:spPr bwMode="auto">
              <a:xfrm>
                <a:off x="6826274" y="6485608"/>
                <a:ext cx="5396910" cy="468333"/>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14:m>
                  <m:oMathPara xmlns:m="http://schemas.openxmlformats.org/officeDocument/2006/math">
                    <m:oMathParaPr>
                      <m:jc m:val="centerGroup"/>
                    </m:oMathParaPr>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panose="02040503050406030204" pitchFamily="18" charset="0"/>
                            </a:rPr>
                            <m:t>𝑧</m:t>
                          </m:r>
                        </m:e>
                        <m:sub>
                          <m:r>
                            <a:rPr lang="en-US" sz="3000" b="0" i="1" smtClean="0">
                              <a:latin typeface="Cambria Math" panose="02040503050406030204" pitchFamily="18" charset="0"/>
                            </a:rPr>
                            <m:t>𝑛</m:t>
                          </m:r>
                        </m:sub>
                      </m:sSub>
                      <m:r>
                        <a:rPr lang="en-US" sz="3000" b="0" i="1" smtClean="0">
                          <a:latin typeface="Cambria Math" panose="02040503050406030204" pitchFamily="18" charset="0"/>
                        </a:rPr>
                        <m:t> ∼</m:t>
                      </m:r>
                      <m:r>
                        <a:rPr lang="en-US" sz="3000" b="0" i="1" smtClean="0">
                          <a:latin typeface="Cambria Math" panose="02040503050406030204" pitchFamily="18" charset="0"/>
                        </a:rPr>
                        <m:t>𝐶𝑎𝑡𝑒𝑔𝑜𝑟𝑖𝑐𝑎𝑙</m:t>
                      </m:r>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oMath>
                  </m:oMathPara>
                </a14:m>
                <a:endParaRPr lang="ru-RU" altLang="en-US" sz="3000" baseline="-12000" dirty="0">
                  <a:latin typeface="Cambria" panose="02040503050406030204" pitchFamily="18" charset="0"/>
                </a:endParaRPr>
              </a:p>
            </p:txBody>
          </p:sp>
        </mc:Choice>
        <mc:Fallback>
          <p:sp>
            <p:nvSpPr>
              <p:cNvPr id="2" name="object 54">
                <a:extLst>
                  <a:ext uri="{FF2B5EF4-FFF2-40B4-BE49-F238E27FC236}">
                    <a16:creationId xmlns:a16="http://schemas.microsoft.com/office/drawing/2014/main" id="{E8DCACAE-796B-664D-BAA2-CB8E6557CBC2}"/>
                  </a:ext>
                </a:extLst>
              </p:cNvPr>
              <p:cNvSpPr txBox="1">
                <a:spLocks noRot="1" noChangeAspect="1" noMove="1" noResize="1" noEditPoints="1" noAdjustHandles="1" noChangeArrowheads="1" noChangeShapeType="1" noTextEdit="1"/>
              </p:cNvSpPr>
              <p:nvPr/>
            </p:nvSpPr>
            <p:spPr bwMode="auto">
              <a:xfrm>
                <a:off x="6826274" y="6485608"/>
                <a:ext cx="5396910" cy="468333"/>
              </a:xfrm>
              <a:prstGeom prst="rect">
                <a:avLst/>
              </a:prstGeom>
              <a:blipFill>
                <a:blip r:embed="rId11"/>
                <a:stretch>
                  <a:fillRect t="-2632" b="-421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B5DD7D7-E8FC-CDE8-0E7B-A422272A6A00}"/>
                  </a:ext>
                </a:extLst>
              </p:cNvPr>
              <p:cNvSpPr txBox="1"/>
              <p:nvPr/>
            </p:nvSpPr>
            <p:spPr>
              <a:xfrm>
                <a:off x="7916209" y="6384715"/>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 name="TextBox 4">
                <a:extLst>
                  <a:ext uri="{FF2B5EF4-FFF2-40B4-BE49-F238E27FC236}">
                    <a16:creationId xmlns:a16="http://schemas.microsoft.com/office/drawing/2014/main" id="{CB5DD7D7-E8FC-CDE8-0E7B-A422272A6A00}"/>
                  </a:ext>
                </a:extLst>
              </p:cNvPr>
              <p:cNvSpPr txBox="1">
                <a:spLocks noRot="1" noChangeAspect="1" noMove="1" noResize="1" noEditPoints="1" noAdjustHandles="1" noChangeArrowheads="1" noChangeShapeType="1" noTextEdit="1"/>
              </p:cNvSpPr>
              <p:nvPr/>
            </p:nvSpPr>
            <p:spPr>
              <a:xfrm>
                <a:off x="7916209" y="6384715"/>
                <a:ext cx="340734" cy="276999"/>
              </a:xfrm>
              <a:prstGeom prst="rect">
                <a:avLst/>
              </a:prstGeom>
              <a:blipFill>
                <a:blip r:embed="rId12"/>
                <a:stretch>
                  <a:fillRect l="-18519" r="-18519" b="-8696"/>
                </a:stretch>
              </a:blipFill>
            </p:spPr>
            <p:txBody>
              <a:bodyPr/>
              <a:lstStyle/>
              <a:p>
                <a:r>
                  <a:rPr lang="en-US">
                    <a:noFill/>
                  </a:rPr>
                  <a:t> </a:t>
                </a:r>
              </a:p>
            </p:txBody>
          </p:sp>
        </mc:Fallback>
      </mc:AlternateContent>
    </p:spTree>
    <p:extLst>
      <p:ext uri="{BB962C8B-B14F-4D97-AF65-F5344CB8AC3E}">
        <p14:creationId xmlns:p14="http://schemas.microsoft.com/office/powerpoint/2010/main" val="300206455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DFD9EF-0EA2-BD29-111B-39A10D2B2697}"/>
            </a:ext>
          </a:extLst>
        </p:cNvPr>
        <p:cNvGrpSpPr/>
        <p:nvPr/>
      </p:nvGrpSpPr>
      <p:grpSpPr>
        <a:xfrm>
          <a:off x="0" y="0"/>
          <a:ext cx="0" cy="0"/>
          <a:chOff x="0" y="0"/>
          <a:chExt cx="0" cy="0"/>
        </a:xfrm>
      </p:grpSpPr>
      <p:sp>
        <p:nvSpPr>
          <p:cNvPr id="47105" name="object 2" descr="$PPTXTitle">
            <a:extLst>
              <a:ext uri="{FF2B5EF4-FFF2-40B4-BE49-F238E27FC236}">
                <a16:creationId xmlns:a16="http://schemas.microsoft.com/office/drawing/2014/main" id="{059B0FAA-C3AC-6374-F0F0-2A16D8A164CC}"/>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dirty="0" err="1">
                <a:solidFill>
                  <a:srgbClr val="000000"/>
                </a:solidFill>
                <a:latin typeface="Arial" panose="020B0604020202020204" pitchFamily="34" charset="0"/>
                <a:cs typeface="Calibri" panose="020F0502020204030204" pitchFamily="34" charset="0"/>
              </a:rPr>
              <a:t>Generative</a:t>
            </a:r>
            <a:r>
              <a:rPr lang="ru-RU" altLang="en-US" dirty="0">
                <a:solidFill>
                  <a:srgbClr val="000000"/>
                </a:solidFill>
                <a:latin typeface="Arial" panose="020B0604020202020204" pitchFamily="34" charset="0"/>
                <a:cs typeface="Calibri" panose="020F0502020204030204" pitchFamily="34" charset="0"/>
              </a:rPr>
              <a:t> </a:t>
            </a:r>
            <a:r>
              <a:rPr lang="ru-RU" altLang="en-US" dirty="0" err="1">
                <a:solidFill>
                  <a:srgbClr val="000000"/>
                </a:solidFill>
                <a:latin typeface="Arial" panose="020B0604020202020204" pitchFamily="34" charset="0"/>
                <a:cs typeface="Calibri" panose="020F0502020204030204" pitchFamily="34" charset="0"/>
              </a:rPr>
              <a:t>model</a:t>
            </a:r>
            <a:endParaRPr lang="ru-RU" altLang="en-US" dirty="0">
              <a:solidFill>
                <a:srgbClr val="000000"/>
              </a:solidFill>
              <a:latin typeface="Arial" panose="020B0604020202020204" pitchFamily="34" charset="0"/>
              <a:cs typeface="Calibri" panose="020F0502020204030204" pitchFamily="34" charset="0"/>
            </a:endParaRPr>
          </a:p>
        </p:txBody>
      </p:sp>
      <p:sp>
        <p:nvSpPr>
          <p:cNvPr id="47108" name="object 50">
            <a:extLst>
              <a:ext uri="{FF2B5EF4-FFF2-40B4-BE49-F238E27FC236}">
                <a16:creationId xmlns:a16="http://schemas.microsoft.com/office/drawing/2014/main" id="{A8204EEB-2B82-EC55-5B37-8DF961527D9C}"/>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6</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528C94D-56CB-1ADE-427D-6B624B44AF7E}"/>
                  </a:ext>
                </a:extLst>
              </p:cNvPr>
              <p:cNvSpPr txBox="1"/>
              <p:nvPr/>
            </p:nvSpPr>
            <p:spPr>
              <a:xfrm>
                <a:off x="957784" y="1575516"/>
                <a:ext cx="1052666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d>
                        <m:dPr>
                          <m:endChr m:val="|"/>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𝑑𝑎𝑡𝑎</m:t>
                          </m:r>
                          <m:r>
                            <a:rPr lang="en-US" sz="3000" b="0" i="1" smtClean="0">
                              <a:latin typeface="Cambria Math" panose="02040503050406030204" pitchFamily="18" charset="0"/>
                              <a:ea typeface="Cambria Math" panose="02040503050406030204" pitchFamily="18" charset="0"/>
                            </a:rPr>
                            <m:t> </m:t>
                          </m:r>
                        </m:e>
                      </m:d>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ℙ</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𝑝𝑎𝑟𝑎𝑚𝑒𝑡𝑒𝑟𝑠</m:t>
                      </m:r>
                      <m:r>
                        <a:rPr lang="en-US" sz="3000" b="0" i="1" smtClean="0">
                          <a:latin typeface="Cambria Math" panose="02040503050406030204" pitchFamily="18" charset="0"/>
                          <a:ea typeface="Cambria Math" panose="02040503050406030204" pitchFamily="18" charset="0"/>
                        </a:rPr>
                        <m:t>)</m:t>
                      </m:r>
                    </m:oMath>
                  </m:oMathPara>
                </a14:m>
                <a:endParaRPr lang="en-US" sz="3000" dirty="0"/>
              </a:p>
            </p:txBody>
          </p:sp>
        </mc:Choice>
        <mc:Fallback>
          <p:sp>
            <p:nvSpPr>
              <p:cNvPr id="3" name="TextBox 2">
                <a:extLst>
                  <a:ext uri="{FF2B5EF4-FFF2-40B4-BE49-F238E27FC236}">
                    <a16:creationId xmlns:a16="http://schemas.microsoft.com/office/drawing/2014/main" id="{A528C94D-56CB-1ADE-427D-6B624B44AF7E}"/>
                  </a:ext>
                </a:extLst>
              </p:cNvPr>
              <p:cNvSpPr txBox="1">
                <a:spLocks noRot="1" noChangeAspect="1" noMove="1" noResize="1" noEditPoints="1" noAdjustHandles="1" noChangeArrowheads="1" noChangeShapeType="1" noTextEdit="1"/>
              </p:cNvSpPr>
              <p:nvPr/>
            </p:nvSpPr>
            <p:spPr>
              <a:xfrm>
                <a:off x="957784" y="1575516"/>
                <a:ext cx="10526664" cy="461665"/>
              </a:xfrm>
              <a:prstGeom prst="rect">
                <a:avLst/>
              </a:prstGeom>
              <a:blipFill>
                <a:blip r:embed="rId3"/>
                <a:stretch>
                  <a:fillRect l="-361" t="-7895" r="-843" b="-3421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0DBD25EB-40AE-81E5-C942-70B877EC7E62}"/>
              </a:ext>
            </a:extLst>
          </p:cNvPr>
          <p:cNvSpPr txBox="1"/>
          <p:nvPr/>
        </p:nvSpPr>
        <p:spPr>
          <a:xfrm>
            <a:off x="6790432" y="3040782"/>
            <a:ext cx="5207551"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Finite Gaussian mixture model (K clusters)</a:t>
            </a:r>
          </a:p>
        </p:txBody>
      </p:sp>
      <p:sp>
        <p:nvSpPr>
          <p:cNvPr id="15" name="object 9">
            <a:extLst>
              <a:ext uri="{FF2B5EF4-FFF2-40B4-BE49-F238E27FC236}">
                <a16:creationId xmlns:a16="http://schemas.microsoft.com/office/drawing/2014/main" id="{66E4BD4F-6ACC-6D9D-61B5-E2F96B2DD624}"/>
              </a:ext>
            </a:extLst>
          </p:cNvPr>
          <p:cNvSpPr>
            <a:spLocks/>
          </p:cNvSpPr>
          <p:nvPr/>
        </p:nvSpPr>
        <p:spPr bwMode="auto">
          <a:xfrm>
            <a:off x="1905000" y="4305300"/>
            <a:ext cx="203200" cy="215900"/>
          </a:xfrm>
          <a:custGeom>
            <a:avLst/>
            <a:gdLst>
              <a:gd name="T0" fmla="*/ 0 w 203200"/>
              <a:gd name="T1" fmla="*/ 0 h 215900"/>
              <a:gd name="T2" fmla="*/ 203200 w 203200"/>
              <a:gd name="T3" fmla="*/ 0 h 215900"/>
              <a:gd name="T4" fmla="*/ 203200 w 203200"/>
              <a:gd name="T5" fmla="*/ 215900 h 215900"/>
              <a:gd name="T6" fmla="*/ 0 w 203200"/>
              <a:gd name="T7" fmla="*/ 215900 h 215900"/>
              <a:gd name="T8" fmla="*/ 0 w 203200"/>
              <a:gd name="T9" fmla="*/ 0 h 2159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15900">
                <a:moveTo>
                  <a:pt x="0" y="0"/>
                </a:moveTo>
                <a:lnTo>
                  <a:pt x="203200" y="0"/>
                </a:lnTo>
                <a:lnTo>
                  <a:pt x="203200" y="215900"/>
                </a:lnTo>
                <a:lnTo>
                  <a:pt x="0" y="2159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20652543-5BA3-C2BC-E325-4C3535DC7DE7}"/>
                  </a:ext>
                </a:extLst>
              </p:cNvPr>
              <p:cNvSpPr txBox="1"/>
              <p:nvPr/>
            </p:nvSpPr>
            <p:spPr>
              <a:xfrm>
                <a:off x="7614366" y="4710238"/>
                <a:ext cx="251094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oMath>
                  </m:oMathPara>
                </a14:m>
                <a:endParaRPr lang="en-US" sz="3000" dirty="0"/>
              </a:p>
            </p:txBody>
          </p:sp>
        </mc:Choice>
        <mc:Fallback>
          <p:sp>
            <p:nvSpPr>
              <p:cNvPr id="19" name="TextBox 18">
                <a:extLst>
                  <a:ext uri="{FF2B5EF4-FFF2-40B4-BE49-F238E27FC236}">
                    <a16:creationId xmlns:a16="http://schemas.microsoft.com/office/drawing/2014/main" id="{20652543-5BA3-C2BC-E325-4C3535DC7DE7}"/>
                  </a:ext>
                </a:extLst>
              </p:cNvPr>
              <p:cNvSpPr txBox="1">
                <a:spLocks noRot="1" noChangeAspect="1" noMove="1" noResize="1" noEditPoints="1" noAdjustHandles="1" noChangeArrowheads="1" noChangeShapeType="1" noTextEdit="1"/>
              </p:cNvSpPr>
              <p:nvPr/>
            </p:nvSpPr>
            <p:spPr>
              <a:xfrm>
                <a:off x="7614366" y="4710238"/>
                <a:ext cx="2510944" cy="461665"/>
              </a:xfrm>
              <a:prstGeom prst="rect">
                <a:avLst/>
              </a:prstGeom>
              <a:blipFill>
                <a:blip r:embed="rId4"/>
                <a:stretch>
                  <a:fillRect l="-3015"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CCE57A6D-C13B-5074-4FF0-2EE1DC1950D5}"/>
                  </a:ext>
                </a:extLst>
              </p:cNvPr>
              <p:cNvSpPr txBox="1"/>
              <p:nvPr/>
            </p:nvSpPr>
            <p:spPr>
              <a:xfrm>
                <a:off x="8086576" y="4599801"/>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20" name="TextBox 19">
                <a:extLst>
                  <a:ext uri="{FF2B5EF4-FFF2-40B4-BE49-F238E27FC236}">
                    <a16:creationId xmlns:a16="http://schemas.microsoft.com/office/drawing/2014/main" id="{CCE57A6D-C13B-5074-4FF0-2EE1DC1950D5}"/>
                  </a:ext>
                </a:extLst>
              </p:cNvPr>
              <p:cNvSpPr txBox="1">
                <a:spLocks noRot="1" noChangeAspect="1" noMove="1" noResize="1" noEditPoints="1" noAdjustHandles="1" noChangeArrowheads="1" noChangeShapeType="1" noTextEdit="1"/>
              </p:cNvSpPr>
              <p:nvPr/>
            </p:nvSpPr>
            <p:spPr>
              <a:xfrm>
                <a:off x="8086576" y="4599801"/>
                <a:ext cx="340734" cy="276999"/>
              </a:xfrm>
              <a:prstGeom prst="rect">
                <a:avLst/>
              </a:prstGeom>
              <a:blipFill>
                <a:blip r:embed="rId5"/>
                <a:stretch>
                  <a:fillRect l="-14286" r="-14286" b="-9091"/>
                </a:stretch>
              </a:blipFill>
            </p:spPr>
            <p:txBody>
              <a:bodyPr/>
              <a:lstStyle/>
              <a:p>
                <a:r>
                  <a:rPr lang="en-US">
                    <a:noFill/>
                  </a:rPr>
                  <a:t> </a:t>
                </a:r>
              </a:p>
            </p:txBody>
          </p:sp>
        </mc:Fallback>
      </mc:AlternateContent>
      <p:graphicFrame>
        <p:nvGraphicFramePr>
          <p:cNvPr id="6" name="object 3">
            <a:extLst>
              <a:ext uri="{FF2B5EF4-FFF2-40B4-BE49-F238E27FC236}">
                <a16:creationId xmlns:a16="http://schemas.microsoft.com/office/drawing/2014/main" id="{028BB886-CAAE-887A-3C66-C9DFAF21A391}"/>
              </a:ext>
            </a:extLst>
          </p:cNvPr>
          <p:cNvGraphicFramePr>
            <a:graphicFrameLocks noGrp="1"/>
          </p:cNvGraphicFramePr>
          <p:nvPr/>
        </p:nvGraphicFramePr>
        <p:xfrm>
          <a:off x="531813" y="7363904"/>
          <a:ext cx="5118100" cy="622300"/>
        </p:xfrm>
        <a:graphic>
          <a:graphicData uri="http://schemas.openxmlformats.org/drawingml/2006/table">
            <a:tbl>
              <a:tblPr/>
              <a:tblGrid>
                <a:gridCol w="901700">
                  <a:extLst>
                    <a:ext uri="{9D8B030D-6E8A-4147-A177-3AD203B41FA5}">
                      <a16:colId xmlns:a16="http://schemas.microsoft.com/office/drawing/2014/main" val="261054691"/>
                    </a:ext>
                  </a:extLst>
                </a:gridCol>
                <a:gridCol w="2628900">
                  <a:extLst>
                    <a:ext uri="{9D8B030D-6E8A-4147-A177-3AD203B41FA5}">
                      <a16:colId xmlns:a16="http://schemas.microsoft.com/office/drawing/2014/main" val="3201980703"/>
                    </a:ext>
                  </a:extLst>
                </a:gridCol>
                <a:gridCol w="1587500">
                  <a:extLst>
                    <a:ext uri="{9D8B030D-6E8A-4147-A177-3AD203B41FA5}">
                      <a16:colId xmlns:a16="http://schemas.microsoft.com/office/drawing/2014/main" val="4134891632"/>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extLst>
                  <a:ext uri="{0D108BD9-81ED-4DB2-BD59-A6C34878D82A}">
                    <a16:rowId xmlns:a16="http://schemas.microsoft.com/office/drawing/2014/main" val="1875524506"/>
                  </a:ext>
                </a:extLst>
              </a:tr>
            </a:tbl>
          </a:graphicData>
        </a:graphic>
      </p:graphicFrame>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ADEE875-91E6-549B-73B8-097DB5053C8F}"/>
                  </a:ext>
                </a:extLst>
              </p:cNvPr>
              <p:cNvSpPr txBox="1"/>
              <p:nvPr/>
            </p:nvSpPr>
            <p:spPr>
              <a:xfrm>
                <a:off x="656084" y="8171890"/>
                <a:ext cx="459741"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7" name="TextBox 6">
                <a:extLst>
                  <a:ext uri="{FF2B5EF4-FFF2-40B4-BE49-F238E27FC236}">
                    <a16:creationId xmlns:a16="http://schemas.microsoft.com/office/drawing/2014/main" id="{DADEE875-91E6-549B-73B8-097DB5053C8F}"/>
                  </a:ext>
                </a:extLst>
              </p:cNvPr>
              <p:cNvSpPr txBox="1">
                <a:spLocks noRot="1" noChangeAspect="1" noMove="1" noResize="1" noEditPoints="1" noAdjustHandles="1" noChangeArrowheads="1" noChangeShapeType="1" noTextEdit="1"/>
              </p:cNvSpPr>
              <p:nvPr/>
            </p:nvSpPr>
            <p:spPr>
              <a:xfrm>
                <a:off x="656084" y="8171890"/>
                <a:ext cx="459741" cy="461665"/>
              </a:xfrm>
              <a:prstGeom prst="rect">
                <a:avLst/>
              </a:prstGeom>
              <a:blipFill>
                <a:blip r:embed="rId6"/>
                <a:stretch>
                  <a:fillRect l="-16216" r="-8108"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4660B499-B2D9-A37C-2CD6-688BE5E94F12}"/>
                  </a:ext>
                </a:extLst>
              </p:cNvPr>
              <p:cNvSpPr txBox="1"/>
              <p:nvPr/>
            </p:nvSpPr>
            <p:spPr>
              <a:xfrm>
                <a:off x="2709545" y="8171890"/>
                <a:ext cx="46865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8" name="TextBox 7">
                <a:extLst>
                  <a:ext uri="{FF2B5EF4-FFF2-40B4-BE49-F238E27FC236}">
                    <a16:creationId xmlns:a16="http://schemas.microsoft.com/office/drawing/2014/main" id="{4660B499-B2D9-A37C-2CD6-688BE5E94F12}"/>
                  </a:ext>
                </a:extLst>
              </p:cNvPr>
              <p:cNvSpPr txBox="1">
                <a:spLocks noRot="1" noChangeAspect="1" noMove="1" noResize="1" noEditPoints="1" noAdjustHandles="1" noChangeArrowheads="1" noChangeShapeType="1" noTextEdit="1"/>
              </p:cNvSpPr>
              <p:nvPr/>
            </p:nvSpPr>
            <p:spPr>
              <a:xfrm>
                <a:off x="2709545" y="8171890"/>
                <a:ext cx="468654" cy="461665"/>
              </a:xfrm>
              <a:prstGeom prst="rect">
                <a:avLst/>
              </a:prstGeom>
              <a:blipFill>
                <a:blip r:embed="rId7"/>
                <a:stretch>
                  <a:fillRect l="-18421" r="-5263"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03C995B-109D-73F2-DCF4-2427CBF347DC}"/>
                  </a:ext>
                </a:extLst>
              </p:cNvPr>
              <p:cNvSpPr txBox="1"/>
              <p:nvPr/>
            </p:nvSpPr>
            <p:spPr>
              <a:xfrm>
                <a:off x="4748828" y="8131061"/>
                <a:ext cx="468654"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16" name="TextBox 15">
                <a:extLst>
                  <a:ext uri="{FF2B5EF4-FFF2-40B4-BE49-F238E27FC236}">
                    <a16:creationId xmlns:a16="http://schemas.microsoft.com/office/drawing/2014/main" id="{103C995B-109D-73F2-DCF4-2427CBF347DC}"/>
                  </a:ext>
                </a:extLst>
              </p:cNvPr>
              <p:cNvSpPr txBox="1">
                <a:spLocks noRot="1" noChangeAspect="1" noMove="1" noResize="1" noEditPoints="1" noAdjustHandles="1" noChangeArrowheads="1" noChangeShapeType="1" noTextEdit="1"/>
              </p:cNvSpPr>
              <p:nvPr/>
            </p:nvSpPr>
            <p:spPr>
              <a:xfrm>
                <a:off x="4748828" y="8131061"/>
                <a:ext cx="468654" cy="461665"/>
              </a:xfrm>
              <a:prstGeom prst="rect">
                <a:avLst/>
              </a:prstGeom>
              <a:blipFill>
                <a:blip r:embed="rId8"/>
                <a:stretch>
                  <a:fillRect l="-15789" r="-7895"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5E752E3-2A5E-CC55-EF54-5981A4BE3025}"/>
                  </a:ext>
                </a:extLst>
              </p:cNvPr>
              <p:cNvSpPr txBox="1"/>
              <p:nvPr/>
            </p:nvSpPr>
            <p:spPr>
              <a:xfrm>
                <a:off x="7614366" y="5440975"/>
                <a:ext cx="3775457"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m:t>
                      </m:r>
                      <m:r>
                        <a:rPr lang="en-US" sz="3000" b="0" i="1" smtClean="0">
                          <a:latin typeface="Cambria Math" panose="02040503050406030204" pitchFamily="18" charset="0"/>
                        </a:rPr>
                        <m:t>𝐷𝑖𝑟𝑖𝑐h𝑙𝑒𝑡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18" name="TextBox 17">
                <a:extLst>
                  <a:ext uri="{FF2B5EF4-FFF2-40B4-BE49-F238E27FC236}">
                    <a16:creationId xmlns:a16="http://schemas.microsoft.com/office/drawing/2014/main" id="{35E752E3-2A5E-CC55-EF54-5981A4BE3025}"/>
                  </a:ext>
                </a:extLst>
              </p:cNvPr>
              <p:cNvSpPr txBox="1">
                <a:spLocks noRot="1" noChangeAspect="1" noMove="1" noResize="1" noEditPoints="1" noAdjustHandles="1" noChangeArrowheads="1" noChangeShapeType="1" noTextEdit="1"/>
              </p:cNvSpPr>
              <p:nvPr/>
            </p:nvSpPr>
            <p:spPr>
              <a:xfrm>
                <a:off x="7614366" y="5440975"/>
                <a:ext cx="3775457" cy="461665"/>
              </a:xfrm>
              <a:prstGeom prst="rect">
                <a:avLst/>
              </a:prstGeom>
              <a:blipFill>
                <a:blip r:embed="rId9"/>
                <a:stretch>
                  <a:fillRect l="-1678"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object 54">
                <a:extLst>
                  <a:ext uri="{FF2B5EF4-FFF2-40B4-BE49-F238E27FC236}">
                    <a16:creationId xmlns:a16="http://schemas.microsoft.com/office/drawing/2014/main" id="{6625A018-87F5-20A0-7018-17826AB12323}"/>
                  </a:ext>
                </a:extLst>
              </p:cNvPr>
              <p:cNvSpPr txBox="1">
                <a:spLocks noChangeArrowheads="1"/>
              </p:cNvSpPr>
              <p:nvPr/>
            </p:nvSpPr>
            <p:spPr bwMode="auto">
              <a:xfrm>
                <a:off x="6826274" y="6485608"/>
                <a:ext cx="5396910" cy="468333"/>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25"/>
                  </a:spcBef>
                  <a:buSzPct val="100000"/>
                  <a:buFont typeface="Calibri" panose="020F0502020204030204" pitchFamily="34" charset="0"/>
                  <a:buNone/>
                </a:pPr>
                <a14:m>
                  <m:oMathPara xmlns:m="http://schemas.openxmlformats.org/officeDocument/2006/math">
                    <m:oMathParaPr>
                      <m:jc m:val="centerGroup"/>
                    </m:oMathParaPr>
                    <m:oMath xmlns:m="http://schemas.openxmlformats.org/officeDocument/2006/math">
                      <m:sSub>
                        <m:sSubPr>
                          <m:ctrlPr>
                            <a:rPr lang="en-US" sz="3000" i="1" smtClean="0">
                              <a:latin typeface="Cambria Math" panose="02040503050406030204" pitchFamily="18" charset="0"/>
                            </a:rPr>
                          </m:ctrlPr>
                        </m:sSubPr>
                        <m:e>
                          <m:r>
                            <a:rPr lang="en-US" sz="3000" b="0" i="1" smtClean="0">
                              <a:latin typeface="Cambria Math" panose="02040503050406030204" pitchFamily="18" charset="0"/>
                            </a:rPr>
                            <m:t>𝑧</m:t>
                          </m:r>
                        </m:e>
                        <m:sub>
                          <m:r>
                            <a:rPr lang="en-US" sz="3000" b="0" i="1" smtClean="0">
                              <a:latin typeface="Cambria Math" panose="02040503050406030204" pitchFamily="18" charset="0"/>
                            </a:rPr>
                            <m:t>𝑛</m:t>
                          </m:r>
                        </m:sub>
                      </m:sSub>
                      <m:r>
                        <a:rPr lang="en-US" sz="3000" b="0" i="1" smtClean="0">
                          <a:latin typeface="Cambria Math" panose="02040503050406030204" pitchFamily="18" charset="0"/>
                        </a:rPr>
                        <m:t> ∼</m:t>
                      </m:r>
                      <m:r>
                        <a:rPr lang="en-US" sz="3000" b="0" i="1" smtClean="0">
                          <a:latin typeface="Cambria Math" panose="02040503050406030204" pitchFamily="18" charset="0"/>
                        </a:rPr>
                        <m:t>𝐶𝑎𝑡𝑒𝑔𝑜𝑟𝑖𝑐𝑎𝑙</m:t>
                      </m:r>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oMath>
                  </m:oMathPara>
                </a14:m>
                <a:endParaRPr lang="ru-RU" altLang="en-US" sz="3000" baseline="-12000" dirty="0">
                  <a:latin typeface="Cambria" panose="02040503050406030204" pitchFamily="18" charset="0"/>
                </a:endParaRPr>
              </a:p>
            </p:txBody>
          </p:sp>
        </mc:Choice>
        <mc:Fallback>
          <p:sp>
            <p:nvSpPr>
              <p:cNvPr id="2" name="object 54">
                <a:extLst>
                  <a:ext uri="{FF2B5EF4-FFF2-40B4-BE49-F238E27FC236}">
                    <a16:creationId xmlns:a16="http://schemas.microsoft.com/office/drawing/2014/main" id="{6625A018-87F5-20A0-7018-17826AB12323}"/>
                  </a:ext>
                </a:extLst>
              </p:cNvPr>
              <p:cNvSpPr txBox="1">
                <a:spLocks noRot="1" noChangeAspect="1" noMove="1" noResize="1" noEditPoints="1" noAdjustHandles="1" noChangeArrowheads="1" noChangeShapeType="1" noTextEdit="1"/>
              </p:cNvSpPr>
              <p:nvPr/>
            </p:nvSpPr>
            <p:spPr bwMode="auto">
              <a:xfrm>
                <a:off x="6826274" y="6485608"/>
                <a:ext cx="5396910" cy="468333"/>
              </a:xfrm>
              <a:prstGeom prst="rect">
                <a:avLst/>
              </a:prstGeom>
              <a:blipFill>
                <a:blip r:embed="rId10"/>
                <a:stretch>
                  <a:fillRect t="-2632" b="-421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8F6E019-C1CB-1CF2-B934-EAA70A653007}"/>
                  </a:ext>
                </a:extLst>
              </p:cNvPr>
              <p:cNvSpPr txBox="1"/>
              <p:nvPr/>
            </p:nvSpPr>
            <p:spPr>
              <a:xfrm>
                <a:off x="7916209" y="6384715"/>
                <a:ext cx="3407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 name="TextBox 4">
                <a:extLst>
                  <a:ext uri="{FF2B5EF4-FFF2-40B4-BE49-F238E27FC236}">
                    <a16:creationId xmlns:a16="http://schemas.microsoft.com/office/drawing/2014/main" id="{68F6E019-C1CB-1CF2-B934-EAA70A653007}"/>
                  </a:ext>
                </a:extLst>
              </p:cNvPr>
              <p:cNvSpPr txBox="1">
                <a:spLocks noRot="1" noChangeAspect="1" noMove="1" noResize="1" noEditPoints="1" noAdjustHandles="1" noChangeArrowheads="1" noChangeShapeType="1" noTextEdit="1"/>
              </p:cNvSpPr>
              <p:nvPr/>
            </p:nvSpPr>
            <p:spPr>
              <a:xfrm>
                <a:off x="7916209" y="6384715"/>
                <a:ext cx="340734" cy="276999"/>
              </a:xfrm>
              <a:prstGeom prst="rect">
                <a:avLst/>
              </a:prstGeom>
              <a:blipFill>
                <a:blip r:embed="rId11"/>
                <a:stretch>
                  <a:fillRect l="-18519" r="-18519" b="-8696"/>
                </a:stretch>
              </a:blipFill>
            </p:spPr>
            <p:txBody>
              <a:bodyPr/>
              <a:lstStyle/>
              <a:p>
                <a:r>
                  <a:rPr lang="en-US">
                    <a:noFill/>
                  </a:rPr>
                  <a:t> </a:t>
                </a:r>
              </a:p>
            </p:txBody>
          </p:sp>
        </mc:Fallback>
      </mc:AlternateContent>
      <p:grpSp>
        <p:nvGrpSpPr>
          <p:cNvPr id="21" name="object 6">
            <a:extLst>
              <a:ext uri="{FF2B5EF4-FFF2-40B4-BE49-F238E27FC236}">
                <a16:creationId xmlns:a16="http://schemas.microsoft.com/office/drawing/2014/main" id="{FC929C93-D983-E702-7D63-08A7719D6030}"/>
              </a:ext>
            </a:extLst>
          </p:cNvPr>
          <p:cNvGrpSpPr>
            <a:grpSpLocks/>
          </p:cNvGrpSpPr>
          <p:nvPr/>
        </p:nvGrpSpPr>
        <p:grpSpPr bwMode="auto">
          <a:xfrm>
            <a:off x="541460" y="3017724"/>
            <a:ext cx="4845050" cy="3702050"/>
            <a:chOff x="532130" y="3055620"/>
            <a:chExt cx="4845685" cy="3702685"/>
          </a:xfrm>
        </p:grpSpPr>
        <p:sp>
          <p:nvSpPr>
            <p:cNvPr id="22" name="object 7">
              <a:extLst>
                <a:ext uri="{FF2B5EF4-FFF2-40B4-BE49-F238E27FC236}">
                  <a16:creationId xmlns:a16="http://schemas.microsoft.com/office/drawing/2014/main" id="{CDC4D23A-2E5E-E35F-F784-2AF8263AD3C1}"/>
                </a:ext>
              </a:extLst>
            </p:cNvPr>
            <p:cNvSpPr>
              <a:spLocks/>
            </p:cNvSpPr>
            <p:nvPr/>
          </p:nvSpPr>
          <p:spPr bwMode="auto">
            <a:xfrm>
              <a:off x="615949" y="3162299"/>
              <a:ext cx="0" cy="3517900"/>
            </a:xfrm>
            <a:custGeom>
              <a:avLst/>
              <a:gdLst>
                <a:gd name="T0" fmla="*/ 0 w 21600"/>
                <a:gd name="T1" fmla="*/ 0 h 3517900"/>
                <a:gd name="T2" fmla="*/ 0 w 21600"/>
                <a:gd name="T3" fmla="*/ 23351 h 3517900"/>
                <a:gd name="T4" fmla="*/ 0 w 21600"/>
                <a:gd name="T5" fmla="*/ 3517900 h 3517900"/>
                <a:gd name="T6" fmla="*/ 0 60000 65536"/>
                <a:gd name="T7" fmla="*/ 0 60000 65536"/>
                <a:gd name="T8" fmla="*/ 0 60000 65536"/>
              </a:gdLst>
              <a:ahLst/>
              <a:cxnLst>
                <a:cxn ang="T6">
                  <a:pos x="T0" y="T1"/>
                </a:cxn>
                <a:cxn ang="T7">
                  <a:pos x="T2" y="T3"/>
                </a:cxn>
                <a:cxn ang="T8">
                  <a:pos x="T4" y="T5"/>
                </a:cxn>
              </a:cxnLst>
              <a:rect l="0" t="0" r="r" b="b"/>
              <a:pathLst>
                <a:path w="21600" h="3517900">
                  <a:moveTo>
                    <a:pt x="0" y="0"/>
                  </a:moveTo>
                  <a:lnTo>
                    <a:pt x="0" y="23351"/>
                  </a:lnTo>
                  <a:lnTo>
                    <a:pt x="0" y="3517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23" name="object 8">
              <a:extLst>
                <a:ext uri="{FF2B5EF4-FFF2-40B4-BE49-F238E27FC236}">
                  <a16:creationId xmlns:a16="http://schemas.microsoft.com/office/drawing/2014/main" id="{5C02FBF9-BF98-2167-7F08-80262DA027E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2130" y="3055620"/>
              <a:ext cx="167640" cy="16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24" name="object 9">
              <a:extLst>
                <a:ext uri="{FF2B5EF4-FFF2-40B4-BE49-F238E27FC236}">
                  <a16:creationId xmlns:a16="http://schemas.microsoft.com/office/drawing/2014/main" id="{7B14F591-560C-1ED7-090E-21BEEAB43DA3}"/>
                </a:ext>
              </a:extLst>
            </p:cNvPr>
            <p:cNvSpPr>
              <a:spLocks/>
            </p:cNvSpPr>
            <p:nvPr/>
          </p:nvSpPr>
          <p:spPr bwMode="auto">
            <a:xfrm>
              <a:off x="609599" y="6673849"/>
              <a:ext cx="4660900" cy="0"/>
            </a:xfrm>
            <a:custGeom>
              <a:avLst/>
              <a:gdLst>
                <a:gd name="T0" fmla="*/ 4660899 w 4660900"/>
                <a:gd name="T1" fmla="*/ 0 h 21600"/>
                <a:gd name="T2" fmla="*/ 4643611 w 4660900"/>
                <a:gd name="T3" fmla="*/ 0 h 21600"/>
                <a:gd name="T4" fmla="*/ 0 w 4660900"/>
                <a:gd name="T5" fmla="*/ 0 h 21600"/>
                <a:gd name="T6" fmla="*/ 0 60000 65536"/>
                <a:gd name="T7" fmla="*/ 0 60000 65536"/>
                <a:gd name="T8" fmla="*/ 0 60000 65536"/>
              </a:gdLst>
              <a:ahLst/>
              <a:cxnLst>
                <a:cxn ang="T6">
                  <a:pos x="T0" y="T1"/>
                </a:cxn>
                <a:cxn ang="T7">
                  <a:pos x="T2" y="T3"/>
                </a:cxn>
                <a:cxn ang="T8">
                  <a:pos x="T4" y="T5"/>
                </a:cxn>
              </a:cxnLst>
              <a:rect l="0" t="0" r="r" b="b"/>
              <a:pathLst>
                <a:path w="4660900" h="21600">
                  <a:moveTo>
                    <a:pt x="4660899" y="0"/>
                  </a:moveTo>
                  <a:lnTo>
                    <a:pt x="4643611"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5" name="object 10">
              <a:extLst>
                <a:ext uri="{FF2B5EF4-FFF2-40B4-BE49-F238E27FC236}">
                  <a16:creationId xmlns:a16="http://schemas.microsoft.com/office/drawing/2014/main" id="{F7D7DEEE-B633-545D-9DC2-610F1E2BCBB7}"/>
                </a:ext>
              </a:extLst>
            </p:cNvPr>
            <p:cNvSpPr>
              <a:spLocks/>
            </p:cNvSpPr>
            <p:nvPr/>
          </p:nvSpPr>
          <p:spPr bwMode="auto">
            <a:xfrm>
              <a:off x="5209499" y="6590059"/>
              <a:ext cx="168275" cy="167640"/>
            </a:xfrm>
            <a:custGeom>
              <a:avLst/>
              <a:gdLst>
                <a:gd name="T0" fmla="*/ 0 w 168275"/>
                <a:gd name="T1" fmla="*/ 0 h 167640"/>
                <a:gd name="T2" fmla="*/ 41950 w 168275"/>
                <a:gd name="T3" fmla="*/ 83799 h 167640"/>
                <a:gd name="T4" fmla="*/ 81 w 168275"/>
                <a:gd name="T5" fmla="*/ 167640 h 167640"/>
                <a:gd name="T6" fmla="*/ 167558 w 168275"/>
                <a:gd name="T7" fmla="*/ 83799 h 167640"/>
                <a:gd name="T8" fmla="*/ 167802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40"/>
                  </a:lnTo>
                  <a:lnTo>
                    <a:pt x="167558" y="83799"/>
                  </a:lnTo>
                  <a:lnTo>
                    <a:pt x="167802"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pic>
          <p:nvPicPr>
            <p:cNvPr id="26" name="object 11">
              <a:extLst>
                <a:ext uri="{FF2B5EF4-FFF2-40B4-BE49-F238E27FC236}">
                  <a16:creationId xmlns:a16="http://schemas.microsoft.com/office/drawing/2014/main" id="{7C6829BA-C300-2D1F-2BD9-F65DC4584A2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2323" y="578483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7" name="object 12">
              <a:extLst>
                <a:ext uri="{FF2B5EF4-FFF2-40B4-BE49-F238E27FC236}">
                  <a16:creationId xmlns:a16="http://schemas.microsoft.com/office/drawing/2014/main" id="{2B22B1CC-9894-8D7B-8503-8F2D82232F3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7261" y="5674348"/>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8" name="object 13">
              <a:extLst>
                <a:ext uri="{FF2B5EF4-FFF2-40B4-BE49-F238E27FC236}">
                  <a16:creationId xmlns:a16="http://schemas.microsoft.com/office/drawing/2014/main" id="{0342A70C-A598-89A7-FC9F-92713553037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83603" y="589532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29" name="object 14">
              <a:extLst>
                <a:ext uri="{FF2B5EF4-FFF2-40B4-BE49-F238E27FC236}">
                  <a16:creationId xmlns:a16="http://schemas.microsoft.com/office/drawing/2014/main" id="{F5A6380A-94D6-9EFA-61CC-3DA69BAE56F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0612" y="578483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0" name="object 15">
              <a:extLst>
                <a:ext uri="{FF2B5EF4-FFF2-40B4-BE49-F238E27FC236}">
                  <a16:creationId xmlns:a16="http://schemas.microsoft.com/office/drawing/2014/main" id="{97D79A86-DD21-4676-9A6E-05471BA126C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50612" y="596898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1" name="object 16">
              <a:extLst>
                <a:ext uri="{FF2B5EF4-FFF2-40B4-BE49-F238E27FC236}">
                  <a16:creationId xmlns:a16="http://schemas.microsoft.com/office/drawing/2014/main" id="{1FDBE1AB-3F3B-472E-AE66-160DF59299A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6829" y="589532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2" name="object 17">
              <a:extLst>
                <a:ext uri="{FF2B5EF4-FFF2-40B4-BE49-F238E27FC236}">
                  <a16:creationId xmlns:a16="http://schemas.microsoft.com/office/drawing/2014/main" id="{CA8D0FD9-F676-AB63-A0DD-8D66CBBB4C5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7261" y="624519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3" name="object 18">
              <a:extLst>
                <a:ext uri="{FF2B5EF4-FFF2-40B4-BE49-F238E27FC236}">
                  <a16:creationId xmlns:a16="http://schemas.microsoft.com/office/drawing/2014/main" id="{452A12C6-704C-D742-9F86-1945F6E16D8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6829" y="616233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4" name="object 19">
              <a:extLst>
                <a:ext uri="{FF2B5EF4-FFF2-40B4-BE49-F238E27FC236}">
                  <a16:creationId xmlns:a16="http://schemas.microsoft.com/office/drawing/2014/main" id="{8D97BC99-7A3B-C738-2387-4993182FF41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24270" y="545337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5" name="object 20">
              <a:extLst>
                <a:ext uri="{FF2B5EF4-FFF2-40B4-BE49-F238E27FC236}">
                  <a16:creationId xmlns:a16="http://schemas.microsoft.com/office/drawing/2014/main" id="{763765E9-9B8E-D34D-71B1-02413958E96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486" y="555465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6" name="object 21">
              <a:extLst>
                <a:ext uri="{FF2B5EF4-FFF2-40B4-BE49-F238E27FC236}">
                  <a16:creationId xmlns:a16="http://schemas.microsoft.com/office/drawing/2014/main" id="{495F426F-E139-D91B-2EAC-5A230A8C183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4631" y="398022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7" name="object 22">
              <a:extLst>
                <a:ext uri="{FF2B5EF4-FFF2-40B4-BE49-F238E27FC236}">
                  <a16:creationId xmlns:a16="http://schemas.microsoft.com/office/drawing/2014/main" id="{AFD79517-3710-C52B-534A-7354F744EEC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70055" y="424722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8" name="object 23">
              <a:extLst>
                <a:ext uri="{FF2B5EF4-FFF2-40B4-BE49-F238E27FC236}">
                  <a16:creationId xmlns:a16="http://schemas.microsoft.com/office/drawing/2014/main" id="{F8542728-6A6F-89E4-62B2-6EC4648E24D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6829" y="419198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39" name="object 24">
              <a:extLst>
                <a:ext uri="{FF2B5EF4-FFF2-40B4-BE49-F238E27FC236}">
                  <a16:creationId xmlns:a16="http://schemas.microsoft.com/office/drawing/2014/main" id="{9FDBC151-4914-C9BB-99B3-142677DF5BF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486" y="431168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0" name="object 25">
              <a:extLst>
                <a:ext uri="{FF2B5EF4-FFF2-40B4-BE49-F238E27FC236}">
                  <a16:creationId xmlns:a16="http://schemas.microsoft.com/office/drawing/2014/main" id="{47C4D5AE-2BD8-0B15-4180-934CB493B97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67565" y="4238091"/>
              <a:ext cx="89711" cy="89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1" name="object 26">
              <a:extLst>
                <a:ext uri="{FF2B5EF4-FFF2-40B4-BE49-F238E27FC236}">
                  <a16:creationId xmlns:a16="http://schemas.microsoft.com/office/drawing/2014/main" id="{6D0314A9-C057-C0B9-B102-F7568B1B55F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68776" y="398022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2" name="object 27">
              <a:extLst>
                <a:ext uri="{FF2B5EF4-FFF2-40B4-BE49-F238E27FC236}">
                  <a16:creationId xmlns:a16="http://schemas.microsoft.com/office/drawing/2014/main" id="{FE86A95A-18DA-8B10-CADC-0EC01D785F0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39" y="449582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3" name="object 28">
              <a:extLst>
                <a:ext uri="{FF2B5EF4-FFF2-40B4-BE49-F238E27FC236}">
                  <a16:creationId xmlns:a16="http://schemas.microsoft.com/office/drawing/2014/main" id="{D887187C-45B1-0438-613A-D43A8D42E8F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51641" y="462472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4" name="object 29">
              <a:extLst>
                <a:ext uri="{FF2B5EF4-FFF2-40B4-BE49-F238E27FC236}">
                  <a16:creationId xmlns:a16="http://schemas.microsoft.com/office/drawing/2014/main" id="{3F99D1C3-4E56-10E5-0C73-FD70B7A6ABC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8164" y="439454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5" name="object 30">
              <a:extLst>
                <a:ext uri="{FF2B5EF4-FFF2-40B4-BE49-F238E27FC236}">
                  <a16:creationId xmlns:a16="http://schemas.microsoft.com/office/drawing/2014/main" id="{B8E7FA26-6CC7-6356-676B-3B2725592F6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8956" y="4072291"/>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6" name="object 31">
              <a:extLst>
                <a:ext uri="{FF2B5EF4-FFF2-40B4-BE49-F238E27FC236}">
                  <a16:creationId xmlns:a16="http://schemas.microsoft.com/office/drawing/2014/main" id="{6EC67F37-0043-EA7E-207F-E789AEF880B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2073" y="464314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 name="object 32">
              <a:extLst>
                <a:ext uri="{FF2B5EF4-FFF2-40B4-BE49-F238E27FC236}">
                  <a16:creationId xmlns:a16="http://schemas.microsoft.com/office/drawing/2014/main" id="{4BFBA4AC-A3D8-5FA3-4960-D84E82408E9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95118" y="480887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8" name="object 33">
              <a:extLst>
                <a:ext uri="{FF2B5EF4-FFF2-40B4-BE49-F238E27FC236}">
                  <a16:creationId xmlns:a16="http://schemas.microsoft.com/office/drawing/2014/main" id="{F1618773-B707-94CF-A617-D54B7D63C45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92309" y="436692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9" name="object 34">
              <a:extLst>
                <a:ext uri="{FF2B5EF4-FFF2-40B4-BE49-F238E27FC236}">
                  <a16:creationId xmlns:a16="http://schemas.microsoft.com/office/drawing/2014/main" id="{6E4708D6-641B-A876-1DB0-EF237792835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35785" y="4624725"/>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0" name="object 35">
              <a:extLst>
                <a:ext uri="{FF2B5EF4-FFF2-40B4-BE49-F238E27FC236}">
                  <a16:creationId xmlns:a16="http://schemas.microsoft.com/office/drawing/2014/main" id="{1BFDB7D5-46CA-5715-942A-05CE947DDE0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39624" y="414595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1" name="object 36">
              <a:extLst>
                <a:ext uri="{FF2B5EF4-FFF2-40B4-BE49-F238E27FC236}">
                  <a16:creationId xmlns:a16="http://schemas.microsoft.com/office/drawing/2014/main" id="{581CBD54-7EB3-B16E-80B2-B83B9A77867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27356" y="452344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2" name="object 37">
              <a:extLst>
                <a:ext uri="{FF2B5EF4-FFF2-40B4-BE49-F238E27FC236}">
                  <a16:creationId xmlns:a16="http://schemas.microsoft.com/office/drawing/2014/main" id="{ADAF5727-1EEF-C86F-B709-84CFD47F5E1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18148" y="468917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3" name="object 38">
              <a:extLst>
                <a:ext uri="{FF2B5EF4-FFF2-40B4-BE49-F238E27FC236}">
                  <a16:creationId xmlns:a16="http://schemas.microsoft.com/office/drawing/2014/main" id="{39EB8F0C-F3A2-2AF9-FF5B-A446EC1AA7B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15589" y="471679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4" name="object 39">
              <a:extLst>
                <a:ext uri="{FF2B5EF4-FFF2-40B4-BE49-F238E27FC236}">
                  <a16:creationId xmlns:a16="http://schemas.microsoft.com/office/drawing/2014/main" id="{E7A7AD19-87C1-FD7C-5A20-C18A6C0844C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03573" y="4679969"/>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5" name="object 40">
              <a:extLst>
                <a:ext uri="{FF2B5EF4-FFF2-40B4-BE49-F238E27FC236}">
                  <a16:creationId xmlns:a16="http://schemas.microsoft.com/office/drawing/2014/main" id="{B9B2C66F-C6ED-9308-C37B-7E07B451BFF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47049" y="486411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6" name="object 41">
              <a:extLst>
                <a:ext uri="{FF2B5EF4-FFF2-40B4-BE49-F238E27FC236}">
                  <a16:creationId xmlns:a16="http://schemas.microsoft.com/office/drawing/2014/main" id="{466B8BDA-08CF-EA98-E9A0-2FB5CAFA689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80039" y="491935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7" name="object 42">
              <a:extLst>
                <a:ext uri="{FF2B5EF4-FFF2-40B4-BE49-F238E27FC236}">
                  <a16:creationId xmlns:a16="http://schemas.microsoft.com/office/drawing/2014/main" id="{E3DAD295-A9BA-8EAD-099C-C298E0032B0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1194" y="5029843"/>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8" name="object 43">
              <a:extLst>
                <a:ext uri="{FF2B5EF4-FFF2-40B4-BE49-F238E27FC236}">
                  <a16:creationId xmlns:a16="http://schemas.microsoft.com/office/drawing/2014/main" id="{356C84AC-1A60-661F-3567-8BC31E0D1C7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27356" y="512191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59" name="object 44">
              <a:extLst>
                <a:ext uri="{FF2B5EF4-FFF2-40B4-BE49-F238E27FC236}">
                  <a16:creationId xmlns:a16="http://schemas.microsoft.com/office/drawing/2014/main" id="{6ACF2946-2B69-7641-1CA4-A0E369DE665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34004" y="514953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60" name="object 45">
              <a:extLst>
                <a:ext uri="{FF2B5EF4-FFF2-40B4-BE49-F238E27FC236}">
                  <a16:creationId xmlns:a16="http://schemas.microsoft.com/office/drawing/2014/main" id="{80FD9446-F0CF-BCCD-6CDE-45BB765D2FD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26076" y="5352096"/>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61" name="object 46">
              <a:extLst>
                <a:ext uri="{FF2B5EF4-FFF2-40B4-BE49-F238E27FC236}">
                  <a16:creationId xmlns:a16="http://schemas.microsoft.com/office/drawing/2014/main" id="{32C41AB5-52B4-1668-0DBD-74F7FD8DDA8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39122" y="5213987"/>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62" name="object 47">
              <a:extLst>
                <a:ext uri="{FF2B5EF4-FFF2-40B4-BE49-F238E27FC236}">
                  <a16:creationId xmlns:a16="http://schemas.microsoft.com/office/drawing/2014/main" id="{721ADC6C-9F53-8370-2070-D501DA1FCE3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33753" y="516795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63" name="object 48">
              <a:extLst>
                <a:ext uri="{FF2B5EF4-FFF2-40B4-BE49-F238E27FC236}">
                  <a16:creationId xmlns:a16="http://schemas.microsoft.com/office/drawing/2014/main" id="{553A5B80-2340-EB09-0210-8EB4F1542F9E}"/>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73392" y="538892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04" name="object 49">
              <a:extLst>
                <a:ext uri="{FF2B5EF4-FFF2-40B4-BE49-F238E27FC236}">
                  <a16:creationId xmlns:a16="http://schemas.microsoft.com/office/drawing/2014/main" id="{E2F103B0-DEBC-F5A8-79B0-94AED180B6B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06132" y="5407340"/>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06" name="object 50">
              <a:extLst>
                <a:ext uri="{FF2B5EF4-FFF2-40B4-BE49-F238E27FC236}">
                  <a16:creationId xmlns:a16="http://schemas.microsoft.com/office/drawing/2014/main" id="{54808232-460B-1581-EC33-990C89EBEAD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88997" y="4735212"/>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47107" name="object 51">
              <a:extLst>
                <a:ext uri="{FF2B5EF4-FFF2-40B4-BE49-F238E27FC236}">
                  <a16:creationId xmlns:a16="http://schemas.microsoft.com/office/drawing/2014/main" id="{F58E8790-42DB-2CF0-29A2-30D6EFA59A1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57537" y="5720384"/>
              <a:ext cx="89850" cy="8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47109" name="object 52">
              <a:extLst>
                <a:ext uri="{FF2B5EF4-FFF2-40B4-BE49-F238E27FC236}">
                  <a16:creationId xmlns:a16="http://schemas.microsoft.com/office/drawing/2014/main" id="{1226A601-A5F8-BADE-545F-4797B88C1E55}"/>
                </a:ext>
              </a:extLst>
            </p:cNvPr>
            <p:cNvSpPr>
              <a:spLocks/>
            </p:cNvSpPr>
            <p:nvPr/>
          </p:nvSpPr>
          <p:spPr bwMode="auto">
            <a:xfrm>
              <a:off x="3860800" y="4978400"/>
              <a:ext cx="215900" cy="203200"/>
            </a:xfrm>
            <a:custGeom>
              <a:avLst/>
              <a:gdLst>
                <a:gd name="T0" fmla="*/ 0 w 215900"/>
                <a:gd name="T1" fmla="*/ 0 h 203200"/>
                <a:gd name="T2" fmla="*/ 215900 w 215900"/>
                <a:gd name="T3" fmla="*/ 0 h 203200"/>
                <a:gd name="T4" fmla="*/ 215900 w 215900"/>
                <a:gd name="T5" fmla="*/ 203200 h 203200"/>
                <a:gd name="T6" fmla="*/ 0 w 215900"/>
                <a:gd name="T7" fmla="*/ 203200 h 203200"/>
                <a:gd name="T8" fmla="*/ 0 w 2159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900" h="203200">
                  <a:moveTo>
                    <a:pt x="0" y="0"/>
                  </a:moveTo>
                  <a:lnTo>
                    <a:pt x="215900" y="0"/>
                  </a:lnTo>
                  <a:lnTo>
                    <a:pt x="215900" y="203200"/>
                  </a:lnTo>
                  <a:lnTo>
                    <a:pt x="0" y="2032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47110" name="object 53">
              <a:extLst>
                <a:ext uri="{FF2B5EF4-FFF2-40B4-BE49-F238E27FC236}">
                  <a16:creationId xmlns:a16="http://schemas.microsoft.com/office/drawing/2014/main" id="{518B625B-AB2A-B929-701F-6215C27A20D4}"/>
                </a:ext>
              </a:extLst>
            </p:cNvPr>
            <p:cNvSpPr>
              <a:spLocks/>
            </p:cNvSpPr>
            <p:nvPr/>
          </p:nvSpPr>
          <p:spPr bwMode="auto">
            <a:xfrm>
              <a:off x="1219200" y="5842000"/>
              <a:ext cx="203200" cy="203200"/>
            </a:xfrm>
            <a:custGeom>
              <a:avLst/>
              <a:gdLst>
                <a:gd name="T0" fmla="*/ 0 w 203200"/>
                <a:gd name="T1" fmla="*/ 0 h 203200"/>
                <a:gd name="T2" fmla="*/ 203200 w 203200"/>
                <a:gd name="T3" fmla="*/ 0 h 203200"/>
                <a:gd name="T4" fmla="*/ 203200 w 203200"/>
                <a:gd name="T5" fmla="*/ 203200 h 203200"/>
                <a:gd name="T6" fmla="*/ 0 w 203200"/>
                <a:gd name="T7" fmla="*/ 203200 h 203200"/>
                <a:gd name="T8" fmla="*/ 0 w 2032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3200" h="203200">
                  <a:moveTo>
                    <a:pt x="0" y="0"/>
                  </a:moveTo>
                  <a:lnTo>
                    <a:pt x="203200" y="0"/>
                  </a:lnTo>
                  <a:lnTo>
                    <a:pt x="203200" y="203200"/>
                  </a:lnTo>
                  <a:lnTo>
                    <a:pt x="0" y="2032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7111" name="TextBox 47110">
                <a:extLst>
                  <a:ext uri="{FF2B5EF4-FFF2-40B4-BE49-F238E27FC236}">
                    <a16:creationId xmlns:a16="http://schemas.microsoft.com/office/drawing/2014/main" id="{F5280DDF-05CA-B05F-8FCA-58AB0C0A3578}"/>
                  </a:ext>
                </a:extLst>
              </p:cNvPr>
              <p:cNvSpPr txBox="1"/>
              <p:nvPr/>
            </p:nvSpPr>
            <p:spPr>
              <a:xfrm>
                <a:off x="7442876" y="7607052"/>
                <a:ext cx="2853923" cy="5368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𝑥</m:t>
                          </m:r>
                        </m:e>
                        <m:sub>
                          <m:r>
                            <a:rPr lang="en-US" sz="3000" b="0" i="1" smtClean="0">
                              <a:latin typeface="Cambria Math" panose="02040503050406030204" pitchFamily="18" charset="0"/>
                            </a:rPr>
                            <m:t>𝑛</m:t>
                          </m:r>
                        </m:sub>
                      </m:sSub>
                      <m:r>
                        <a:rPr lang="en-US" sz="3000" b="0" i="1" smtClean="0">
                          <a:latin typeface="Cambria Math" panose="02040503050406030204" pitchFamily="18" charset="0"/>
                        </a:rPr>
                        <m:t>  ∼  </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𝑧</m:t>
                                  </m:r>
                                </m:e>
                                <m:sub>
                                  <m:r>
                                    <a:rPr lang="en-US" sz="3000" b="0" i="1" smtClean="0">
                                      <a:latin typeface="Cambria Math" panose="02040503050406030204" pitchFamily="18" charset="0"/>
                                    </a:rPr>
                                    <m:t>𝑛</m:t>
                                  </m:r>
                                </m:sub>
                              </m:sSub>
                            </m:sub>
                          </m:sSub>
                          <m:r>
                            <a:rPr lang="en-US" sz="3000" b="0" i="1" smtClean="0">
                              <a:latin typeface="Cambria Math" panose="02040503050406030204" pitchFamily="18" charset="0"/>
                            </a:rPr>
                            <m:t>, </m:t>
                          </m:r>
                          <m:r>
                            <m:rPr>
                              <m:sty m:val="p"/>
                            </m:rPr>
                            <a:rPr lang="en-US" sz="3000" b="0" i="0" smtClean="0">
                              <a:latin typeface="Cambria Math" panose="02040503050406030204" pitchFamily="18" charset="0"/>
                            </a:rPr>
                            <m:t>Σ</m:t>
                          </m:r>
                        </m:e>
                      </m:d>
                    </m:oMath>
                  </m:oMathPara>
                </a14:m>
                <a:endParaRPr lang="en-US" sz="3000" dirty="0"/>
              </a:p>
            </p:txBody>
          </p:sp>
        </mc:Choice>
        <mc:Fallback>
          <p:sp>
            <p:nvSpPr>
              <p:cNvPr id="47111" name="TextBox 47110">
                <a:extLst>
                  <a:ext uri="{FF2B5EF4-FFF2-40B4-BE49-F238E27FC236}">
                    <a16:creationId xmlns:a16="http://schemas.microsoft.com/office/drawing/2014/main" id="{F5280DDF-05CA-B05F-8FCA-58AB0C0A3578}"/>
                  </a:ext>
                </a:extLst>
              </p:cNvPr>
              <p:cNvSpPr txBox="1">
                <a:spLocks noRot="1" noChangeAspect="1" noMove="1" noResize="1" noEditPoints="1" noAdjustHandles="1" noChangeArrowheads="1" noChangeShapeType="1" noTextEdit="1"/>
              </p:cNvSpPr>
              <p:nvPr/>
            </p:nvSpPr>
            <p:spPr>
              <a:xfrm>
                <a:off x="7442876" y="7607052"/>
                <a:ext cx="2853923" cy="536878"/>
              </a:xfrm>
              <a:prstGeom prst="rect">
                <a:avLst/>
              </a:prstGeom>
              <a:blipFill>
                <a:blip r:embed="rId19"/>
                <a:stretch>
                  <a:fillRect l="-1333" b="-232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112" name="TextBox 47111">
                <a:extLst>
                  <a:ext uri="{FF2B5EF4-FFF2-40B4-BE49-F238E27FC236}">
                    <a16:creationId xmlns:a16="http://schemas.microsoft.com/office/drawing/2014/main" id="{CD9C921A-CBF9-7D70-CAA3-12F89F46313F}"/>
                  </a:ext>
                </a:extLst>
              </p:cNvPr>
              <p:cNvSpPr txBox="1"/>
              <p:nvPr/>
            </p:nvSpPr>
            <p:spPr>
              <a:xfrm>
                <a:off x="8026418" y="7457728"/>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47112" name="TextBox 47111">
                <a:extLst>
                  <a:ext uri="{FF2B5EF4-FFF2-40B4-BE49-F238E27FC236}">
                    <a16:creationId xmlns:a16="http://schemas.microsoft.com/office/drawing/2014/main" id="{CD9C921A-CBF9-7D70-CAA3-12F89F46313F}"/>
                  </a:ext>
                </a:extLst>
              </p:cNvPr>
              <p:cNvSpPr txBox="1">
                <a:spLocks noRot="1" noChangeAspect="1" noMove="1" noResize="1" noEditPoints="1" noAdjustHandles="1" noChangeArrowheads="1" noChangeShapeType="1" noTextEdit="1"/>
              </p:cNvSpPr>
              <p:nvPr/>
            </p:nvSpPr>
            <p:spPr>
              <a:xfrm>
                <a:off x="8026418" y="7457728"/>
                <a:ext cx="637610" cy="276999"/>
              </a:xfrm>
              <a:prstGeom prst="rect">
                <a:avLst/>
              </a:prstGeom>
              <a:blipFill>
                <a:blip r:embed="rId20"/>
                <a:stretch>
                  <a:fillRect l="-13725" t="-4348" r="-11765" b="-30435"/>
                </a:stretch>
              </a:blipFill>
            </p:spPr>
            <p:txBody>
              <a:bodyPr/>
              <a:lstStyle/>
              <a:p>
                <a:r>
                  <a:rPr lang="en-US">
                    <a:noFill/>
                  </a:rPr>
                  <a:t> </a:t>
                </a:r>
              </a:p>
            </p:txBody>
          </p:sp>
        </mc:Fallback>
      </mc:AlternateContent>
    </p:spTree>
    <p:extLst>
      <p:ext uri="{BB962C8B-B14F-4D97-AF65-F5344CB8AC3E}">
        <p14:creationId xmlns:p14="http://schemas.microsoft.com/office/powerpoint/2010/main" val="308627342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49" name="object 2" descr="$PPTXTitle">
            <a:extLst>
              <a:ext uri="{FF2B5EF4-FFF2-40B4-BE49-F238E27FC236}">
                <a16:creationId xmlns:a16="http://schemas.microsoft.com/office/drawing/2014/main" id="{7DA7549C-A884-DDB2-0031-D6F1533851FE}"/>
              </a:ext>
            </a:extLst>
          </p:cNvPr>
          <p:cNvSpPr>
            <a:spLocks noGrp="1" noChangeArrowheads="1"/>
          </p:cNvSpPr>
          <p:nvPr>
            <p:ph type="title"/>
          </p:nvPr>
        </p:nvSpPr>
        <p:spPr>
          <a:xfrm>
            <a:off x="684213" y="261938"/>
            <a:ext cx="996315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distribution review</a:t>
            </a:r>
          </a:p>
        </p:txBody>
      </p:sp>
      <p:sp>
        <p:nvSpPr>
          <p:cNvPr id="53267" name="object 20">
            <a:extLst>
              <a:ext uri="{FF2B5EF4-FFF2-40B4-BE49-F238E27FC236}">
                <a16:creationId xmlns:a16="http://schemas.microsoft.com/office/drawing/2014/main" id="{3CA8EBC2-3F45-7C29-8673-F41FD6B63395}"/>
              </a:ext>
            </a:extLst>
          </p:cNvPr>
          <p:cNvSpPr txBox="1">
            <a:spLocks noChangeArrowheads="1"/>
          </p:cNvSpPr>
          <p:nvPr/>
        </p:nvSpPr>
        <p:spPr bwMode="auto">
          <a:xfrm>
            <a:off x="4630738" y="7100888"/>
            <a:ext cx="826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1pPr>
            <a:lvl2pPr marL="742950" indent="-28575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2pPr>
            <a:lvl3pPr marL="11430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3pPr>
            <a:lvl4pPr marL="16002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4pPr>
            <a:lvl5pPr marL="20574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13"/>
              </a:lnSpc>
              <a:buSzPct val="100000"/>
              <a:buFont typeface="Calibri" panose="020F0502020204030204" pitchFamily="34" charset="0"/>
              <a:buNone/>
            </a:pPr>
            <a:r>
              <a:rPr lang="ru-RU" altLang="en-US" sz="5300" i="1" baseline="1000">
                <a:latin typeface="Cambria" panose="02040503050406030204" pitchFamily="18" charset="0"/>
              </a:rPr>
              <a:t>a </a:t>
            </a:r>
            <a:r>
              <a:rPr lang="ru-RU" altLang="en-US" sz="5300" baseline="1000">
                <a:latin typeface="Cambria" panose="02040503050406030204" pitchFamily="18" charset="0"/>
              </a:rPr>
              <a:t>= </a:t>
            </a:r>
            <a:r>
              <a:rPr lang="ru-RU" altLang="en-US" sz="5300" i="1" baseline="1000">
                <a:latin typeface="Cambria" panose="02040503050406030204" pitchFamily="18" charset="0"/>
              </a:rPr>
              <a:t>a</a:t>
            </a:r>
            <a:r>
              <a:rPr lang="ru-RU" altLang="en-US" sz="3700" i="1" baseline="-10000">
                <a:latin typeface="Cambria" panose="02040503050406030204" pitchFamily="18" charset="0"/>
              </a:rPr>
              <a:t>k	</a:t>
            </a:r>
            <a:r>
              <a:rPr lang="ru-RU" altLang="en-US" sz="5300" baseline="1000">
                <a:latin typeface="Cambria" panose="02040503050406030204" pitchFamily="18" charset="0"/>
              </a:rPr>
              <a:t>= 1	</a:t>
            </a:r>
            <a:r>
              <a:rPr lang="ru-RU" altLang="en-US" sz="5300" i="1" baseline="1000">
                <a:latin typeface="Cambria" panose="02040503050406030204" pitchFamily="18" charset="0"/>
              </a:rPr>
              <a:t>a </a:t>
            </a:r>
            <a:r>
              <a:rPr lang="ru-RU" altLang="en-US" sz="5300" baseline="1000">
                <a:latin typeface="Cambria" panose="02040503050406030204" pitchFamily="18" charset="0"/>
              </a:rPr>
              <a:t>= </a:t>
            </a:r>
            <a:r>
              <a:rPr lang="ru-RU" altLang="en-US" sz="5300" i="1" baseline="1000">
                <a:latin typeface="Cambria" panose="02040503050406030204" pitchFamily="18" charset="0"/>
              </a:rPr>
              <a:t>a</a:t>
            </a:r>
            <a:r>
              <a:rPr lang="ru-RU" altLang="en-US" sz="3700" i="1" baseline="-10000">
                <a:latin typeface="Cambria" panose="02040503050406030204" pitchFamily="18" charset="0"/>
              </a:rPr>
              <a:t>k	</a:t>
            </a:r>
            <a:r>
              <a:rPr lang="ru-RU" altLang="en-US" sz="5300" i="1" baseline="1000">
                <a:latin typeface="Lucida Sans" panose="020B0602030504020204" pitchFamily="34" charset="77"/>
              </a:rPr>
              <a:t>! </a:t>
            </a:r>
            <a:r>
              <a:rPr lang="ru-RU" altLang="en-US" sz="5300" baseline="1000">
                <a:latin typeface="Cambria" panose="02040503050406030204" pitchFamily="18" charset="0"/>
              </a:rPr>
              <a:t>0	</a:t>
            </a:r>
            <a:r>
              <a:rPr lang="ru-RU" altLang="en-US" sz="3500" i="1">
                <a:latin typeface="Cambria" panose="02040503050406030204" pitchFamily="18" charset="0"/>
              </a:rPr>
              <a:t>a </a:t>
            </a:r>
            <a:r>
              <a:rPr lang="ru-RU" altLang="en-US" sz="3500">
                <a:latin typeface="Cambria" panose="02040503050406030204" pitchFamily="18" charset="0"/>
              </a:rPr>
              <a:t>= </a:t>
            </a:r>
            <a:r>
              <a:rPr lang="ru-RU" altLang="en-US" sz="3500" i="1">
                <a:latin typeface="Cambria" panose="02040503050406030204" pitchFamily="18" charset="0"/>
              </a:rPr>
              <a:t>a</a:t>
            </a:r>
            <a:r>
              <a:rPr lang="ru-RU" altLang="en-US" sz="3700" i="1" baseline="-12000">
                <a:latin typeface="Cambria" panose="02040503050406030204" pitchFamily="18" charset="0"/>
              </a:rPr>
              <a:t>k	</a:t>
            </a:r>
            <a:r>
              <a:rPr lang="ru-RU" altLang="en-US" sz="3500" i="1">
                <a:latin typeface="Lucida Sans" panose="020B0602030504020204" pitchFamily="34" charset="77"/>
              </a:rPr>
              <a:t>! 1</a:t>
            </a:r>
            <a:endParaRPr lang="ru-RU" altLang="en-US" sz="3500">
              <a:latin typeface="Lucida Sans" panose="020B0602030504020204" pitchFamily="34" charset="77"/>
            </a:endParaRPr>
          </a:p>
        </p:txBody>
      </p:sp>
      <p:sp>
        <p:nvSpPr>
          <p:cNvPr id="53268" name="object 21">
            <a:extLst>
              <a:ext uri="{FF2B5EF4-FFF2-40B4-BE49-F238E27FC236}">
                <a16:creationId xmlns:a16="http://schemas.microsoft.com/office/drawing/2014/main" id="{BC89B3F6-0EE8-994E-EB8E-3C912AD15C47}"/>
              </a:ext>
            </a:extLst>
          </p:cNvPr>
          <p:cNvSpPr>
            <a:spLocks/>
          </p:cNvSpPr>
          <p:nvPr/>
        </p:nvSpPr>
        <p:spPr bwMode="auto">
          <a:xfrm>
            <a:off x="4533900" y="7010400"/>
            <a:ext cx="8458200" cy="1257300"/>
          </a:xfrm>
          <a:custGeom>
            <a:avLst/>
            <a:gdLst>
              <a:gd name="T0" fmla="*/ 0 w 8458200"/>
              <a:gd name="T1" fmla="*/ 0 h 1257300"/>
              <a:gd name="T2" fmla="*/ 8458200 w 8458200"/>
              <a:gd name="T3" fmla="*/ 0 h 1257300"/>
              <a:gd name="T4" fmla="*/ 8458200 w 8458200"/>
              <a:gd name="T5" fmla="*/ 1257300 h 1257300"/>
              <a:gd name="T6" fmla="*/ 0 w 8458200"/>
              <a:gd name="T7" fmla="*/ 1257300 h 1257300"/>
              <a:gd name="T8" fmla="*/ 0 w 8458200"/>
              <a:gd name="T9" fmla="*/ 0 h 1257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58200" h="1257300">
                <a:moveTo>
                  <a:pt x="0" y="0"/>
                </a:moveTo>
                <a:lnTo>
                  <a:pt x="8458200" y="0"/>
                </a:lnTo>
                <a:lnTo>
                  <a:pt x="8458200" y="1257300"/>
                </a:lnTo>
                <a:lnTo>
                  <a:pt x="0" y="1257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3271" name="object 24">
            <a:extLst>
              <a:ext uri="{FF2B5EF4-FFF2-40B4-BE49-F238E27FC236}">
                <a16:creationId xmlns:a16="http://schemas.microsoft.com/office/drawing/2014/main" id="{C4DB1890-926E-F2BF-027B-8ABAB97C8575}"/>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7</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F270183-961A-1A83-EE5F-FE2F99819FCD}"/>
                  </a:ext>
                </a:extLst>
              </p:cNvPr>
              <p:cNvSpPr txBox="1"/>
              <p:nvPr/>
            </p:nvSpPr>
            <p:spPr>
              <a:xfrm>
                <a:off x="944751" y="1924472"/>
                <a:ext cx="7909794" cy="107119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𝐷𝑖𝑟𝑖𝑐h𝑙𝑒𝑡</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nary>
                                <m:naryPr>
                                  <m:chr m:val="∑"/>
                                  <m:ctrlPr>
                                    <a:rPr lang="en-US" sz="3000" b="0" i="1" smtClean="0">
                                      <a:latin typeface="Cambria Math" panose="02040503050406030204" pitchFamily="18" charset="0"/>
                                    </a:rPr>
                                  </m:ctrlPr>
                                </m:naryPr>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e>
                              </m:nary>
                            </m:e>
                          </m:d>
                        </m:num>
                        <m:den>
                          <m:sSubSup>
                            <m:sSubSupPr>
                              <m:ctrlPr>
                                <a:rPr lang="en-US" sz="3000" b="0" i="1" smtClean="0">
                                  <a:latin typeface="Cambria Math" panose="02040503050406030204" pitchFamily="18" charset="0"/>
                                </a:rPr>
                              </m:ctrlPr>
                            </m:sSubSupPr>
                            <m:e>
                              <m:r>
                                <m:rPr>
                                  <m:sty m:val="p"/>
                                </m:rPr>
                                <a:rPr lang="en-US" sz="3000" b="0" i="0" smtClean="0">
                                  <a:latin typeface="Cambria Math" panose="02040503050406030204" pitchFamily="18" charset="0"/>
                                </a:rPr>
                                <m:t>Π</m:t>
                              </m:r>
                            </m:e>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sSubSup>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e>
                          </m:d>
                        </m:den>
                      </m:f>
                      <m:sSubSup>
                        <m:sSubSupPr>
                          <m:ctrlPr>
                            <a:rPr lang="en-US" sz="3000" b="0" i="1" smtClean="0">
                              <a:latin typeface="Cambria Math" panose="02040503050406030204" pitchFamily="18" charset="0"/>
                            </a:rPr>
                          </m:ctrlPr>
                        </m:sSubSupPr>
                        <m:e>
                          <m:r>
                            <m:rPr>
                              <m:sty m:val="p"/>
                            </m:rPr>
                            <a:rPr lang="en-US" sz="3000" b="0" i="0" smtClean="0">
                              <a:latin typeface="Cambria Math" panose="02040503050406030204" pitchFamily="18" charset="0"/>
                            </a:rPr>
                            <m:t>Π</m:t>
                          </m:r>
                        </m:e>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sSubSup>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𝑘</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−1</m:t>
                          </m:r>
                        </m:sup>
                      </m:sSubSup>
                    </m:oMath>
                  </m:oMathPara>
                </a14:m>
                <a:endParaRPr lang="en-US" sz="3000" dirty="0"/>
              </a:p>
            </p:txBody>
          </p:sp>
        </mc:Choice>
        <mc:Fallback>
          <p:sp>
            <p:nvSpPr>
              <p:cNvPr id="2" name="TextBox 1">
                <a:extLst>
                  <a:ext uri="{FF2B5EF4-FFF2-40B4-BE49-F238E27FC236}">
                    <a16:creationId xmlns:a16="http://schemas.microsoft.com/office/drawing/2014/main" id="{5F270183-961A-1A83-EE5F-FE2F99819FCD}"/>
                  </a:ext>
                </a:extLst>
              </p:cNvPr>
              <p:cNvSpPr txBox="1">
                <a:spLocks noRot="1" noChangeAspect="1" noMove="1" noResize="1" noEditPoints="1" noAdjustHandles="1" noChangeArrowheads="1" noChangeShapeType="1" noTextEdit="1"/>
              </p:cNvSpPr>
              <p:nvPr/>
            </p:nvSpPr>
            <p:spPr>
              <a:xfrm>
                <a:off x="944751" y="1924472"/>
                <a:ext cx="7909794" cy="1071191"/>
              </a:xfrm>
              <a:prstGeom prst="rect">
                <a:avLst/>
              </a:prstGeom>
              <a:blipFill>
                <a:blip r:embed="rId3"/>
                <a:stretch>
                  <a:fillRect l="-641" t="-68235" b="-552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086D98C-666D-27C8-DAA3-6F8F8B126C4F}"/>
                  </a:ext>
                </a:extLst>
              </p:cNvPr>
              <p:cNvSpPr txBox="1"/>
              <p:nvPr/>
            </p:nvSpPr>
            <p:spPr>
              <a:xfrm>
                <a:off x="10966896" y="2212495"/>
                <a:ext cx="1412503" cy="53860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&gt;0</m:t>
                      </m:r>
                    </m:oMath>
                  </m:oMathPara>
                </a14:m>
                <a:endParaRPr lang="en-US" sz="3500" dirty="0"/>
              </a:p>
            </p:txBody>
          </p:sp>
        </mc:Choice>
        <mc:Fallback>
          <p:sp>
            <p:nvSpPr>
              <p:cNvPr id="3" name="TextBox 2">
                <a:extLst>
                  <a:ext uri="{FF2B5EF4-FFF2-40B4-BE49-F238E27FC236}">
                    <a16:creationId xmlns:a16="http://schemas.microsoft.com/office/drawing/2014/main" id="{0086D98C-666D-27C8-DAA3-6F8F8B126C4F}"/>
                  </a:ext>
                </a:extLst>
              </p:cNvPr>
              <p:cNvSpPr txBox="1">
                <a:spLocks noRot="1" noChangeAspect="1" noMove="1" noResize="1" noEditPoints="1" noAdjustHandles="1" noChangeArrowheads="1" noChangeShapeType="1" noTextEdit="1"/>
              </p:cNvSpPr>
              <p:nvPr/>
            </p:nvSpPr>
            <p:spPr>
              <a:xfrm>
                <a:off x="10966896" y="2212495"/>
                <a:ext cx="1412503" cy="538609"/>
              </a:xfrm>
              <a:prstGeom prst="rect">
                <a:avLst/>
              </a:prstGeom>
              <a:blipFill>
                <a:blip r:embed="rId4"/>
                <a:stretch>
                  <a:fillRect l="-3571" r="-7143" b="-162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15B1AB0C-BD68-A411-8BF7-3DF9DA368E64}"/>
                  </a:ext>
                </a:extLst>
              </p:cNvPr>
              <p:cNvSpPr txBox="1"/>
              <p:nvPr/>
            </p:nvSpPr>
            <p:spPr>
              <a:xfrm>
                <a:off x="10309666" y="3221416"/>
                <a:ext cx="2069733" cy="184550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d>
                        <m:dPr>
                          <m:ctrlPr>
                            <a:rPr lang="en-US" sz="3500" b="0" i="1" smtClean="0">
                              <a:latin typeface="Cambria Math" panose="02040503050406030204" pitchFamily="18" charset="0"/>
                            </a:rPr>
                          </m:ctrlPr>
                        </m:dPr>
                        <m:e>
                          <m:r>
                            <a:rPr lang="en-US" sz="3500" b="0" i="1" smtClean="0">
                              <a:latin typeface="Cambria Math" panose="02040503050406030204" pitchFamily="18" charset="0"/>
                            </a:rPr>
                            <m:t>0,1</m:t>
                          </m:r>
                        </m:e>
                      </m:d>
                    </m:oMath>
                  </m:oMathPara>
                </a14:m>
                <a:endParaRPr lang="en-US" sz="3500" b="0" dirty="0"/>
              </a:p>
              <a:p>
                <a14:m>
                  <m:oMathPara xmlns:m="http://schemas.openxmlformats.org/officeDocument/2006/math">
                    <m:oMathParaPr>
                      <m:jc m:val="centerGroup"/>
                    </m:oMathParaPr>
                    <m:oMath xmlns:m="http://schemas.openxmlformats.org/officeDocument/2006/math">
                      <m:nary>
                        <m:naryPr>
                          <m:chr m:val="∑"/>
                          <m:supHide m:val="on"/>
                          <m:ctrlPr>
                            <a:rPr lang="en-US" sz="3500" b="0" i="1" smtClean="0">
                              <a:latin typeface="Cambria Math" panose="02040503050406030204" pitchFamily="18" charset="0"/>
                            </a:rPr>
                          </m:ctrlPr>
                        </m:naryPr>
                        <m:sub>
                          <m:r>
                            <a:rPr lang="en-US" sz="3500" b="0" i="1" smtClean="0">
                              <a:latin typeface="Cambria Math" panose="02040503050406030204" pitchFamily="18" charset="0"/>
                            </a:rPr>
                            <m:t>𝑘</m:t>
                          </m:r>
                        </m:sub>
                        <m:sup/>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𝑘</m:t>
                              </m:r>
                            </m:sub>
                          </m:sSub>
                        </m:e>
                      </m:nary>
                      <m:r>
                        <a:rPr lang="en-US" sz="3500" b="0" i="1" smtClean="0">
                          <a:latin typeface="Cambria Math" panose="02040503050406030204" pitchFamily="18" charset="0"/>
                        </a:rPr>
                        <m:t>=1</m:t>
                      </m:r>
                    </m:oMath>
                  </m:oMathPara>
                </a14:m>
                <a:endParaRPr lang="en-US" sz="3500" dirty="0"/>
              </a:p>
            </p:txBody>
          </p:sp>
        </mc:Choice>
        <mc:Fallback>
          <p:sp>
            <p:nvSpPr>
              <p:cNvPr id="4" name="TextBox 3">
                <a:extLst>
                  <a:ext uri="{FF2B5EF4-FFF2-40B4-BE49-F238E27FC236}">
                    <a16:creationId xmlns:a16="http://schemas.microsoft.com/office/drawing/2014/main" id="{15B1AB0C-BD68-A411-8BF7-3DF9DA368E64}"/>
                  </a:ext>
                </a:extLst>
              </p:cNvPr>
              <p:cNvSpPr txBox="1">
                <a:spLocks noRot="1" noChangeAspect="1" noMove="1" noResize="1" noEditPoints="1" noAdjustHandles="1" noChangeArrowheads="1" noChangeShapeType="1" noTextEdit="1"/>
              </p:cNvSpPr>
              <p:nvPr/>
            </p:nvSpPr>
            <p:spPr>
              <a:xfrm>
                <a:off x="10309666" y="3221416"/>
                <a:ext cx="2069733" cy="1845505"/>
              </a:xfrm>
              <a:prstGeom prst="rect">
                <a:avLst/>
              </a:prstGeom>
              <a:blipFill>
                <a:blip r:embed="rId5"/>
                <a:stretch>
                  <a:fillRect l="-78659" t="-76027" r="-4878" b="-145890"/>
                </a:stretch>
              </a:blipFill>
            </p:spPr>
            <p:txBody>
              <a:bodyPr/>
              <a:lstStyle/>
              <a:p>
                <a:r>
                  <a:rPr lang="en-US">
                    <a:noFill/>
                  </a:rPr>
                  <a:t> </a:t>
                </a:r>
              </a:p>
            </p:txBody>
          </p:sp>
        </mc:Fallback>
      </mc:AlternateContent>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964678-83D4-4C0C-0894-7D076EF0C102}"/>
            </a:ext>
          </a:extLst>
        </p:cNvPr>
        <p:cNvGrpSpPr/>
        <p:nvPr/>
      </p:nvGrpSpPr>
      <p:grpSpPr>
        <a:xfrm>
          <a:off x="0" y="0"/>
          <a:ext cx="0" cy="0"/>
          <a:chOff x="0" y="0"/>
          <a:chExt cx="0" cy="0"/>
        </a:xfrm>
      </p:grpSpPr>
      <p:sp>
        <p:nvSpPr>
          <p:cNvPr id="53249" name="object 2" descr="$PPTXTitle">
            <a:extLst>
              <a:ext uri="{FF2B5EF4-FFF2-40B4-BE49-F238E27FC236}">
                <a16:creationId xmlns:a16="http://schemas.microsoft.com/office/drawing/2014/main" id="{DEE70116-84BF-BEDA-9EC4-940766164D12}"/>
              </a:ext>
            </a:extLst>
          </p:cNvPr>
          <p:cNvSpPr>
            <a:spLocks noGrp="1" noChangeArrowheads="1"/>
          </p:cNvSpPr>
          <p:nvPr>
            <p:ph type="title"/>
          </p:nvPr>
        </p:nvSpPr>
        <p:spPr>
          <a:xfrm>
            <a:off x="684213" y="261938"/>
            <a:ext cx="996315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distribution review</a:t>
            </a:r>
          </a:p>
        </p:txBody>
      </p:sp>
      <p:sp>
        <p:nvSpPr>
          <p:cNvPr id="53267" name="object 20">
            <a:extLst>
              <a:ext uri="{FF2B5EF4-FFF2-40B4-BE49-F238E27FC236}">
                <a16:creationId xmlns:a16="http://schemas.microsoft.com/office/drawing/2014/main" id="{EB0A200F-52F6-6C54-ECA6-A9C5930D539E}"/>
              </a:ext>
            </a:extLst>
          </p:cNvPr>
          <p:cNvSpPr txBox="1">
            <a:spLocks noChangeArrowheads="1"/>
          </p:cNvSpPr>
          <p:nvPr/>
        </p:nvSpPr>
        <p:spPr bwMode="auto">
          <a:xfrm>
            <a:off x="4630738" y="7100888"/>
            <a:ext cx="826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1pPr>
            <a:lvl2pPr marL="742950" indent="-28575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2pPr>
            <a:lvl3pPr marL="11430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3pPr>
            <a:lvl4pPr marL="16002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4pPr>
            <a:lvl5pPr marL="20574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13"/>
              </a:lnSpc>
              <a:buSzPct val="100000"/>
              <a:buFont typeface="Calibri" panose="020F0502020204030204" pitchFamily="34" charset="0"/>
              <a:buNone/>
            </a:pPr>
            <a:r>
              <a:rPr lang="ru-RU" altLang="en-US" sz="5300" i="1" baseline="1000">
                <a:latin typeface="Cambria" panose="02040503050406030204" pitchFamily="18" charset="0"/>
              </a:rPr>
              <a:t>a </a:t>
            </a:r>
            <a:r>
              <a:rPr lang="ru-RU" altLang="en-US" sz="5300" baseline="1000">
                <a:latin typeface="Cambria" panose="02040503050406030204" pitchFamily="18" charset="0"/>
              </a:rPr>
              <a:t>= </a:t>
            </a:r>
            <a:r>
              <a:rPr lang="ru-RU" altLang="en-US" sz="5300" i="1" baseline="1000">
                <a:latin typeface="Cambria" panose="02040503050406030204" pitchFamily="18" charset="0"/>
              </a:rPr>
              <a:t>a</a:t>
            </a:r>
            <a:r>
              <a:rPr lang="ru-RU" altLang="en-US" sz="3700" i="1" baseline="-10000">
                <a:latin typeface="Cambria" panose="02040503050406030204" pitchFamily="18" charset="0"/>
              </a:rPr>
              <a:t>k	</a:t>
            </a:r>
            <a:r>
              <a:rPr lang="ru-RU" altLang="en-US" sz="5300" baseline="1000">
                <a:latin typeface="Cambria" panose="02040503050406030204" pitchFamily="18" charset="0"/>
              </a:rPr>
              <a:t>= 1	</a:t>
            </a:r>
            <a:r>
              <a:rPr lang="ru-RU" altLang="en-US" sz="5300" i="1" baseline="1000">
                <a:latin typeface="Cambria" panose="02040503050406030204" pitchFamily="18" charset="0"/>
              </a:rPr>
              <a:t>a </a:t>
            </a:r>
            <a:r>
              <a:rPr lang="ru-RU" altLang="en-US" sz="5300" baseline="1000">
                <a:latin typeface="Cambria" panose="02040503050406030204" pitchFamily="18" charset="0"/>
              </a:rPr>
              <a:t>= </a:t>
            </a:r>
            <a:r>
              <a:rPr lang="ru-RU" altLang="en-US" sz="5300" i="1" baseline="1000">
                <a:latin typeface="Cambria" panose="02040503050406030204" pitchFamily="18" charset="0"/>
              </a:rPr>
              <a:t>a</a:t>
            </a:r>
            <a:r>
              <a:rPr lang="ru-RU" altLang="en-US" sz="3700" i="1" baseline="-10000">
                <a:latin typeface="Cambria" panose="02040503050406030204" pitchFamily="18" charset="0"/>
              </a:rPr>
              <a:t>k	</a:t>
            </a:r>
            <a:r>
              <a:rPr lang="ru-RU" altLang="en-US" sz="5300" i="1" baseline="1000">
                <a:latin typeface="Lucida Sans" panose="020B0602030504020204" pitchFamily="34" charset="77"/>
              </a:rPr>
              <a:t>! </a:t>
            </a:r>
            <a:r>
              <a:rPr lang="ru-RU" altLang="en-US" sz="5300" baseline="1000">
                <a:latin typeface="Cambria" panose="02040503050406030204" pitchFamily="18" charset="0"/>
              </a:rPr>
              <a:t>0	</a:t>
            </a:r>
            <a:r>
              <a:rPr lang="ru-RU" altLang="en-US" sz="3500" i="1">
                <a:latin typeface="Cambria" panose="02040503050406030204" pitchFamily="18" charset="0"/>
              </a:rPr>
              <a:t>a </a:t>
            </a:r>
            <a:r>
              <a:rPr lang="ru-RU" altLang="en-US" sz="3500">
                <a:latin typeface="Cambria" panose="02040503050406030204" pitchFamily="18" charset="0"/>
              </a:rPr>
              <a:t>= </a:t>
            </a:r>
            <a:r>
              <a:rPr lang="ru-RU" altLang="en-US" sz="3500" i="1">
                <a:latin typeface="Cambria" panose="02040503050406030204" pitchFamily="18" charset="0"/>
              </a:rPr>
              <a:t>a</a:t>
            </a:r>
            <a:r>
              <a:rPr lang="ru-RU" altLang="en-US" sz="3700" i="1" baseline="-12000">
                <a:latin typeface="Cambria" panose="02040503050406030204" pitchFamily="18" charset="0"/>
              </a:rPr>
              <a:t>k	</a:t>
            </a:r>
            <a:r>
              <a:rPr lang="ru-RU" altLang="en-US" sz="3500" i="1">
                <a:latin typeface="Lucida Sans" panose="020B0602030504020204" pitchFamily="34" charset="77"/>
              </a:rPr>
              <a:t>! 1</a:t>
            </a:r>
            <a:endParaRPr lang="ru-RU" altLang="en-US" sz="3500">
              <a:latin typeface="Lucida Sans" panose="020B0602030504020204" pitchFamily="34" charset="77"/>
            </a:endParaRPr>
          </a:p>
        </p:txBody>
      </p:sp>
      <p:sp>
        <p:nvSpPr>
          <p:cNvPr id="53268" name="object 21">
            <a:extLst>
              <a:ext uri="{FF2B5EF4-FFF2-40B4-BE49-F238E27FC236}">
                <a16:creationId xmlns:a16="http://schemas.microsoft.com/office/drawing/2014/main" id="{94CF67E1-450A-BBD5-6DD5-6F0A2B88B7AE}"/>
              </a:ext>
            </a:extLst>
          </p:cNvPr>
          <p:cNvSpPr>
            <a:spLocks/>
          </p:cNvSpPr>
          <p:nvPr/>
        </p:nvSpPr>
        <p:spPr bwMode="auto">
          <a:xfrm>
            <a:off x="4533900" y="7010400"/>
            <a:ext cx="8458200" cy="1257300"/>
          </a:xfrm>
          <a:custGeom>
            <a:avLst/>
            <a:gdLst>
              <a:gd name="T0" fmla="*/ 0 w 8458200"/>
              <a:gd name="T1" fmla="*/ 0 h 1257300"/>
              <a:gd name="T2" fmla="*/ 8458200 w 8458200"/>
              <a:gd name="T3" fmla="*/ 0 h 1257300"/>
              <a:gd name="T4" fmla="*/ 8458200 w 8458200"/>
              <a:gd name="T5" fmla="*/ 1257300 h 1257300"/>
              <a:gd name="T6" fmla="*/ 0 w 8458200"/>
              <a:gd name="T7" fmla="*/ 1257300 h 1257300"/>
              <a:gd name="T8" fmla="*/ 0 w 8458200"/>
              <a:gd name="T9" fmla="*/ 0 h 1257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58200" h="1257300">
                <a:moveTo>
                  <a:pt x="0" y="0"/>
                </a:moveTo>
                <a:lnTo>
                  <a:pt x="8458200" y="0"/>
                </a:lnTo>
                <a:lnTo>
                  <a:pt x="8458200" y="1257300"/>
                </a:lnTo>
                <a:lnTo>
                  <a:pt x="0" y="1257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3271" name="object 24">
            <a:extLst>
              <a:ext uri="{FF2B5EF4-FFF2-40B4-BE49-F238E27FC236}">
                <a16:creationId xmlns:a16="http://schemas.microsoft.com/office/drawing/2014/main" id="{EF9B40B1-7456-8E1C-86C3-B2650482341F}"/>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7</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1B87A00-ECB9-7C97-0146-D43E042921A3}"/>
                  </a:ext>
                </a:extLst>
              </p:cNvPr>
              <p:cNvSpPr txBox="1"/>
              <p:nvPr/>
            </p:nvSpPr>
            <p:spPr>
              <a:xfrm>
                <a:off x="944751" y="1924472"/>
                <a:ext cx="7909794" cy="10711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𝐷𝑖𝑟𝑖𝑐h𝑙𝑒𝑡</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nary>
                                <m:naryPr>
                                  <m:chr m:val="∑"/>
                                  <m:ctrlPr>
                                    <a:rPr lang="en-US" sz="3000" b="0" i="1" smtClean="0">
                                      <a:latin typeface="Cambria Math" panose="02040503050406030204" pitchFamily="18" charset="0"/>
                                    </a:rPr>
                                  </m:ctrlPr>
                                </m:naryPr>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e>
                              </m:nary>
                            </m:e>
                          </m:d>
                        </m:num>
                        <m:den>
                          <m:sSubSup>
                            <m:sSubSupPr>
                              <m:ctrlPr>
                                <a:rPr lang="en-US" sz="3000" b="0" i="1" smtClean="0">
                                  <a:latin typeface="Cambria Math" panose="02040503050406030204" pitchFamily="18" charset="0"/>
                                </a:rPr>
                              </m:ctrlPr>
                            </m:sSubSupPr>
                            <m:e>
                              <m:r>
                                <m:rPr>
                                  <m:sty m:val="p"/>
                                </m:rPr>
                                <a:rPr lang="en-US" sz="3000" b="0" i="0" smtClean="0">
                                  <a:latin typeface="Cambria Math" panose="02040503050406030204" pitchFamily="18" charset="0"/>
                                </a:rPr>
                                <m:t>Π</m:t>
                              </m:r>
                            </m:e>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sSubSup>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e>
                          </m:d>
                        </m:den>
                      </m:f>
                      <m:sSubSup>
                        <m:sSubSupPr>
                          <m:ctrlPr>
                            <a:rPr lang="en-US" sz="3000" b="0" i="1" smtClean="0">
                              <a:latin typeface="Cambria Math" panose="02040503050406030204" pitchFamily="18" charset="0"/>
                            </a:rPr>
                          </m:ctrlPr>
                        </m:sSubSupPr>
                        <m:e>
                          <m:r>
                            <m:rPr>
                              <m:sty m:val="p"/>
                            </m:rPr>
                            <a:rPr lang="en-US" sz="3000" b="0" i="0" smtClean="0">
                              <a:latin typeface="Cambria Math" panose="02040503050406030204" pitchFamily="18" charset="0"/>
                            </a:rPr>
                            <m:t>Π</m:t>
                          </m:r>
                        </m:e>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sSubSup>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𝑘</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−1</m:t>
                          </m:r>
                        </m:sup>
                      </m:sSubSup>
                    </m:oMath>
                  </m:oMathPara>
                </a14:m>
                <a:endParaRPr lang="en-US" sz="3000" dirty="0"/>
              </a:p>
            </p:txBody>
          </p:sp>
        </mc:Choice>
        <mc:Fallback>
          <p:sp>
            <p:nvSpPr>
              <p:cNvPr id="2" name="TextBox 1">
                <a:extLst>
                  <a:ext uri="{FF2B5EF4-FFF2-40B4-BE49-F238E27FC236}">
                    <a16:creationId xmlns:a16="http://schemas.microsoft.com/office/drawing/2014/main" id="{F1B87A00-ECB9-7C97-0146-D43E042921A3}"/>
                  </a:ext>
                </a:extLst>
              </p:cNvPr>
              <p:cNvSpPr txBox="1">
                <a:spLocks noRot="1" noChangeAspect="1" noMove="1" noResize="1" noEditPoints="1" noAdjustHandles="1" noChangeArrowheads="1" noChangeShapeType="1" noTextEdit="1"/>
              </p:cNvSpPr>
              <p:nvPr/>
            </p:nvSpPr>
            <p:spPr>
              <a:xfrm>
                <a:off x="944751" y="1924472"/>
                <a:ext cx="7909794" cy="1071191"/>
              </a:xfrm>
              <a:prstGeom prst="rect">
                <a:avLst/>
              </a:prstGeom>
              <a:blipFill>
                <a:blip r:embed="rId3"/>
                <a:stretch>
                  <a:fillRect l="-641" t="-68235" b="-552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CCF36BF-5091-FE28-42C9-E06C7698A536}"/>
                  </a:ext>
                </a:extLst>
              </p:cNvPr>
              <p:cNvSpPr txBox="1"/>
              <p:nvPr/>
            </p:nvSpPr>
            <p:spPr>
              <a:xfrm>
                <a:off x="10966896" y="2212495"/>
                <a:ext cx="1412503"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&gt;0</m:t>
                      </m:r>
                    </m:oMath>
                  </m:oMathPara>
                </a14:m>
                <a:endParaRPr lang="en-US" sz="3500" dirty="0"/>
              </a:p>
            </p:txBody>
          </p:sp>
        </mc:Choice>
        <mc:Fallback>
          <p:sp>
            <p:nvSpPr>
              <p:cNvPr id="3" name="TextBox 2">
                <a:extLst>
                  <a:ext uri="{FF2B5EF4-FFF2-40B4-BE49-F238E27FC236}">
                    <a16:creationId xmlns:a16="http://schemas.microsoft.com/office/drawing/2014/main" id="{5CCF36BF-5091-FE28-42C9-E06C7698A536}"/>
                  </a:ext>
                </a:extLst>
              </p:cNvPr>
              <p:cNvSpPr txBox="1">
                <a:spLocks noRot="1" noChangeAspect="1" noMove="1" noResize="1" noEditPoints="1" noAdjustHandles="1" noChangeArrowheads="1" noChangeShapeType="1" noTextEdit="1"/>
              </p:cNvSpPr>
              <p:nvPr/>
            </p:nvSpPr>
            <p:spPr>
              <a:xfrm>
                <a:off x="10966896" y="2212495"/>
                <a:ext cx="1412503" cy="538609"/>
              </a:xfrm>
              <a:prstGeom prst="rect">
                <a:avLst/>
              </a:prstGeom>
              <a:blipFill>
                <a:blip r:embed="rId4"/>
                <a:stretch>
                  <a:fillRect l="-3571" r="-7143" b="-162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F94984A-470A-8018-7E97-F05F97834C71}"/>
                  </a:ext>
                </a:extLst>
              </p:cNvPr>
              <p:cNvSpPr txBox="1"/>
              <p:nvPr/>
            </p:nvSpPr>
            <p:spPr>
              <a:xfrm>
                <a:off x="10309666" y="3221416"/>
                <a:ext cx="2069733" cy="1845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d>
                        <m:dPr>
                          <m:ctrlPr>
                            <a:rPr lang="en-US" sz="3500" b="0" i="1" smtClean="0">
                              <a:latin typeface="Cambria Math" panose="02040503050406030204" pitchFamily="18" charset="0"/>
                            </a:rPr>
                          </m:ctrlPr>
                        </m:dPr>
                        <m:e>
                          <m:r>
                            <a:rPr lang="en-US" sz="3500" b="0" i="1" smtClean="0">
                              <a:latin typeface="Cambria Math" panose="02040503050406030204" pitchFamily="18" charset="0"/>
                            </a:rPr>
                            <m:t>0,1</m:t>
                          </m:r>
                        </m:e>
                      </m:d>
                    </m:oMath>
                  </m:oMathPara>
                </a14:m>
                <a:endParaRPr lang="en-US" sz="3500" b="0" dirty="0"/>
              </a:p>
              <a:p>
                <a:pPr/>
                <a14:m>
                  <m:oMathPara xmlns:m="http://schemas.openxmlformats.org/officeDocument/2006/math">
                    <m:oMathParaPr>
                      <m:jc m:val="centerGroup"/>
                    </m:oMathParaPr>
                    <m:oMath xmlns:m="http://schemas.openxmlformats.org/officeDocument/2006/math">
                      <m:nary>
                        <m:naryPr>
                          <m:chr m:val="∑"/>
                          <m:supHide m:val="on"/>
                          <m:ctrlPr>
                            <a:rPr lang="en-US" sz="3500" b="0" i="1" smtClean="0">
                              <a:latin typeface="Cambria Math" panose="02040503050406030204" pitchFamily="18" charset="0"/>
                            </a:rPr>
                          </m:ctrlPr>
                        </m:naryPr>
                        <m:sub>
                          <m:r>
                            <a:rPr lang="en-US" sz="3500" b="0" i="1" smtClean="0">
                              <a:latin typeface="Cambria Math" panose="02040503050406030204" pitchFamily="18" charset="0"/>
                            </a:rPr>
                            <m:t>𝑘</m:t>
                          </m:r>
                        </m:sub>
                        <m:sup/>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𝑘</m:t>
                              </m:r>
                            </m:sub>
                          </m:sSub>
                        </m:e>
                      </m:nary>
                      <m:r>
                        <a:rPr lang="en-US" sz="3500" b="0" i="1" smtClean="0">
                          <a:latin typeface="Cambria Math" panose="02040503050406030204" pitchFamily="18" charset="0"/>
                        </a:rPr>
                        <m:t>=1</m:t>
                      </m:r>
                    </m:oMath>
                  </m:oMathPara>
                </a14:m>
                <a:endParaRPr lang="en-US" sz="3500" dirty="0"/>
              </a:p>
            </p:txBody>
          </p:sp>
        </mc:Choice>
        <mc:Fallback>
          <p:sp>
            <p:nvSpPr>
              <p:cNvPr id="4" name="TextBox 3">
                <a:extLst>
                  <a:ext uri="{FF2B5EF4-FFF2-40B4-BE49-F238E27FC236}">
                    <a16:creationId xmlns:a16="http://schemas.microsoft.com/office/drawing/2014/main" id="{DF94984A-470A-8018-7E97-F05F97834C71}"/>
                  </a:ext>
                </a:extLst>
              </p:cNvPr>
              <p:cNvSpPr txBox="1">
                <a:spLocks noRot="1" noChangeAspect="1" noMove="1" noResize="1" noEditPoints="1" noAdjustHandles="1" noChangeArrowheads="1" noChangeShapeType="1" noTextEdit="1"/>
              </p:cNvSpPr>
              <p:nvPr/>
            </p:nvSpPr>
            <p:spPr>
              <a:xfrm>
                <a:off x="10309666" y="3221416"/>
                <a:ext cx="2069733" cy="1845505"/>
              </a:xfrm>
              <a:prstGeom prst="rect">
                <a:avLst/>
              </a:prstGeom>
              <a:blipFill>
                <a:blip r:embed="rId5"/>
                <a:stretch>
                  <a:fillRect l="-78659" t="-76027" r="-4878" b="-145890"/>
                </a:stretch>
              </a:blipFill>
            </p:spPr>
            <p:txBody>
              <a:bodyPr/>
              <a:lstStyle/>
              <a:p>
                <a:r>
                  <a:rPr lang="en-US">
                    <a:noFill/>
                  </a:rPr>
                  <a:t> </a:t>
                </a:r>
              </a:p>
            </p:txBody>
          </p:sp>
        </mc:Fallback>
      </mc:AlternateContent>
      <p:pic>
        <p:nvPicPr>
          <p:cNvPr id="5" name="object 2">
            <a:extLst>
              <a:ext uri="{FF2B5EF4-FFF2-40B4-BE49-F238E27FC236}">
                <a16:creationId xmlns:a16="http://schemas.microsoft.com/office/drawing/2014/main" id="{1DC475A3-C0E3-0A68-D9A6-905D22F5ED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761"/>
          <a:stretch>
            <a:fillRect/>
          </a:stretch>
        </p:blipFill>
        <p:spPr bwMode="auto">
          <a:xfrm>
            <a:off x="156270" y="5236838"/>
            <a:ext cx="3570287" cy="328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7" name="object 3">
            <a:extLst>
              <a:ext uri="{FF2B5EF4-FFF2-40B4-BE49-F238E27FC236}">
                <a16:creationId xmlns:a16="http://schemas.microsoft.com/office/drawing/2014/main" id="{A1264244-0497-9C68-797E-D21E31BFE8C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1117"/>
          <a:stretch>
            <a:fillRect/>
          </a:stretch>
        </p:blipFill>
        <p:spPr bwMode="auto">
          <a:xfrm>
            <a:off x="4198144" y="5236839"/>
            <a:ext cx="3581400" cy="3115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nvGrpSpPr>
          <p:cNvPr id="8" name="object 4">
            <a:extLst>
              <a:ext uri="{FF2B5EF4-FFF2-40B4-BE49-F238E27FC236}">
                <a16:creationId xmlns:a16="http://schemas.microsoft.com/office/drawing/2014/main" id="{5303F17A-554C-834D-F828-DA4DF071389F}"/>
              </a:ext>
            </a:extLst>
          </p:cNvPr>
          <p:cNvGrpSpPr>
            <a:grpSpLocks/>
          </p:cNvGrpSpPr>
          <p:nvPr/>
        </p:nvGrpSpPr>
        <p:grpSpPr bwMode="auto">
          <a:xfrm>
            <a:off x="8595122" y="5529262"/>
            <a:ext cx="3581400" cy="3660775"/>
            <a:chOff x="8779038" y="4191000"/>
            <a:chExt cx="3581400" cy="3660775"/>
          </a:xfrm>
        </p:grpSpPr>
        <p:pic>
          <p:nvPicPr>
            <p:cNvPr id="9" name="object 5">
              <a:extLst>
                <a:ext uri="{FF2B5EF4-FFF2-40B4-BE49-F238E27FC236}">
                  <a16:creationId xmlns:a16="http://schemas.microsoft.com/office/drawing/2014/main" id="{D3ABCE58-0711-C81E-583A-6AB66885E4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79038" y="4333792"/>
              <a:ext cx="358140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0" name="object 6">
              <a:extLst>
                <a:ext uri="{FF2B5EF4-FFF2-40B4-BE49-F238E27FC236}">
                  <a16:creationId xmlns:a16="http://schemas.microsoft.com/office/drawing/2014/main" id="{2B18F5D2-ECCE-3732-71E3-950B8973F5C5}"/>
                </a:ext>
              </a:extLst>
            </p:cNvPr>
            <p:cNvSpPr>
              <a:spLocks/>
            </p:cNvSpPr>
            <p:nvPr/>
          </p:nvSpPr>
          <p:spPr bwMode="auto">
            <a:xfrm>
              <a:off x="9982199" y="4191000"/>
              <a:ext cx="1270000" cy="304800"/>
            </a:xfrm>
            <a:custGeom>
              <a:avLst/>
              <a:gdLst>
                <a:gd name="T0" fmla="*/ 0 w 1270000"/>
                <a:gd name="T1" fmla="*/ 0 h 304800"/>
                <a:gd name="T2" fmla="*/ 1270000 w 1270000"/>
                <a:gd name="T3" fmla="*/ 0 h 304800"/>
                <a:gd name="T4" fmla="*/ 1270000 w 1270000"/>
                <a:gd name="T5" fmla="*/ 304800 h 304800"/>
                <a:gd name="T6" fmla="*/ 0 w 1270000"/>
                <a:gd name="T7" fmla="*/ 304800 h 304800"/>
                <a:gd name="T8" fmla="*/ 0 w 1270000"/>
                <a:gd name="T9" fmla="*/ 0 h 304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0000" h="304800">
                  <a:moveTo>
                    <a:pt x="0" y="0"/>
                  </a:moveTo>
                  <a:lnTo>
                    <a:pt x="1270000" y="0"/>
                  </a:lnTo>
                  <a:lnTo>
                    <a:pt x="1270000" y="304800"/>
                  </a:lnTo>
                  <a:lnTo>
                    <a:pt x="0" y="304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11" name="TextBox 10">
            <a:extLst>
              <a:ext uri="{FF2B5EF4-FFF2-40B4-BE49-F238E27FC236}">
                <a16:creationId xmlns:a16="http://schemas.microsoft.com/office/drawing/2014/main" id="{C39F1F38-6B66-D85B-18B1-EE1D2C69558F}"/>
              </a:ext>
            </a:extLst>
          </p:cNvPr>
          <p:cNvSpPr txBox="1"/>
          <p:nvPr/>
        </p:nvSpPr>
        <p:spPr>
          <a:xfrm>
            <a:off x="10435633" y="5621028"/>
            <a:ext cx="1475084" cy="369332"/>
          </a:xfrm>
          <a:prstGeom prst="rect">
            <a:avLst/>
          </a:prstGeom>
          <a:noFill/>
        </p:spPr>
        <p:txBody>
          <a:bodyPr wrap="none" rtlCol="0">
            <a:spAutoFit/>
          </a:bodyPr>
          <a:lstStyle/>
          <a:p>
            <a:r>
              <a:rPr lang="en-US" dirty="0"/>
              <a:t>a=(40, 10, 10)</a:t>
            </a:r>
          </a:p>
        </p:txBody>
      </p:sp>
      <p:sp>
        <p:nvSpPr>
          <p:cNvPr id="12" name="TextBox 11">
            <a:extLst>
              <a:ext uri="{FF2B5EF4-FFF2-40B4-BE49-F238E27FC236}">
                <a16:creationId xmlns:a16="http://schemas.microsoft.com/office/drawing/2014/main" id="{8C21F511-3C7B-E6C9-4700-0979A35DFF55}"/>
              </a:ext>
            </a:extLst>
          </p:cNvPr>
          <p:cNvSpPr txBox="1"/>
          <p:nvPr/>
        </p:nvSpPr>
        <p:spPr>
          <a:xfrm>
            <a:off x="5993286" y="4697589"/>
            <a:ext cx="1018227" cy="369332"/>
          </a:xfrm>
          <a:prstGeom prst="rect">
            <a:avLst/>
          </a:prstGeom>
          <a:noFill/>
        </p:spPr>
        <p:txBody>
          <a:bodyPr wrap="none" rtlCol="0">
            <a:spAutoFit/>
          </a:bodyPr>
          <a:lstStyle/>
          <a:p>
            <a:r>
              <a:rPr lang="en-US" dirty="0"/>
              <a:t>a=(5,5,5)</a:t>
            </a:r>
          </a:p>
        </p:txBody>
      </p:sp>
      <p:sp>
        <p:nvSpPr>
          <p:cNvPr id="13" name="TextBox 12">
            <a:extLst>
              <a:ext uri="{FF2B5EF4-FFF2-40B4-BE49-F238E27FC236}">
                <a16:creationId xmlns:a16="http://schemas.microsoft.com/office/drawing/2014/main" id="{2FE82B59-6DD3-AE10-3B1A-6337BB2CE893}"/>
              </a:ext>
            </a:extLst>
          </p:cNvPr>
          <p:cNvSpPr txBox="1"/>
          <p:nvPr/>
        </p:nvSpPr>
        <p:spPr>
          <a:xfrm>
            <a:off x="967765" y="4867506"/>
            <a:ext cx="1648208" cy="369332"/>
          </a:xfrm>
          <a:prstGeom prst="rect">
            <a:avLst/>
          </a:prstGeom>
          <a:noFill/>
        </p:spPr>
        <p:txBody>
          <a:bodyPr wrap="none" rtlCol="0">
            <a:spAutoFit/>
          </a:bodyPr>
          <a:lstStyle/>
          <a:p>
            <a:r>
              <a:rPr lang="en-US" dirty="0"/>
              <a:t>a=(0.5, 0.5, 0.5)</a:t>
            </a:r>
          </a:p>
        </p:txBody>
      </p:sp>
    </p:spTree>
    <p:extLst>
      <p:ext uri="{BB962C8B-B14F-4D97-AF65-F5344CB8AC3E}">
        <p14:creationId xmlns:p14="http://schemas.microsoft.com/office/powerpoint/2010/main" val="422006161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F1EAF5-B506-EC80-56BD-38B5A418BFFA}"/>
            </a:ext>
          </a:extLst>
        </p:cNvPr>
        <p:cNvGrpSpPr/>
        <p:nvPr/>
      </p:nvGrpSpPr>
      <p:grpSpPr>
        <a:xfrm>
          <a:off x="0" y="0"/>
          <a:ext cx="0" cy="0"/>
          <a:chOff x="0" y="0"/>
          <a:chExt cx="0" cy="0"/>
        </a:xfrm>
      </p:grpSpPr>
      <p:sp>
        <p:nvSpPr>
          <p:cNvPr id="53249" name="object 2" descr="$PPTXTitle">
            <a:extLst>
              <a:ext uri="{FF2B5EF4-FFF2-40B4-BE49-F238E27FC236}">
                <a16:creationId xmlns:a16="http://schemas.microsoft.com/office/drawing/2014/main" id="{F944CD3A-01FA-051A-E42D-8E592A0DE3B6}"/>
              </a:ext>
            </a:extLst>
          </p:cNvPr>
          <p:cNvSpPr>
            <a:spLocks noGrp="1" noChangeArrowheads="1"/>
          </p:cNvSpPr>
          <p:nvPr>
            <p:ph type="title"/>
          </p:nvPr>
        </p:nvSpPr>
        <p:spPr>
          <a:xfrm>
            <a:off x="684213" y="261938"/>
            <a:ext cx="996315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distribution review</a:t>
            </a:r>
          </a:p>
        </p:txBody>
      </p:sp>
      <p:sp>
        <p:nvSpPr>
          <p:cNvPr id="53267" name="object 20">
            <a:extLst>
              <a:ext uri="{FF2B5EF4-FFF2-40B4-BE49-F238E27FC236}">
                <a16:creationId xmlns:a16="http://schemas.microsoft.com/office/drawing/2014/main" id="{E68B94C4-0074-93CF-B4CB-A721F5D88C37}"/>
              </a:ext>
            </a:extLst>
          </p:cNvPr>
          <p:cNvSpPr txBox="1">
            <a:spLocks noChangeArrowheads="1"/>
          </p:cNvSpPr>
          <p:nvPr/>
        </p:nvSpPr>
        <p:spPr bwMode="auto">
          <a:xfrm>
            <a:off x="4630738" y="7100888"/>
            <a:ext cx="8262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1pPr>
            <a:lvl2pPr marL="742950" indent="-28575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2pPr>
            <a:lvl3pPr marL="11430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3pPr>
            <a:lvl4pPr marL="16002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4pPr>
            <a:lvl5pPr marL="2057400" indent="-228600">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1438275" algn="l"/>
                <a:tab pos="2870200" algn="l"/>
                <a:tab pos="4310063" algn="l"/>
                <a:tab pos="5784850" algn="l"/>
                <a:tab pos="7224713"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13"/>
              </a:lnSpc>
              <a:buSzPct val="100000"/>
              <a:buFont typeface="Calibri" panose="020F0502020204030204" pitchFamily="34" charset="0"/>
              <a:buNone/>
            </a:pPr>
            <a:r>
              <a:rPr lang="ru-RU" altLang="en-US" sz="5300" i="1" baseline="1000">
                <a:latin typeface="Cambria" panose="02040503050406030204" pitchFamily="18" charset="0"/>
              </a:rPr>
              <a:t>a </a:t>
            </a:r>
            <a:r>
              <a:rPr lang="ru-RU" altLang="en-US" sz="5300" baseline="1000">
                <a:latin typeface="Cambria" panose="02040503050406030204" pitchFamily="18" charset="0"/>
              </a:rPr>
              <a:t>= </a:t>
            </a:r>
            <a:r>
              <a:rPr lang="ru-RU" altLang="en-US" sz="5300" i="1" baseline="1000">
                <a:latin typeface="Cambria" panose="02040503050406030204" pitchFamily="18" charset="0"/>
              </a:rPr>
              <a:t>a</a:t>
            </a:r>
            <a:r>
              <a:rPr lang="ru-RU" altLang="en-US" sz="3700" i="1" baseline="-10000">
                <a:latin typeface="Cambria" panose="02040503050406030204" pitchFamily="18" charset="0"/>
              </a:rPr>
              <a:t>k	</a:t>
            </a:r>
            <a:r>
              <a:rPr lang="ru-RU" altLang="en-US" sz="5300" baseline="1000">
                <a:latin typeface="Cambria" panose="02040503050406030204" pitchFamily="18" charset="0"/>
              </a:rPr>
              <a:t>= 1	</a:t>
            </a:r>
            <a:r>
              <a:rPr lang="ru-RU" altLang="en-US" sz="5300" i="1" baseline="1000">
                <a:latin typeface="Cambria" panose="02040503050406030204" pitchFamily="18" charset="0"/>
              </a:rPr>
              <a:t>a </a:t>
            </a:r>
            <a:r>
              <a:rPr lang="ru-RU" altLang="en-US" sz="5300" baseline="1000">
                <a:latin typeface="Cambria" panose="02040503050406030204" pitchFamily="18" charset="0"/>
              </a:rPr>
              <a:t>= </a:t>
            </a:r>
            <a:r>
              <a:rPr lang="ru-RU" altLang="en-US" sz="5300" i="1" baseline="1000">
                <a:latin typeface="Cambria" panose="02040503050406030204" pitchFamily="18" charset="0"/>
              </a:rPr>
              <a:t>a</a:t>
            </a:r>
            <a:r>
              <a:rPr lang="ru-RU" altLang="en-US" sz="3700" i="1" baseline="-10000">
                <a:latin typeface="Cambria" panose="02040503050406030204" pitchFamily="18" charset="0"/>
              </a:rPr>
              <a:t>k	</a:t>
            </a:r>
            <a:r>
              <a:rPr lang="ru-RU" altLang="en-US" sz="5300" i="1" baseline="1000">
                <a:latin typeface="Lucida Sans" panose="020B0602030504020204" pitchFamily="34" charset="77"/>
              </a:rPr>
              <a:t>! </a:t>
            </a:r>
            <a:r>
              <a:rPr lang="ru-RU" altLang="en-US" sz="5300" baseline="1000">
                <a:latin typeface="Cambria" panose="02040503050406030204" pitchFamily="18" charset="0"/>
              </a:rPr>
              <a:t>0	</a:t>
            </a:r>
            <a:r>
              <a:rPr lang="ru-RU" altLang="en-US" sz="3500" i="1">
                <a:latin typeface="Cambria" panose="02040503050406030204" pitchFamily="18" charset="0"/>
              </a:rPr>
              <a:t>a </a:t>
            </a:r>
            <a:r>
              <a:rPr lang="ru-RU" altLang="en-US" sz="3500">
                <a:latin typeface="Cambria" panose="02040503050406030204" pitchFamily="18" charset="0"/>
              </a:rPr>
              <a:t>= </a:t>
            </a:r>
            <a:r>
              <a:rPr lang="ru-RU" altLang="en-US" sz="3500" i="1">
                <a:latin typeface="Cambria" panose="02040503050406030204" pitchFamily="18" charset="0"/>
              </a:rPr>
              <a:t>a</a:t>
            </a:r>
            <a:r>
              <a:rPr lang="ru-RU" altLang="en-US" sz="3700" i="1" baseline="-12000">
                <a:latin typeface="Cambria" panose="02040503050406030204" pitchFamily="18" charset="0"/>
              </a:rPr>
              <a:t>k	</a:t>
            </a:r>
            <a:r>
              <a:rPr lang="ru-RU" altLang="en-US" sz="3500" i="1">
                <a:latin typeface="Lucida Sans" panose="020B0602030504020204" pitchFamily="34" charset="77"/>
              </a:rPr>
              <a:t>! 1</a:t>
            </a:r>
            <a:endParaRPr lang="ru-RU" altLang="en-US" sz="3500">
              <a:latin typeface="Lucida Sans" panose="020B0602030504020204" pitchFamily="34" charset="77"/>
            </a:endParaRPr>
          </a:p>
        </p:txBody>
      </p:sp>
      <p:sp>
        <p:nvSpPr>
          <p:cNvPr id="53268" name="object 21">
            <a:extLst>
              <a:ext uri="{FF2B5EF4-FFF2-40B4-BE49-F238E27FC236}">
                <a16:creationId xmlns:a16="http://schemas.microsoft.com/office/drawing/2014/main" id="{8CF950ED-594B-EF1D-6208-9EEC4CE63274}"/>
              </a:ext>
            </a:extLst>
          </p:cNvPr>
          <p:cNvSpPr>
            <a:spLocks/>
          </p:cNvSpPr>
          <p:nvPr/>
        </p:nvSpPr>
        <p:spPr bwMode="auto">
          <a:xfrm>
            <a:off x="4533900" y="7010400"/>
            <a:ext cx="8458200" cy="1257300"/>
          </a:xfrm>
          <a:custGeom>
            <a:avLst/>
            <a:gdLst>
              <a:gd name="T0" fmla="*/ 0 w 8458200"/>
              <a:gd name="T1" fmla="*/ 0 h 1257300"/>
              <a:gd name="T2" fmla="*/ 8458200 w 8458200"/>
              <a:gd name="T3" fmla="*/ 0 h 1257300"/>
              <a:gd name="T4" fmla="*/ 8458200 w 8458200"/>
              <a:gd name="T5" fmla="*/ 1257300 h 1257300"/>
              <a:gd name="T6" fmla="*/ 0 w 8458200"/>
              <a:gd name="T7" fmla="*/ 1257300 h 1257300"/>
              <a:gd name="T8" fmla="*/ 0 w 8458200"/>
              <a:gd name="T9" fmla="*/ 0 h 1257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458200" h="1257300">
                <a:moveTo>
                  <a:pt x="0" y="0"/>
                </a:moveTo>
                <a:lnTo>
                  <a:pt x="8458200" y="0"/>
                </a:lnTo>
                <a:lnTo>
                  <a:pt x="8458200" y="1257300"/>
                </a:lnTo>
                <a:lnTo>
                  <a:pt x="0" y="1257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3271" name="object 24">
            <a:extLst>
              <a:ext uri="{FF2B5EF4-FFF2-40B4-BE49-F238E27FC236}">
                <a16:creationId xmlns:a16="http://schemas.microsoft.com/office/drawing/2014/main" id="{5CCB8A69-2E42-A8AB-E234-43B0E633574C}"/>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7</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1AF2EC9-3A6F-14BA-3BEB-19CC92BF6C3F}"/>
                  </a:ext>
                </a:extLst>
              </p:cNvPr>
              <p:cNvSpPr txBox="1"/>
              <p:nvPr/>
            </p:nvSpPr>
            <p:spPr>
              <a:xfrm>
                <a:off x="944751" y="1924472"/>
                <a:ext cx="7909794" cy="10711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𝐷𝑖𝑟𝑖𝑐h𝑙𝑒𝑡</m:t>
                      </m:r>
                      <m:d>
                        <m:dPr>
                          <m:sepChr m:val="∣"/>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nary>
                                <m:naryPr>
                                  <m:chr m:val="∑"/>
                                  <m:ctrlPr>
                                    <a:rPr lang="en-US" sz="3000" b="0" i="1" smtClean="0">
                                      <a:latin typeface="Cambria Math" panose="02040503050406030204" pitchFamily="18" charset="0"/>
                                    </a:rPr>
                                  </m:ctrlPr>
                                </m:naryPr>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e>
                              </m:nary>
                            </m:e>
                          </m:d>
                        </m:num>
                        <m:den>
                          <m:sSubSup>
                            <m:sSubSupPr>
                              <m:ctrlPr>
                                <a:rPr lang="en-US" sz="3000" b="0" i="1" smtClean="0">
                                  <a:latin typeface="Cambria Math" panose="02040503050406030204" pitchFamily="18" charset="0"/>
                                </a:rPr>
                              </m:ctrlPr>
                            </m:sSubSupPr>
                            <m:e>
                              <m:r>
                                <m:rPr>
                                  <m:sty m:val="p"/>
                                </m:rPr>
                                <a:rPr lang="en-US" sz="3000" b="0" i="0" smtClean="0">
                                  <a:latin typeface="Cambria Math" panose="02040503050406030204" pitchFamily="18" charset="0"/>
                                </a:rPr>
                                <m:t>Π</m:t>
                              </m:r>
                            </m:e>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sSubSup>
                          <m:r>
                            <m:rPr>
                              <m:sty m:val="p"/>
                            </m:rPr>
                            <a:rPr lang="en-US" sz="3000" b="0" i="0" smtClean="0">
                              <a:latin typeface="Cambria Math" panose="02040503050406030204" pitchFamily="18" charset="0"/>
                            </a:rPr>
                            <m:t>Γ</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e>
                          </m:d>
                        </m:den>
                      </m:f>
                      <m:sSubSup>
                        <m:sSubSupPr>
                          <m:ctrlPr>
                            <a:rPr lang="en-US" sz="3000" b="0" i="1" smtClean="0">
                              <a:latin typeface="Cambria Math" panose="02040503050406030204" pitchFamily="18" charset="0"/>
                            </a:rPr>
                          </m:ctrlPr>
                        </m:sSubSupPr>
                        <m:e>
                          <m:r>
                            <m:rPr>
                              <m:sty m:val="p"/>
                            </m:rPr>
                            <a:rPr lang="en-US" sz="3000" b="0" i="0" smtClean="0">
                              <a:latin typeface="Cambria Math" panose="02040503050406030204" pitchFamily="18" charset="0"/>
                            </a:rPr>
                            <m:t>Π</m:t>
                          </m:r>
                        </m:e>
                        <m:sub>
                          <m:r>
                            <a:rPr lang="en-US" sz="3000" b="0" i="1" smtClean="0">
                              <a:latin typeface="Cambria Math" panose="02040503050406030204" pitchFamily="18" charset="0"/>
                            </a:rPr>
                            <m:t>𝑘</m:t>
                          </m:r>
                          <m:r>
                            <a:rPr lang="en-US" sz="3000" b="0" i="1" smtClean="0">
                              <a:latin typeface="Cambria Math" panose="02040503050406030204" pitchFamily="18" charset="0"/>
                            </a:rPr>
                            <m:t>=1</m:t>
                          </m:r>
                        </m:sub>
                        <m:sup>
                          <m:r>
                            <a:rPr lang="en-US" sz="3000" b="0" i="1" smtClean="0">
                              <a:latin typeface="Cambria Math" panose="02040503050406030204" pitchFamily="18" charset="0"/>
                            </a:rPr>
                            <m:t>𝐾</m:t>
                          </m:r>
                        </m:sup>
                      </m:sSubSup>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𝜌</m:t>
                          </m:r>
                        </m:e>
                        <m:sub>
                          <m:r>
                            <a:rPr lang="en-US" sz="3000" b="0" i="1" smtClean="0">
                              <a:latin typeface="Cambria Math" panose="02040503050406030204" pitchFamily="18" charset="0"/>
                            </a:rPr>
                            <m:t>𝑘</m:t>
                          </m:r>
                        </m:sub>
                        <m:sup>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−1</m:t>
                          </m:r>
                        </m:sup>
                      </m:sSubSup>
                    </m:oMath>
                  </m:oMathPara>
                </a14:m>
                <a:endParaRPr lang="en-US" sz="3000" dirty="0"/>
              </a:p>
            </p:txBody>
          </p:sp>
        </mc:Choice>
        <mc:Fallback>
          <p:sp>
            <p:nvSpPr>
              <p:cNvPr id="2" name="TextBox 1">
                <a:extLst>
                  <a:ext uri="{FF2B5EF4-FFF2-40B4-BE49-F238E27FC236}">
                    <a16:creationId xmlns:a16="http://schemas.microsoft.com/office/drawing/2014/main" id="{21AF2EC9-3A6F-14BA-3BEB-19CC92BF6C3F}"/>
                  </a:ext>
                </a:extLst>
              </p:cNvPr>
              <p:cNvSpPr txBox="1">
                <a:spLocks noRot="1" noChangeAspect="1" noMove="1" noResize="1" noEditPoints="1" noAdjustHandles="1" noChangeArrowheads="1" noChangeShapeType="1" noTextEdit="1"/>
              </p:cNvSpPr>
              <p:nvPr/>
            </p:nvSpPr>
            <p:spPr>
              <a:xfrm>
                <a:off x="944751" y="1924472"/>
                <a:ext cx="7909794" cy="1071191"/>
              </a:xfrm>
              <a:prstGeom prst="rect">
                <a:avLst/>
              </a:prstGeom>
              <a:blipFill>
                <a:blip r:embed="rId3"/>
                <a:stretch>
                  <a:fillRect l="-641" t="-68235" b="-552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56F9919-B860-4D53-64FF-B649636ED5D4}"/>
                  </a:ext>
                </a:extLst>
              </p:cNvPr>
              <p:cNvSpPr txBox="1"/>
              <p:nvPr/>
            </p:nvSpPr>
            <p:spPr>
              <a:xfrm>
                <a:off x="10966896" y="2212495"/>
                <a:ext cx="1412503"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𝑎</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&gt;0</m:t>
                      </m:r>
                    </m:oMath>
                  </m:oMathPara>
                </a14:m>
                <a:endParaRPr lang="en-US" sz="3500" dirty="0"/>
              </a:p>
            </p:txBody>
          </p:sp>
        </mc:Choice>
        <mc:Fallback>
          <p:sp>
            <p:nvSpPr>
              <p:cNvPr id="3" name="TextBox 2">
                <a:extLst>
                  <a:ext uri="{FF2B5EF4-FFF2-40B4-BE49-F238E27FC236}">
                    <a16:creationId xmlns:a16="http://schemas.microsoft.com/office/drawing/2014/main" id="{856F9919-B860-4D53-64FF-B649636ED5D4}"/>
                  </a:ext>
                </a:extLst>
              </p:cNvPr>
              <p:cNvSpPr txBox="1">
                <a:spLocks noRot="1" noChangeAspect="1" noMove="1" noResize="1" noEditPoints="1" noAdjustHandles="1" noChangeArrowheads="1" noChangeShapeType="1" noTextEdit="1"/>
              </p:cNvSpPr>
              <p:nvPr/>
            </p:nvSpPr>
            <p:spPr>
              <a:xfrm>
                <a:off x="10966896" y="2212495"/>
                <a:ext cx="1412503" cy="538609"/>
              </a:xfrm>
              <a:prstGeom prst="rect">
                <a:avLst/>
              </a:prstGeom>
              <a:blipFill>
                <a:blip r:embed="rId4"/>
                <a:stretch>
                  <a:fillRect l="-3571" r="-7143" b="-1627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D10C225-CA64-891E-DED4-CB546DF24ACC}"/>
                  </a:ext>
                </a:extLst>
              </p:cNvPr>
              <p:cNvSpPr txBox="1"/>
              <p:nvPr/>
            </p:nvSpPr>
            <p:spPr>
              <a:xfrm>
                <a:off x="10309666" y="3221416"/>
                <a:ext cx="2069733" cy="18455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𝑘</m:t>
                          </m:r>
                        </m:sub>
                      </m:sSub>
                      <m:r>
                        <a:rPr lang="en-US" sz="3500" b="0" i="1" smtClean="0">
                          <a:latin typeface="Cambria Math" panose="02040503050406030204" pitchFamily="18" charset="0"/>
                        </a:rPr>
                        <m:t>∈</m:t>
                      </m:r>
                      <m:d>
                        <m:dPr>
                          <m:ctrlPr>
                            <a:rPr lang="en-US" sz="3500" b="0" i="1" smtClean="0">
                              <a:latin typeface="Cambria Math" panose="02040503050406030204" pitchFamily="18" charset="0"/>
                            </a:rPr>
                          </m:ctrlPr>
                        </m:dPr>
                        <m:e>
                          <m:r>
                            <a:rPr lang="en-US" sz="3500" b="0" i="1" smtClean="0">
                              <a:latin typeface="Cambria Math" panose="02040503050406030204" pitchFamily="18" charset="0"/>
                            </a:rPr>
                            <m:t>0,1</m:t>
                          </m:r>
                        </m:e>
                      </m:d>
                    </m:oMath>
                  </m:oMathPara>
                </a14:m>
                <a:endParaRPr lang="en-US" sz="3500" b="0" dirty="0"/>
              </a:p>
              <a:p>
                <a:pPr/>
                <a14:m>
                  <m:oMathPara xmlns:m="http://schemas.openxmlformats.org/officeDocument/2006/math">
                    <m:oMathParaPr>
                      <m:jc m:val="centerGroup"/>
                    </m:oMathParaPr>
                    <m:oMath xmlns:m="http://schemas.openxmlformats.org/officeDocument/2006/math">
                      <m:nary>
                        <m:naryPr>
                          <m:chr m:val="∑"/>
                          <m:supHide m:val="on"/>
                          <m:ctrlPr>
                            <a:rPr lang="en-US" sz="3500" b="0" i="1" smtClean="0">
                              <a:latin typeface="Cambria Math" panose="02040503050406030204" pitchFamily="18" charset="0"/>
                            </a:rPr>
                          </m:ctrlPr>
                        </m:naryPr>
                        <m:sub>
                          <m:r>
                            <a:rPr lang="en-US" sz="3500" b="0" i="1" smtClean="0">
                              <a:latin typeface="Cambria Math" panose="02040503050406030204" pitchFamily="18" charset="0"/>
                            </a:rPr>
                            <m:t>𝑘</m:t>
                          </m:r>
                        </m:sub>
                        <m:sup/>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𝜌</m:t>
                              </m:r>
                            </m:e>
                            <m:sub>
                              <m:r>
                                <a:rPr lang="en-US" sz="3500" b="0" i="1" smtClean="0">
                                  <a:latin typeface="Cambria Math" panose="02040503050406030204" pitchFamily="18" charset="0"/>
                                </a:rPr>
                                <m:t>𝑘</m:t>
                              </m:r>
                            </m:sub>
                          </m:sSub>
                        </m:e>
                      </m:nary>
                      <m:r>
                        <a:rPr lang="en-US" sz="3500" b="0" i="1" smtClean="0">
                          <a:latin typeface="Cambria Math" panose="02040503050406030204" pitchFamily="18" charset="0"/>
                        </a:rPr>
                        <m:t>=1</m:t>
                      </m:r>
                    </m:oMath>
                  </m:oMathPara>
                </a14:m>
                <a:endParaRPr lang="en-US" sz="3500" dirty="0"/>
              </a:p>
            </p:txBody>
          </p:sp>
        </mc:Choice>
        <mc:Fallback>
          <p:sp>
            <p:nvSpPr>
              <p:cNvPr id="4" name="TextBox 3">
                <a:extLst>
                  <a:ext uri="{FF2B5EF4-FFF2-40B4-BE49-F238E27FC236}">
                    <a16:creationId xmlns:a16="http://schemas.microsoft.com/office/drawing/2014/main" id="{0D10C225-CA64-891E-DED4-CB546DF24ACC}"/>
                  </a:ext>
                </a:extLst>
              </p:cNvPr>
              <p:cNvSpPr txBox="1">
                <a:spLocks noRot="1" noChangeAspect="1" noMove="1" noResize="1" noEditPoints="1" noAdjustHandles="1" noChangeArrowheads="1" noChangeShapeType="1" noTextEdit="1"/>
              </p:cNvSpPr>
              <p:nvPr/>
            </p:nvSpPr>
            <p:spPr>
              <a:xfrm>
                <a:off x="10309666" y="3221416"/>
                <a:ext cx="2069733" cy="1845505"/>
              </a:xfrm>
              <a:prstGeom prst="rect">
                <a:avLst/>
              </a:prstGeom>
              <a:blipFill>
                <a:blip r:embed="rId5"/>
                <a:stretch>
                  <a:fillRect l="-78659" t="-76027" r="-4878" b="-145890"/>
                </a:stretch>
              </a:blipFill>
            </p:spPr>
            <p:txBody>
              <a:bodyPr/>
              <a:lstStyle/>
              <a:p>
                <a:r>
                  <a:rPr lang="en-US">
                    <a:noFill/>
                  </a:rPr>
                  <a:t> </a:t>
                </a:r>
              </a:p>
            </p:txBody>
          </p:sp>
        </mc:Fallback>
      </mc:AlternateContent>
      <p:pic>
        <p:nvPicPr>
          <p:cNvPr id="5" name="object 2">
            <a:extLst>
              <a:ext uri="{FF2B5EF4-FFF2-40B4-BE49-F238E27FC236}">
                <a16:creationId xmlns:a16="http://schemas.microsoft.com/office/drawing/2014/main" id="{FE7CF6A5-8D99-E311-1E1F-4BEA12C9DA9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6761"/>
          <a:stretch>
            <a:fillRect/>
          </a:stretch>
        </p:blipFill>
        <p:spPr bwMode="auto">
          <a:xfrm>
            <a:off x="156270" y="5236838"/>
            <a:ext cx="3570287" cy="328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7" name="object 3">
            <a:extLst>
              <a:ext uri="{FF2B5EF4-FFF2-40B4-BE49-F238E27FC236}">
                <a16:creationId xmlns:a16="http://schemas.microsoft.com/office/drawing/2014/main" id="{2FF2F820-2F25-F7CC-E19F-489F4FFE7F3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1117"/>
          <a:stretch>
            <a:fillRect/>
          </a:stretch>
        </p:blipFill>
        <p:spPr bwMode="auto">
          <a:xfrm>
            <a:off x="4198144" y="5236839"/>
            <a:ext cx="3581400" cy="3115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nvGrpSpPr>
          <p:cNvPr id="8" name="object 4">
            <a:extLst>
              <a:ext uri="{FF2B5EF4-FFF2-40B4-BE49-F238E27FC236}">
                <a16:creationId xmlns:a16="http://schemas.microsoft.com/office/drawing/2014/main" id="{AC263368-74C7-AC61-35FC-640C4E56BD7B}"/>
              </a:ext>
            </a:extLst>
          </p:cNvPr>
          <p:cNvGrpSpPr>
            <a:grpSpLocks/>
          </p:cNvGrpSpPr>
          <p:nvPr/>
        </p:nvGrpSpPr>
        <p:grpSpPr bwMode="auto">
          <a:xfrm>
            <a:off x="8595122" y="5529262"/>
            <a:ext cx="3581400" cy="3660775"/>
            <a:chOff x="8779038" y="4191000"/>
            <a:chExt cx="3581400" cy="3660775"/>
          </a:xfrm>
        </p:grpSpPr>
        <p:pic>
          <p:nvPicPr>
            <p:cNvPr id="9" name="object 5">
              <a:extLst>
                <a:ext uri="{FF2B5EF4-FFF2-40B4-BE49-F238E27FC236}">
                  <a16:creationId xmlns:a16="http://schemas.microsoft.com/office/drawing/2014/main" id="{F8B5D3FD-270A-B805-44F6-C1A60F15E0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79038" y="4333792"/>
              <a:ext cx="3581400"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0" name="object 6">
              <a:extLst>
                <a:ext uri="{FF2B5EF4-FFF2-40B4-BE49-F238E27FC236}">
                  <a16:creationId xmlns:a16="http://schemas.microsoft.com/office/drawing/2014/main" id="{97C5C7D3-70BE-0AEB-FB3F-CB1EF0FC83D3}"/>
                </a:ext>
              </a:extLst>
            </p:cNvPr>
            <p:cNvSpPr>
              <a:spLocks/>
            </p:cNvSpPr>
            <p:nvPr/>
          </p:nvSpPr>
          <p:spPr bwMode="auto">
            <a:xfrm>
              <a:off x="9982199" y="4191000"/>
              <a:ext cx="1270000" cy="304800"/>
            </a:xfrm>
            <a:custGeom>
              <a:avLst/>
              <a:gdLst>
                <a:gd name="T0" fmla="*/ 0 w 1270000"/>
                <a:gd name="T1" fmla="*/ 0 h 304800"/>
                <a:gd name="T2" fmla="*/ 1270000 w 1270000"/>
                <a:gd name="T3" fmla="*/ 0 h 304800"/>
                <a:gd name="T4" fmla="*/ 1270000 w 1270000"/>
                <a:gd name="T5" fmla="*/ 304800 h 304800"/>
                <a:gd name="T6" fmla="*/ 0 w 1270000"/>
                <a:gd name="T7" fmla="*/ 304800 h 304800"/>
                <a:gd name="T8" fmla="*/ 0 w 1270000"/>
                <a:gd name="T9" fmla="*/ 0 h 304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0000" h="304800">
                  <a:moveTo>
                    <a:pt x="0" y="0"/>
                  </a:moveTo>
                  <a:lnTo>
                    <a:pt x="1270000" y="0"/>
                  </a:lnTo>
                  <a:lnTo>
                    <a:pt x="1270000" y="304800"/>
                  </a:lnTo>
                  <a:lnTo>
                    <a:pt x="0" y="304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11" name="TextBox 10">
            <a:extLst>
              <a:ext uri="{FF2B5EF4-FFF2-40B4-BE49-F238E27FC236}">
                <a16:creationId xmlns:a16="http://schemas.microsoft.com/office/drawing/2014/main" id="{54C40A8C-70ED-C006-C01B-8F693CBF6CBA}"/>
              </a:ext>
            </a:extLst>
          </p:cNvPr>
          <p:cNvSpPr txBox="1"/>
          <p:nvPr/>
        </p:nvSpPr>
        <p:spPr>
          <a:xfrm>
            <a:off x="10435633" y="5621028"/>
            <a:ext cx="1475084" cy="369332"/>
          </a:xfrm>
          <a:prstGeom prst="rect">
            <a:avLst/>
          </a:prstGeom>
          <a:noFill/>
        </p:spPr>
        <p:txBody>
          <a:bodyPr wrap="none" rtlCol="0">
            <a:spAutoFit/>
          </a:bodyPr>
          <a:lstStyle/>
          <a:p>
            <a:r>
              <a:rPr lang="en-US" dirty="0"/>
              <a:t>a=(40, 10, 10)</a:t>
            </a:r>
          </a:p>
        </p:txBody>
      </p:sp>
      <p:sp>
        <p:nvSpPr>
          <p:cNvPr id="12" name="TextBox 11">
            <a:extLst>
              <a:ext uri="{FF2B5EF4-FFF2-40B4-BE49-F238E27FC236}">
                <a16:creationId xmlns:a16="http://schemas.microsoft.com/office/drawing/2014/main" id="{4200CCF4-D729-EAFD-D67A-8D93E716E79A}"/>
              </a:ext>
            </a:extLst>
          </p:cNvPr>
          <p:cNvSpPr txBox="1"/>
          <p:nvPr/>
        </p:nvSpPr>
        <p:spPr>
          <a:xfrm>
            <a:off x="5993286" y="4697589"/>
            <a:ext cx="1018227" cy="369332"/>
          </a:xfrm>
          <a:prstGeom prst="rect">
            <a:avLst/>
          </a:prstGeom>
          <a:noFill/>
        </p:spPr>
        <p:txBody>
          <a:bodyPr wrap="none" rtlCol="0">
            <a:spAutoFit/>
          </a:bodyPr>
          <a:lstStyle/>
          <a:p>
            <a:r>
              <a:rPr lang="en-US" dirty="0"/>
              <a:t>a=(5,5,5)</a:t>
            </a:r>
          </a:p>
        </p:txBody>
      </p:sp>
      <p:sp>
        <p:nvSpPr>
          <p:cNvPr id="13" name="TextBox 12">
            <a:extLst>
              <a:ext uri="{FF2B5EF4-FFF2-40B4-BE49-F238E27FC236}">
                <a16:creationId xmlns:a16="http://schemas.microsoft.com/office/drawing/2014/main" id="{3AFB74D1-660E-9E60-E47E-34C0C34F3B7D}"/>
              </a:ext>
            </a:extLst>
          </p:cNvPr>
          <p:cNvSpPr txBox="1"/>
          <p:nvPr/>
        </p:nvSpPr>
        <p:spPr>
          <a:xfrm>
            <a:off x="967765" y="4867506"/>
            <a:ext cx="1648208" cy="369332"/>
          </a:xfrm>
          <a:prstGeom prst="rect">
            <a:avLst/>
          </a:prstGeom>
          <a:noFill/>
        </p:spPr>
        <p:txBody>
          <a:bodyPr wrap="none" rtlCol="0">
            <a:spAutoFit/>
          </a:bodyPr>
          <a:lstStyle/>
          <a:p>
            <a:r>
              <a:rPr lang="en-US" dirty="0"/>
              <a:t>a=(0.5, 0.5, 0.5)</a:t>
            </a:r>
          </a:p>
        </p:txBody>
      </p:sp>
      <p:sp>
        <p:nvSpPr>
          <p:cNvPr id="6" name="TextBox 5">
            <a:extLst>
              <a:ext uri="{FF2B5EF4-FFF2-40B4-BE49-F238E27FC236}">
                <a16:creationId xmlns:a16="http://schemas.microsoft.com/office/drawing/2014/main" id="{13F25AED-CB15-611A-7A26-F03C3BC88FEA}"/>
              </a:ext>
            </a:extLst>
          </p:cNvPr>
          <p:cNvSpPr txBox="1"/>
          <p:nvPr/>
        </p:nvSpPr>
        <p:spPr>
          <a:xfrm>
            <a:off x="5993286" y="8837240"/>
            <a:ext cx="869149" cy="369332"/>
          </a:xfrm>
          <a:prstGeom prst="rect">
            <a:avLst/>
          </a:prstGeom>
          <a:noFill/>
        </p:spPr>
        <p:txBody>
          <a:bodyPr wrap="none" rtlCol="0">
            <a:spAutoFit/>
          </a:bodyPr>
          <a:lstStyle/>
          <a:p>
            <a:r>
              <a:rPr lang="en-US" dirty="0"/>
              <a:t>[demo]</a:t>
            </a:r>
          </a:p>
        </p:txBody>
      </p:sp>
    </p:spTree>
    <p:extLst>
      <p:ext uri="{BB962C8B-B14F-4D97-AF65-F5344CB8AC3E}">
        <p14:creationId xmlns:p14="http://schemas.microsoft.com/office/powerpoint/2010/main" val="283482351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object 2" descr="$PPTXTitle">
            <a:extLst>
              <a:ext uri="{FF2B5EF4-FFF2-40B4-BE49-F238E27FC236}">
                <a16:creationId xmlns:a16="http://schemas.microsoft.com/office/drawing/2014/main" id="{7354D0FC-583C-3B66-3CC4-5D342143FE4E}"/>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7349" name="object 8">
            <a:extLst>
              <a:ext uri="{FF2B5EF4-FFF2-40B4-BE49-F238E27FC236}">
                <a16:creationId xmlns:a16="http://schemas.microsoft.com/office/drawing/2014/main" id="{AC9138E6-6BB5-6BA6-CCEE-38535106F91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8371" name="object 4">
            <a:extLst>
              <a:ext uri="{FF2B5EF4-FFF2-40B4-BE49-F238E27FC236}">
                <a16:creationId xmlns:a16="http://schemas.microsoft.com/office/drawing/2014/main" id="{5AD6AAA6-5C45-7E10-5070-5DB43BA06337}"/>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CB9BFC55-34B4-2B82-BC55-0F75DB5D892A}"/>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C49EC901-81FA-724D-D2D5-15D76E5FC47D}"/>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C4103E77-BF36-EF58-1403-13AD3DDE291E}"/>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2E3137A9-E610-13E2-3AC0-FAA79FE92E8D}"/>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6AD897DA-2D0E-860F-B7CE-F29741D41205}"/>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D8E6A90-9088-F2D5-22A0-2470C991463D}"/>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FD8E6A90-9088-F2D5-22A0-2470C991463D}"/>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39747FC-833F-0FA8-04A0-77BDA5988A3B}"/>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239747FC-833F-0FA8-04A0-77BDA5988A3B}"/>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3E9535A-63AB-7F89-5946-4C4122566646}"/>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63E9535A-63AB-7F89-5946-4C4122566646}"/>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CA8DE35-3647-569B-6977-925A58ED1891}"/>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1CA8DE35-3647-569B-6977-925A58ED1891}"/>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A235185-0B3A-E7DA-70A5-41C1BE5D4CAC}"/>
            </a:ext>
          </a:extLst>
        </p:cNvPr>
        <p:cNvGrpSpPr/>
        <p:nvPr/>
      </p:nvGrpSpPr>
      <p:grpSpPr>
        <a:xfrm>
          <a:off x="0" y="0"/>
          <a:ext cx="0" cy="0"/>
          <a:chOff x="0" y="0"/>
          <a:chExt cx="0" cy="0"/>
        </a:xfrm>
      </p:grpSpPr>
      <p:grpSp>
        <p:nvGrpSpPr>
          <p:cNvPr id="58371" name="object 4">
            <a:extLst>
              <a:ext uri="{FF2B5EF4-FFF2-40B4-BE49-F238E27FC236}">
                <a16:creationId xmlns:a16="http://schemas.microsoft.com/office/drawing/2014/main" id="{4796CD0D-2E0E-6445-69E4-A638C60342B1}"/>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92A1D602-800D-B267-CC13-B6B54051C0DB}"/>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7551FCEE-4202-45CD-08DC-4663AF3B7D16}"/>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D16471BE-F428-5C11-CD20-CF6D6F6FBF5F}"/>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5510DDE7-6358-23D7-58EC-6E08EC465A06}"/>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48DA878B-F73C-E508-883D-499F7B194F8D}"/>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255EA2A-B9BA-778A-9C9D-90D2B7B946BD}"/>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8255EA2A-B9BA-778A-9C9D-90D2B7B946BD}"/>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A9FD94E9-10AA-AE2F-F57D-4E1F4437C5A9}"/>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A9FD94E9-10AA-AE2F-F57D-4E1F4437C5A9}"/>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218E270-60C2-7BD8-83B0-9BAF1A5C807E}"/>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8218E270-60C2-7BD8-83B0-9BAF1A5C807E}"/>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F0E7E92-7D79-71CE-B218-CC37FB488883}"/>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5F0E7E92-7D79-71CE-B218-CC37FB488883}"/>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A24FBB8-B03B-C891-99B6-E63A1AF3EB92}"/>
              </a:ext>
            </a:extLst>
          </p:cNvPr>
          <p:cNvSpPr txBox="1"/>
          <p:nvPr/>
        </p:nvSpPr>
        <p:spPr>
          <a:xfrm>
            <a:off x="650828" y="1982281"/>
            <a:ext cx="10784299"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e.g.  Species sampling, topic modeling, groups on a social network, etc.</a:t>
            </a:r>
          </a:p>
        </p:txBody>
      </p:sp>
    </p:spTree>
    <p:extLst>
      <p:ext uri="{BB962C8B-B14F-4D97-AF65-F5344CB8AC3E}">
        <p14:creationId xmlns:p14="http://schemas.microsoft.com/office/powerpoint/2010/main" val="4235392697"/>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3FD523-5E9F-BD0C-9B8B-DEF36EB99983}"/>
            </a:ext>
          </a:extLst>
        </p:cNvPr>
        <p:cNvGrpSpPr/>
        <p:nvPr/>
      </p:nvGrpSpPr>
      <p:grpSpPr>
        <a:xfrm>
          <a:off x="0" y="0"/>
          <a:ext cx="0" cy="0"/>
          <a:chOff x="0" y="0"/>
          <a:chExt cx="0" cy="0"/>
        </a:xfrm>
      </p:grpSpPr>
      <p:grpSp>
        <p:nvGrpSpPr>
          <p:cNvPr id="58371" name="object 4">
            <a:extLst>
              <a:ext uri="{FF2B5EF4-FFF2-40B4-BE49-F238E27FC236}">
                <a16:creationId xmlns:a16="http://schemas.microsoft.com/office/drawing/2014/main" id="{654056A3-8545-074B-650D-72B9AEF1CFE0}"/>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569979F0-FA57-060A-79E6-550E0B02B38E}"/>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BB8A35FF-8E6A-3910-444C-711735563F6A}"/>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4B80EF2F-04E8-6BC6-43B0-E38DC285DCD6}"/>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21C923DD-AFAC-5832-C4AF-30F504D12348}"/>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9C908F85-C391-17FB-E598-05B64E75DFE7}"/>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1D7BE98-2515-2B56-08F5-DBB5FDFD2F67}"/>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31D7BE98-2515-2B56-08F5-DBB5FDFD2F67}"/>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3D23EAD-CF24-C4AC-7521-3D69DF2C3362}"/>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E3D23EAD-CF24-C4AC-7521-3D69DF2C3362}"/>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AED6EB1-418F-8FA1-497B-57466BE542AB}"/>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6AED6EB1-418F-8FA1-497B-57466BE542AB}"/>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96EE256-AFFF-819B-6718-146887CA3B34}"/>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E96EE256-AFFF-819B-6718-146887CA3B34}"/>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B8BC99F-0932-D4ED-9220-752FE051B996}"/>
              </a:ext>
            </a:extLst>
          </p:cNvPr>
          <p:cNvSpPr txBox="1"/>
          <p:nvPr/>
        </p:nvSpPr>
        <p:spPr>
          <a:xfrm>
            <a:off x="650828" y="1982281"/>
            <a:ext cx="10784299"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e.g.  Species sampling, topic modeling, groups on a social network, etc.</a:t>
            </a:r>
          </a:p>
        </p:txBody>
      </p:sp>
      <p:sp>
        <p:nvSpPr>
          <p:cNvPr id="7" name="TextBox 6">
            <a:extLst>
              <a:ext uri="{FF2B5EF4-FFF2-40B4-BE49-F238E27FC236}">
                <a16:creationId xmlns:a16="http://schemas.microsoft.com/office/drawing/2014/main" id="{C96F8DFC-2364-4D0D-5B56-0CAD38F6AFEC}"/>
              </a:ext>
            </a:extLst>
          </p:cNvPr>
          <p:cNvSpPr txBox="1"/>
          <p:nvPr/>
        </p:nvSpPr>
        <p:spPr>
          <a:xfrm>
            <a:off x="625292" y="5188288"/>
            <a:ext cx="6623416"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Components: number of latent groups</a:t>
            </a:r>
          </a:p>
        </p:txBody>
      </p:sp>
    </p:spTree>
    <p:extLst>
      <p:ext uri="{BB962C8B-B14F-4D97-AF65-F5344CB8AC3E}">
        <p14:creationId xmlns:p14="http://schemas.microsoft.com/office/powerpoint/2010/main" val="3168391640"/>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76D398-E6C6-8F1B-5BBC-9929ACF8E69C}"/>
            </a:ext>
          </a:extLst>
        </p:cNvPr>
        <p:cNvGrpSpPr/>
        <p:nvPr/>
      </p:nvGrpSpPr>
      <p:grpSpPr>
        <a:xfrm>
          <a:off x="0" y="0"/>
          <a:ext cx="0" cy="0"/>
          <a:chOff x="0" y="0"/>
          <a:chExt cx="0" cy="0"/>
        </a:xfrm>
      </p:grpSpPr>
      <p:grpSp>
        <p:nvGrpSpPr>
          <p:cNvPr id="58371" name="object 4">
            <a:extLst>
              <a:ext uri="{FF2B5EF4-FFF2-40B4-BE49-F238E27FC236}">
                <a16:creationId xmlns:a16="http://schemas.microsoft.com/office/drawing/2014/main" id="{E022A71B-E2A5-00AE-EBAB-807E970F40D7}"/>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C09D1575-C3CD-6631-514C-CCF7D008D6B2}"/>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AD82DA15-5125-EDB3-8942-8C927DB27EB3}"/>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A9233EE1-3513-A145-BC9F-1C48598A01E2}"/>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5758C2C9-593D-75CA-9C1F-C22A2631EFE5}"/>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EE4E5C84-287D-0730-AC22-C36FD2E818F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AF49B2B-CEBE-F64B-B3C2-A5D00164F595}"/>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CAF49B2B-CEBE-F64B-B3C2-A5D00164F595}"/>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5158D7D-E160-F765-8CFE-AF43B10D2F97}"/>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55158D7D-E160-F765-8CFE-AF43B10D2F97}"/>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C3FF856-AA3E-0F43-28BA-240280E3283A}"/>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5C3FF856-AA3E-0F43-28BA-240280E3283A}"/>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937C1EB-530D-1070-A952-AE7B88550074}"/>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E937C1EB-530D-1070-A952-AE7B88550074}"/>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148D9C6C-E5FF-A7B8-2B98-2E359F3E6F7A}"/>
              </a:ext>
            </a:extLst>
          </p:cNvPr>
          <p:cNvSpPr txBox="1"/>
          <p:nvPr/>
        </p:nvSpPr>
        <p:spPr>
          <a:xfrm>
            <a:off x="650828" y="1982281"/>
            <a:ext cx="10784299"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e.g.  Species sampling, topic modeling, groups on a social network, etc.</a:t>
            </a:r>
          </a:p>
        </p:txBody>
      </p:sp>
      <p:sp>
        <p:nvSpPr>
          <p:cNvPr id="7" name="TextBox 6">
            <a:extLst>
              <a:ext uri="{FF2B5EF4-FFF2-40B4-BE49-F238E27FC236}">
                <a16:creationId xmlns:a16="http://schemas.microsoft.com/office/drawing/2014/main" id="{03DB8702-A369-AC65-B4F1-0FC055B55E79}"/>
              </a:ext>
            </a:extLst>
          </p:cNvPr>
          <p:cNvSpPr txBox="1"/>
          <p:nvPr/>
        </p:nvSpPr>
        <p:spPr>
          <a:xfrm>
            <a:off x="625292" y="5188288"/>
            <a:ext cx="9496702" cy="1015663"/>
          </a:xfrm>
          <a:prstGeom prst="rect">
            <a:avLst/>
          </a:prstGeom>
          <a:noFill/>
        </p:spPr>
        <p:txBody>
          <a:bodyPr wrap="none" rtlCol="0">
            <a:spAutoFit/>
          </a:bodyPr>
          <a:lstStyle/>
          <a:p>
            <a:pPr marL="457200" indent="-457200">
              <a:buFont typeface="Arial" panose="020B0604020202020204" pitchFamily="34" charset="0"/>
              <a:buChar char="•"/>
            </a:pPr>
            <a:r>
              <a:rPr lang="en-US" sz="3000" dirty="0"/>
              <a:t>Components: number of latent groups</a:t>
            </a:r>
          </a:p>
          <a:p>
            <a:pPr marL="457200" indent="-457200">
              <a:buFont typeface="Arial" panose="020B0604020202020204" pitchFamily="34" charset="0"/>
              <a:buChar char="•"/>
            </a:pPr>
            <a:r>
              <a:rPr lang="en-US" sz="3000" dirty="0"/>
              <a:t>Clusters: number of components represented in the data</a:t>
            </a:r>
          </a:p>
        </p:txBody>
      </p:sp>
    </p:spTree>
    <p:extLst>
      <p:ext uri="{BB962C8B-B14F-4D97-AF65-F5344CB8AC3E}">
        <p14:creationId xmlns:p14="http://schemas.microsoft.com/office/powerpoint/2010/main" val="3285308308"/>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035F8C7-73DF-6164-D553-E92E4C884E38}"/>
            </a:ext>
          </a:extLst>
        </p:cNvPr>
        <p:cNvGrpSpPr/>
        <p:nvPr/>
      </p:nvGrpSpPr>
      <p:grpSpPr>
        <a:xfrm>
          <a:off x="0" y="0"/>
          <a:ext cx="0" cy="0"/>
          <a:chOff x="0" y="0"/>
          <a:chExt cx="0" cy="0"/>
        </a:xfrm>
      </p:grpSpPr>
      <p:grpSp>
        <p:nvGrpSpPr>
          <p:cNvPr id="58371" name="object 4">
            <a:extLst>
              <a:ext uri="{FF2B5EF4-FFF2-40B4-BE49-F238E27FC236}">
                <a16:creationId xmlns:a16="http://schemas.microsoft.com/office/drawing/2014/main" id="{1DD216DA-3E1B-2BE1-58C1-88302BEC935B}"/>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2618E3FF-1238-4DBD-3D47-F10C0D7AABAF}"/>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608CCC90-0B41-0002-2842-4DC1963FE7C9}"/>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E06EDABA-0621-C19D-A4F1-65A85CF692FE}"/>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15B40914-2DAA-AE67-34A7-9131CFB363CF}"/>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8A878F43-7D9C-8A34-1C6A-2B95CD6094E0}"/>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8AEF0C-A2DE-8F59-519E-C528736F1363}"/>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8C8AEF0C-A2DE-8F59-519E-C528736F1363}"/>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009C51A-CE81-6A73-FC49-30D531126E5E}"/>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3009C51A-CE81-6A73-FC49-30D531126E5E}"/>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7CEA2F8-F57D-E4B3-D606-E5ABC1270E5C}"/>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C7CEA2F8-F57D-E4B3-D606-E5ABC1270E5C}"/>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3032364-1F4B-2BA4-A470-434D8BA03BF2}"/>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D3032364-1F4B-2BA4-A470-434D8BA03BF2}"/>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8800F1E-C685-5029-5D53-D75DAAAF4299}"/>
              </a:ext>
            </a:extLst>
          </p:cNvPr>
          <p:cNvSpPr txBox="1"/>
          <p:nvPr/>
        </p:nvSpPr>
        <p:spPr>
          <a:xfrm>
            <a:off x="650828" y="1982281"/>
            <a:ext cx="10784299"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e.g.  Species sampling, topic modeling, groups on a social network, etc.</a:t>
            </a:r>
          </a:p>
        </p:txBody>
      </p:sp>
      <p:sp>
        <p:nvSpPr>
          <p:cNvPr id="7" name="TextBox 6">
            <a:extLst>
              <a:ext uri="{FF2B5EF4-FFF2-40B4-BE49-F238E27FC236}">
                <a16:creationId xmlns:a16="http://schemas.microsoft.com/office/drawing/2014/main" id="{98B48AC9-D9C1-9990-F355-8774F86CEF10}"/>
              </a:ext>
            </a:extLst>
          </p:cNvPr>
          <p:cNvSpPr txBox="1"/>
          <p:nvPr/>
        </p:nvSpPr>
        <p:spPr>
          <a:xfrm>
            <a:off x="625292" y="5188288"/>
            <a:ext cx="9496702" cy="1015663"/>
          </a:xfrm>
          <a:prstGeom prst="rect">
            <a:avLst/>
          </a:prstGeom>
          <a:noFill/>
        </p:spPr>
        <p:txBody>
          <a:bodyPr wrap="none" rtlCol="0">
            <a:spAutoFit/>
          </a:bodyPr>
          <a:lstStyle/>
          <a:p>
            <a:pPr marL="457200" indent="-457200">
              <a:buFont typeface="Arial" panose="020B0604020202020204" pitchFamily="34" charset="0"/>
              <a:buChar char="•"/>
            </a:pPr>
            <a:r>
              <a:rPr lang="en-US" sz="3000" dirty="0"/>
              <a:t>Components: number of latent groups</a:t>
            </a:r>
          </a:p>
          <a:p>
            <a:pPr marL="457200" indent="-457200">
              <a:buFont typeface="Arial" panose="020B0604020202020204" pitchFamily="34" charset="0"/>
              <a:buChar char="•"/>
            </a:pPr>
            <a:r>
              <a:rPr lang="en-US" sz="3000" dirty="0"/>
              <a:t>Clusters: number of components represented in the data</a:t>
            </a:r>
          </a:p>
        </p:txBody>
      </p:sp>
      <p:sp>
        <p:nvSpPr>
          <p:cNvPr id="8" name="TextBox 7">
            <a:extLst>
              <a:ext uri="{FF2B5EF4-FFF2-40B4-BE49-F238E27FC236}">
                <a16:creationId xmlns:a16="http://schemas.microsoft.com/office/drawing/2014/main" id="{DF371E7C-4934-C7D5-FC5F-BD4A9FBACCB7}"/>
              </a:ext>
            </a:extLst>
          </p:cNvPr>
          <p:cNvSpPr txBox="1"/>
          <p:nvPr/>
        </p:nvSpPr>
        <p:spPr>
          <a:xfrm>
            <a:off x="697545" y="6866742"/>
            <a:ext cx="2164375" cy="477054"/>
          </a:xfrm>
          <a:prstGeom prst="rect">
            <a:avLst/>
          </a:prstGeom>
          <a:noFill/>
        </p:spPr>
        <p:txBody>
          <a:bodyPr wrap="none" rtlCol="0">
            <a:spAutoFit/>
          </a:bodyPr>
          <a:lstStyle/>
          <a:p>
            <a:r>
              <a:rPr lang="en-US" sz="2500" dirty="0"/>
              <a:t>[demo 3 and 4]</a:t>
            </a:r>
          </a:p>
        </p:txBody>
      </p:sp>
    </p:spTree>
    <p:extLst>
      <p:ext uri="{BB962C8B-B14F-4D97-AF65-F5344CB8AC3E}">
        <p14:creationId xmlns:p14="http://schemas.microsoft.com/office/powerpoint/2010/main" val="266781213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9AEEEC-6D03-1DAF-333A-7529DFF2CCA7}"/>
            </a:ext>
          </a:extLst>
        </p:cNvPr>
        <p:cNvGrpSpPr/>
        <p:nvPr/>
      </p:nvGrpSpPr>
      <p:grpSpPr>
        <a:xfrm>
          <a:off x="0" y="0"/>
          <a:ext cx="0" cy="0"/>
          <a:chOff x="0" y="0"/>
          <a:chExt cx="0" cy="0"/>
        </a:xfrm>
      </p:grpSpPr>
      <p:grpSp>
        <p:nvGrpSpPr>
          <p:cNvPr id="58371" name="object 4">
            <a:extLst>
              <a:ext uri="{FF2B5EF4-FFF2-40B4-BE49-F238E27FC236}">
                <a16:creationId xmlns:a16="http://schemas.microsoft.com/office/drawing/2014/main" id="{6310D01A-4444-895C-10E4-A96D783B5747}"/>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2EF45757-3AD7-14F1-784F-CFBDF2000226}"/>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0AC6CF4D-3DD3-BF14-04BA-C075768583E0}"/>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FD83B158-9331-2D9D-3579-1AAFFF5DD5CB}"/>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69D1CCA8-46ED-51AF-6303-EEF143AFB247}"/>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261F83A3-048A-9D9E-C847-9E7460E1916C}"/>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011F040-6599-08FB-B42F-51AC3B3BFE25}"/>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E011F040-6599-08FB-B42F-51AC3B3BFE25}"/>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F294D9D-6AC7-5A4C-B30A-7FDA4A4251A9}"/>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3F294D9D-6AC7-5A4C-B30A-7FDA4A4251A9}"/>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F8878F1-2583-4F4E-A388-11B3744E731C}"/>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7F8878F1-2583-4F4E-A388-11B3744E731C}"/>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D4DAF50-323A-2E1E-0A99-C2C6D8762834}"/>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CD4DAF50-323A-2E1E-0A99-C2C6D8762834}"/>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4D82288D-D6AF-AC46-9037-4CC2C662D841}"/>
              </a:ext>
            </a:extLst>
          </p:cNvPr>
          <p:cNvSpPr txBox="1"/>
          <p:nvPr/>
        </p:nvSpPr>
        <p:spPr>
          <a:xfrm>
            <a:off x="650828" y="1982281"/>
            <a:ext cx="10784299"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e.g.  Species sampling, topic modeling, groups on a social network, etc.</a:t>
            </a:r>
          </a:p>
        </p:txBody>
      </p:sp>
      <p:sp>
        <p:nvSpPr>
          <p:cNvPr id="7" name="TextBox 6">
            <a:extLst>
              <a:ext uri="{FF2B5EF4-FFF2-40B4-BE49-F238E27FC236}">
                <a16:creationId xmlns:a16="http://schemas.microsoft.com/office/drawing/2014/main" id="{2CC198B1-8A1B-84EA-9F7E-2766394C612C}"/>
              </a:ext>
            </a:extLst>
          </p:cNvPr>
          <p:cNvSpPr txBox="1"/>
          <p:nvPr/>
        </p:nvSpPr>
        <p:spPr>
          <a:xfrm>
            <a:off x="625292" y="5188288"/>
            <a:ext cx="9496702" cy="1477328"/>
          </a:xfrm>
          <a:prstGeom prst="rect">
            <a:avLst/>
          </a:prstGeom>
          <a:noFill/>
        </p:spPr>
        <p:txBody>
          <a:bodyPr wrap="none" rtlCol="0">
            <a:spAutoFit/>
          </a:bodyPr>
          <a:lstStyle/>
          <a:p>
            <a:pPr marL="457200" indent="-457200">
              <a:buFont typeface="Arial" panose="020B0604020202020204" pitchFamily="34" charset="0"/>
              <a:buChar char="•"/>
            </a:pPr>
            <a:r>
              <a:rPr lang="en-US" sz="3000" dirty="0"/>
              <a:t>Components: number of latent groups</a:t>
            </a:r>
          </a:p>
          <a:p>
            <a:pPr marL="457200" indent="-457200">
              <a:buFont typeface="Arial" panose="020B0604020202020204" pitchFamily="34" charset="0"/>
              <a:buChar char="•"/>
            </a:pPr>
            <a:r>
              <a:rPr lang="en-US" sz="3000" dirty="0"/>
              <a:t>Clusters: number of components represented in the data</a:t>
            </a:r>
          </a:p>
          <a:p>
            <a:pPr marL="457200" indent="-457200">
              <a:buFont typeface="Arial" panose="020B0604020202020204" pitchFamily="34" charset="0"/>
              <a:buChar char="•"/>
            </a:pPr>
            <a:r>
              <a:rPr lang="en-US" sz="3000" dirty="0"/>
              <a:t>Number of clusters is random</a:t>
            </a:r>
          </a:p>
        </p:txBody>
      </p:sp>
    </p:spTree>
    <p:extLst>
      <p:ext uri="{BB962C8B-B14F-4D97-AF65-F5344CB8AC3E}">
        <p14:creationId xmlns:p14="http://schemas.microsoft.com/office/powerpoint/2010/main" val="405221775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5DAD34-589B-AD7F-3DCB-C6FA31E3A84A}"/>
            </a:ext>
          </a:extLst>
        </p:cNvPr>
        <p:cNvGrpSpPr/>
        <p:nvPr/>
      </p:nvGrpSpPr>
      <p:grpSpPr>
        <a:xfrm>
          <a:off x="0" y="0"/>
          <a:ext cx="0" cy="0"/>
          <a:chOff x="0" y="0"/>
          <a:chExt cx="0" cy="0"/>
        </a:xfrm>
      </p:grpSpPr>
      <p:grpSp>
        <p:nvGrpSpPr>
          <p:cNvPr id="58371" name="object 4">
            <a:extLst>
              <a:ext uri="{FF2B5EF4-FFF2-40B4-BE49-F238E27FC236}">
                <a16:creationId xmlns:a16="http://schemas.microsoft.com/office/drawing/2014/main" id="{DA026415-D1F2-79FF-2EEB-1C2B7442B6E9}"/>
              </a:ext>
            </a:extLst>
          </p:cNvPr>
          <p:cNvGrpSpPr>
            <a:grpSpLocks/>
          </p:cNvGrpSpPr>
          <p:nvPr/>
        </p:nvGrpSpPr>
        <p:grpSpPr bwMode="auto">
          <a:xfrm>
            <a:off x="7829550" y="2927350"/>
            <a:ext cx="635000" cy="622300"/>
            <a:chOff x="7829550" y="2927350"/>
            <a:chExt cx="635000" cy="622300"/>
          </a:xfrm>
        </p:grpSpPr>
        <p:sp>
          <p:nvSpPr>
            <p:cNvPr id="58395" name="object 5">
              <a:extLst>
                <a:ext uri="{FF2B5EF4-FFF2-40B4-BE49-F238E27FC236}">
                  <a16:creationId xmlns:a16="http://schemas.microsoft.com/office/drawing/2014/main" id="{E8F121FF-450F-C240-0697-EA1E071252B1}"/>
                </a:ext>
              </a:extLst>
            </p:cNvPr>
            <p:cNvSpPr>
              <a:spLocks/>
            </p:cNvSpPr>
            <p:nvPr/>
          </p:nvSpPr>
          <p:spPr bwMode="auto">
            <a:xfrm>
              <a:off x="7829550" y="2927350"/>
              <a:ext cx="76200" cy="622300"/>
            </a:xfrm>
            <a:custGeom>
              <a:avLst/>
              <a:gdLst>
                <a:gd name="T0" fmla="*/ 0 w 76200"/>
                <a:gd name="T1" fmla="*/ 622300 h 622300"/>
                <a:gd name="T2" fmla="*/ 76200 w 76200"/>
                <a:gd name="T3" fmla="*/ 622300 h 622300"/>
                <a:gd name="T4" fmla="*/ 76200 w 76200"/>
                <a:gd name="T5" fmla="*/ 0 h 622300"/>
                <a:gd name="T6" fmla="*/ 0 w 76200"/>
                <a:gd name="T7" fmla="*/ 0 h 622300"/>
                <a:gd name="T8" fmla="*/ 0 w 762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200" h="622300">
                  <a:moveTo>
                    <a:pt x="0" y="622300"/>
                  </a:moveTo>
                  <a:lnTo>
                    <a:pt x="76200" y="622300"/>
                  </a:lnTo>
                  <a:lnTo>
                    <a:pt x="76200" y="0"/>
                  </a:lnTo>
                  <a:lnTo>
                    <a:pt x="0" y="0"/>
                  </a:lnTo>
                  <a:lnTo>
                    <a:pt x="0" y="622300"/>
                  </a:lnTo>
                  <a:close/>
                </a:path>
              </a:pathLst>
            </a:custGeom>
            <a:solidFill>
              <a:srgbClr val="F5D328"/>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8396" name="object 6">
              <a:extLst>
                <a:ext uri="{FF2B5EF4-FFF2-40B4-BE49-F238E27FC236}">
                  <a16:creationId xmlns:a16="http://schemas.microsoft.com/office/drawing/2014/main" id="{472329C8-55FB-85F7-AA37-289E29E3ED5F}"/>
                </a:ext>
              </a:extLst>
            </p:cNvPr>
            <p:cNvSpPr>
              <a:spLocks/>
            </p:cNvSpPr>
            <p:nvPr/>
          </p:nvSpPr>
          <p:spPr bwMode="auto">
            <a:xfrm>
              <a:off x="7905750" y="2927350"/>
              <a:ext cx="558800" cy="622300"/>
            </a:xfrm>
            <a:custGeom>
              <a:avLst/>
              <a:gdLst>
                <a:gd name="T0" fmla="*/ 0 w 558800"/>
                <a:gd name="T1" fmla="*/ 0 h 622300"/>
                <a:gd name="T2" fmla="*/ 558800 w 558800"/>
                <a:gd name="T3" fmla="*/ 0 h 622300"/>
                <a:gd name="T4" fmla="*/ 558800 w 558800"/>
                <a:gd name="T5" fmla="*/ 622300 h 622300"/>
                <a:gd name="T6" fmla="*/ 0 w 558800"/>
                <a:gd name="T7" fmla="*/ 622300 h 622300"/>
                <a:gd name="T8" fmla="*/ 0 w 558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8800" h="622300">
                  <a:moveTo>
                    <a:pt x="0" y="0"/>
                  </a:moveTo>
                  <a:lnTo>
                    <a:pt x="558800" y="0"/>
                  </a:lnTo>
                  <a:lnTo>
                    <a:pt x="558800" y="622300"/>
                  </a:lnTo>
                  <a:lnTo>
                    <a:pt x="0" y="6223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graphicFrame>
        <p:nvGraphicFramePr>
          <p:cNvPr id="52231" name="object 7">
            <a:extLst>
              <a:ext uri="{FF2B5EF4-FFF2-40B4-BE49-F238E27FC236}">
                <a16:creationId xmlns:a16="http://schemas.microsoft.com/office/drawing/2014/main" id="{797E01D3-E9BB-04B8-8D42-74E516721DE0}"/>
              </a:ext>
            </a:extLst>
          </p:cNvPr>
          <p:cNvGraphicFramePr>
            <a:graphicFrameLocks noGrp="1"/>
          </p:cNvGraphicFramePr>
          <p:nvPr/>
        </p:nvGraphicFramePr>
        <p:xfrm>
          <a:off x="3937000" y="2921000"/>
          <a:ext cx="4610100" cy="622300"/>
        </p:xfrm>
        <a:graphic>
          <a:graphicData uri="http://schemas.openxmlformats.org/drawingml/2006/table">
            <a:tbl>
              <a:tblPr/>
              <a:tblGrid>
                <a:gridCol w="901700">
                  <a:extLst>
                    <a:ext uri="{9D8B030D-6E8A-4147-A177-3AD203B41FA5}">
                      <a16:colId xmlns:a16="http://schemas.microsoft.com/office/drawing/2014/main" val="4284906638"/>
                    </a:ext>
                  </a:extLst>
                </a:gridCol>
                <a:gridCol w="1981200">
                  <a:extLst>
                    <a:ext uri="{9D8B030D-6E8A-4147-A177-3AD203B41FA5}">
                      <a16:colId xmlns:a16="http://schemas.microsoft.com/office/drawing/2014/main" val="3406417673"/>
                    </a:ext>
                  </a:extLst>
                </a:gridCol>
                <a:gridCol w="609600">
                  <a:extLst>
                    <a:ext uri="{9D8B030D-6E8A-4147-A177-3AD203B41FA5}">
                      <a16:colId xmlns:a16="http://schemas.microsoft.com/office/drawing/2014/main" val="2267156902"/>
                    </a:ext>
                  </a:extLst>
                </a:gridCol>
                <a:gridCol w="304800">
                  <a:extLst>
                    <a:ext uri="{9D8B030D-6E8A-4147-A177-3AD203B41FA5}">
                      <a16:colId xmlns:a16="http://schemas.microsoft.com/office/drawing/2014/main" val="1216341016"/>
                    </a:ext>
                  </a:extLst>
                </a:gridCol>
                <a:gridCol w="723900">
                  <a:extLst>
                    <a:ext uri="{9D8B030D-6E8A-4147-A177-3AD203B41FA5}">
                      <a16:colId xmlns:a16="http://schemas.microsoft.com/office/drawing/2014/main" val="3021830132"/>
                    </a:ext>
                  </a:extLst>
                </a:gridCol>
                <a:gridCol w="88900">
                  <a:extLst>
                    <a:ext uri="{9D8B030D-6E8A-4147-A177-3AD203B41FA5}">
                      <a16:colId xmlns:a16="http://schemas.microsoft.com/office/drawing/2014/main" val="7320690"/>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901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70BF41"/>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36AE2"/>
                    </a:solidFill>
                  </a:tcPr>
                </a:tc>
                <a:tc>
                  <a:txBody>
                    <a:bodyPr/>
                    <a:lstStyle>
                      <a:lvl1pPr marL="279400">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279400" marR="0" lvl="0" indent="0" algn="l" defTabSz="914400" rtl="0" eaLnBrk="1" fontAlgn="base" latinLnBrk="0" hangingPunct="1">
                        <a:lnSpc>
                          <a:spcPts val="3450"/>
                        </a:lnSpc>
                        <a:spcBef>
                          <a:spcPct val="0"/>
                        </a:spcBef>
                        <a:spcAft>
                          <a:spcPct val="0"/>
                        </a:spcAft>
                        <a:buClrTx/>
                        <a:buSzPct val="100000"/>
                        <a:buFont typeface="Calibri" panose="020F0502020204030204" pitchFamily="34" charset="0"/>
                        <a:buNone/>
                        <a:tabLst/>
                      </a:pPr>
                      <a:r>
                        <a:rPr kumimoji="0" lang="ru-RU" altLang="en-US" sz="3000" b="1" i="0" u="none" strike="noStrike" cap="none" normalizeH="0" baseline="0">
                          <a:ln>
                            <a:noFill/>
                          </a:ln>
                          <a:solidFill>
                            <a:schemeClr val="tx1"/>
                          </a:solidFill>
                          <a:effectLst/>
                          <a:latin typeface="Arial" panose="020B0604020202020204" pitchFamily="34" charset="0"/>
                          <a:cs typeface="Calibri" panose="020F0502020204030204" pitchFamily="34" charset="0"/>
                        </a:rPr>
                        <a:t>…</a:t>
                      </a:r>
                      <a:endParaRPr kumimoji="0" lang="ru-RU" altLang="en-US" sz="3000" b="0" i="0" u="none" strike="noStrike" cap="none" normalizeH="0" baseline="0">
                        <a:ln>
                          <a:noFill/>
                        </a:ln>
                        <a:solidFill>
                          <a:schemeClr val="tx1"/>
                        </a:solidFill>
                        <a:effectLst/>
                        <a:latin typeface="Arial" panose="020B060402020202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365C0"/>
                    </a:solidFill>
                  </a:tcPr>
                </a:tc>
                <a:extLst>
                  <a:ext uri="{0D108BD9-81ED-4DB2-BD59-A6C34878D82A}">
                    <a16:rowId xmlns:a16="http://schemas.microsoft.com/office/drawing/2014/main" val="2539099979"/>
                  </a:ext>
                </a:extLst>
              </a:tr>
            </a:tbl>
          </a:graphicData>
        </a:graphic>
      </p:graphicFrame>
      <p:sp>
        <p:nvSpPr>
          <p:cNvPr id="58391" name="object 11" descr="$PPTXTitle">
            <a:extLst>
              <a:ext uri="{FF2B5EF4-FFF2-40B4-BE49-F238E27FC236}">
                <a16:creationId xmlns:a16="http://schemas.microsoft.com/office/drawing/2014/main" id="{B5FA7DB0-D0BD-146C-F353-EFD3DC7CF6BB}"/>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So far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&lt;&lt; </a:t>
            </a:r>
            <a:r>
              <a:rPr lang="ru-RU" altLang="en-US" i="1">
                <a:solidFill>
                  <a:srgbClr val="000000"/>
                </a:solidFill>
                <a:latin typeface="Arial" panose="020B0604020202020204" pitchFamily="34" charset="0"/>
                <a:cs typeface="Arial" panose="020B0604020202020204" pitchFamily="34" charset="0"/>
              </a:rPr>
              <a:t>N</a:t>
            </a:r>
            <a:r>
              <a:rPr lang="ru-RU" altLang="en-US">
                <a:solidFill>
                  <a:srgbClr val="000000"/>
                </a:solidFill>
                <a:latin typeface="Arial" panose="020B0604020202020204" pitchFamily="34" charset="0"/>
                <a:cs typeface="Calibri" panose="020F0502020204030204" pitchFamily="34" charset="0"/>
              </a:rPr>
              <a:t>. What if not?</a:t>
            </a:r>
          </a:p>
        </p:txBody>
      </p:sp>
      <p:sp>
        <p:nvSpPr>
          <p:cNvPr id="58394" name="object 14">
            <a:extLst>
              <a:ext uri="{FF2B5EF4-FFF2-40B4-BE49-F238E27FC236}">
                <a16:creationId xmlns:a16="http://schemas.microsoft.com/office/drawing/2014/main" id="{0D20A1DA-365E-255F-8CFF-B05FFD63CD9B}"/>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8</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4253A275-BB52-CE3C-C1E2-B3925F59BDF7}"/>
                  </a:ext>
                </a:extLst>
              </p:cNvPr>
              <p:cNvSpPr txBox="1"/>
              <p:nvPr/>
            </p:nvSpPr>
            <p:spPr>
              <a:xfrm>
                <a:off x="4005730" y="35433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oMath>
                  </m:oMathPara>
                </a14:m>
                <a:endParaRPr lang="en-US" sz="3000" b="0" dirty="0"/>
              </a:p>
            </p:txBody>
          </p:sp>
        </mc:Choice>
        <mc:Fallback>
          <p:sp>
            <p:nvSpPr>
              <p:cNvPr id="2" name="TextBox 1">
                <a:extLst>
                  <a:ext uri="{FF2B5EF4-FFF2-40B4-BE49-F238E27FC236}">
                    <a16:creationId xmlns:a16="http://schemas.microsoft.com/office/drawing/2014/main" id="{4253A275-BB52-CE3C-C1E2-B3925F59BDF7}"/>
                  </a:ext>
                </a:extLst>
              </p:cNvPr>
              <p:cNvSpPr txBox="1">
                <a:spLocks noRot="1" noChangeAspect="1" noMove="1" noResize="1" noEditPoints="1" noAdjustHandles="1" noChangeArrowheads="1" noChangeShapeType="1" noTextEdit="1"/>
              </p:cNvSpPr>
              <p:nvPr/>
            </p:nvSpPr>
            <p:spPr>
              <a:xfrm>
                <a:off x="4005730" y="3543300"/>
                <a:ext cx="790387" cy="461665"/>
              </a:xfrm>
              <a:prstGeom prst="rect">
                <a:avLst/>
              </a:prstGeom>
              <a:blipFill>
                <a:blip r:embed="rId3"/>
                <a:stretch>
                  <a:fillRect b="-210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38E9617-DDF6-784A-2BB4-D32415788838}"/>
                  </a:ext>
                </a:extLst>
              </p:cNvPr>
              <p:cNvSpPr txBox="1"/>
              <p:nvPr/>
            </p:nvSpPr>
            <p:spPr>
              <a:xfrm>
                <a:off x="5488082" y="3534506"/>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oMath>
                  </m:oMathPara>
                </a14:m>
                <a:endParaRPr lang="en-US" sz="3000" b="0" dirty="0"/>
              </a:p>
            </p:txBody>
          </p:sp>
        </mc:Choice>
        <mc:Fallback>
          <p:sp>
            <p:nvSpPr>
              <p:cNvPr id="3" name="TextBox 2">
                <a:extLst>
                  <a:ext uri="{FF2B5EF4-FFF2-40B4-BE49-F238E27FC236}">
                    <a16:creationId xmlns:a16="http://schemas.microsoft.com/office/drawing/2014/main" id="{E38E9617-DDF6-784A-2BB4-D32415788838}"/>
                  </a:ext>
                </a:extLst>
              </p:cNvPr>
              <p:cNvSpPr txBox="1">
                <a:spLocks noRot="1" noChangeAspect="1" noMove="1" noResize="1" noEditPoints="1" noAdjustHandles="1" noChangeArrowheads="1" noChangeShapeType="1" noTextEdit="1"/>
              </p:cNvSpPr>
              <p:nvPr/>
            </p:nvSpPr>
            <p:spPr>
              <a:xfrm>
                <a:off x="5488082" y="3534506"/>
                <a:ext cx="790387" cy="461665"/>
              </a:xfrm>
              <a:prstGeom prst="rect">
                <a:avLst/>
              </a:prstGeom>
              <a:blipFill>
                <a:blip r:embed="rId4"/>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EA50F51-E45A-9EF6-73BB-5AA367A979A0}"/>
                  </a:ext>
                </a:extLst>
              </p:cNvPr>
              <p:cNvSpPr txBox="1"/>
              <p:nvPr/>
            </p:nvSpPr>
            <p:spPr>
              <a:xfrm>
                <a:off x="6788496" y="354965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3</m:t>
                          </m:r>
                        </m:sub>
                      </m:sSub>
                    </m:oMath>
                  </m:oMathPara>
                </a14:m>
                <a:endParaRPr lang="en-US" sz="3000" b="0" dirty="0"/>
              </a:p>
            </p:txBody>
          </p:sp>
        </mc:Choice>
        <mc:Fallback>
          <p:sp>
            <p:nvSpPr>
              <p:cNvPr id="4" name="TextBox 3">
                <a:extLst>
                  <a:ext uri="{FF2B5EF4-FFF2-40B4-BE49-F238E27FC236}">
                    <a16:creationId xmlns:a16="http://schemas.microsoft.com/office/drawing/2014/main" id="{7EA50F51-E45A-9EF6-73BB-5AA367A979A0}"/>
                  </a:ext>
                </a:extLst>
              </p:cNvPr>
              <p:cNvSpPr txBox="1">
                <a:spLocks noRot="1" noChangeAspect="1" noMove="1" noResize="1" noEditPoints="1" noAdjustHandles="1" noChangeArrowheads="1" noChangeShapeType="1" noTextEdit="1"/>
              </p:cNvSpPr>
              <p:nvPr/>
            </p:nvSpPr>
            <p:spPr>
              <a:xfrm>
                <a:off x="6788496" y="3549650"/>
                <a:ext cx="790387" cy="461665"/>
              </a:xfrm>
              <a:prstGeom prst="rect">
                <a:avLst/>
              </a:prstGeom>
              <a:blipFill>
                <a:blip r:embed="rId5"/>
                <a:stretch>
                  <a:fillRect b="-216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46DED5C-6131-2EBA-DE1D-C6B455292329}"/>
                  </a:ext>
                </a:extLst>
              </p:cNvPr>
              <p:cNvSpPr txBox="1"/>
              <p:nvPr/>
            </p:nvSpPr>
            <p:spPr>
              <a:xfrm>
                <a:off x="8185150" y="3556000"/>
                <a:ext cx="790387" cy="46166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1000</m:t>
                          </m:r>
                        </m:sub>
                      </m:sSub>
                    </m:oMath>
                  </m:oMathPara>
                </a14:m>
                <a:endParaRPr lang="en-US" sz="3000" b="0" dirty="0"/>
              </a:p>
            </p:txBody>
          </p:sp>
        </mc:Choice>
        <mc:Fallback>
          <p:sp>
            <p:nvSpPr>
              <p:cNvPr id="5" name="TextBox 4">
                <a:extLst>
                  <a:ext uri="{FF2B5EF4-FFF2-40B4-BE49-F238E27FC236}">
                    <a16:creationId xmlns:a16="http://schemas.microsoft.com/office/drawing/2014/main" id="{146DED5C-6131-2EBA-DE1D-C6B455292329}"/>
                  </a:ext>
                </a:extLst>
              </p:cNvPr>
              <p:cNvSpPr txBox="1">
                <a:spLocks noRot="1" noChangeAspect="1" noMove="1" noResize="1" noEditPoints="1" noAdjustHandles="1" noChangeArrowheads="1" noChangeShapeType="1" noTextEdit="1"/>
              </p:cNvSpPr>
              <p:nvPr/>
            </p:nvSpPr>
            <p:spPr>
              <a:xfrm>
                <a:off x="8185150" y="3556000"/>
                <a:ext cx="790387" cy="461665"/>
              </a:xfrm>
              <a:prstGeom prst="rect">
                <a:avLst/>
              </a:prstGeom>
              <a:blipFill>
                <a:blip r:embed="rId6"/>
                <a:stretch>
                  <a:fillRect l="-15873" r="-17460" b="-184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3E7B869-6AD1-ACBE-BBDE-E5DFA8C54198}"/>
              </a:ext>
            </a:extLst>
          </p:cNvPr>
          <p:cNvSpPr txBox="1"/>
          <p:nvPr/>
        </p:nvSpPr>
        <p:spPr>
          <a:xfrm>
            <a:off x="650828" y="1982281"/>
            <a:ext cx="10784299" cy="523220"/>
          </a:xfrm>
          <a:prstGeom prst="rect">
            <a:avLst/>
          </a:prstGeom>
          <a:noFill/>
        </p:spPr>
        <p:txBody>
          <a:bodyPr wrap="none" rtlCol="0">
            <a:spAutoFit/>
          </a:bodyPr>
          <a:lstStyle/>
          <a:p>
            <a:pPr marL="285750" indent="-285750">
              <a:buFont typeface="Arial" panose="020B0604020202020204" pitchFamily="34" charset="0"/>
              <a:buChar char="•"/>
            </a:pPr>
            <a:r>
              <a:rPr lang="en-US" sz="2800" dirty="0"/>
              <a:t>e.g.  Species sampling, topic modeling, groups on a social network, etc.</a:t>
            </a:r>
          </a:p>
        </p:txBody>
      </p:sp>
      <p:sp>
        <p:nvSpPr>
          <p:cNvPr id="7" name="TextBox 6">
            <a:extLst>
              <a:ext uri="{FF2B5EF4-FFF2-40B4-BE49-F238E27FC236}">
                <a16:creationId xmlns:a16="http://schemas.microsoft.com/office/drawing/2014/main" id="{6A24869A-FA02-D520-5DF0-523045274571}"/>
              </a:ext>
            </a:extLst>
          </p:cNvPr>
          <p:cNvSpPr txBox="1"/>
          <p:nvPr/>
        </p:nvSpPr>
        <p:spPr>
          <a:xfrm>
            <a:off x="625292" y="5188288"/>
            <a:ext cx="9496702" cy="1938992"/>
          </a:xfrm>
          <a:prstGeom prst="rect">
            <a:avLst/>
          </a:prstGeom>
          <a:noFill/>
        </p:spPr>
        <p:txBody>
          <a:bodyPr wrap="none" rtlCol="0">
            <a:spAutoFit/>
          </a:bodyPr>
          <a:lstStyle/>
          <a:p>
            <a:pPr marL="457200" indent="-457200">
              <a:buFont typeface="Arial" panose="020B0604020202020204" pitchFamily="34" charset="0"/>
              <a:buChar char="•"/>
            </a:pPr>
            <a:r>
              <a:rPr lang="en-US" sz="3000" dirty="0"/>
              <a:t>Components: number of latent groups</a:t>
            </a:r>
          </a:p>
          <a:p>
            <a:pPr marL="457200" indent="-457200">
              <a:buFont typeface="Arial" panose="020B0604020202020204" pitchFamily="34" charset="0"/>
              <a:buChar char="•"/>
            </a:pPr>
            <a:r>
              <a:rPr lang="en-US" sz="3000" dirty="0"/>
              <a:t>Clusters: number of components represented in the data</a:t>
            </a:r>
          </a:p>
          <a:p>
            <a:pPr marL="457200" indent="-457200">
              <a:buFont typeface="Arial" panose="020B0604020202020204" pitchFamily="34" charset="0"/>
              <a:buChar char="•"/>
            </a:pPr>
            <a:r>
              <a:rPr lang="en-US" sz="3000" dirty="0"/>
              <a:t>Number of clusters is random</a:t>
            </a:r>
          </a:p>
          <a:p>
            <a:pPr marL="457200" indent="-457200">
              <a:buFont typeface="Arial" panose="020B0604020202020204" pitchFamily="34" charset="0"/>
              <a:buChar char="•"/>
            </a:pPr>
            <a:r>
              <a:rPr lang="en-US" sz="3000" dirty="0"/>
              <a:t>Number of clusters grows with N</a:t>
            </a:r>
          </a:p>
        </p:txBody>
      </p:sp>
    </p:spTree>
    <p:extLst>
      <p:ext uri="{BB962C8B-B14F-4D97-AF65-F5344CB8AC3E}">
        <p14:creationId xmlns:p14="http://schemas.microsoft.com/office/powerpoint/2010/main" val="1220910628"/>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4D4BC96A-FFD5-A67F-A90A-9EC224E4C049}"/>
              </a:ext>
            </a:extLst>
          </p:cNvPr>
          <p:cNvSpPr>
            <a:spLocks noGrp="1" noChangeArrowheads="1"/>
          </p:cNvSpPr>
          <p:nvPr>
            <p:ph type="title"/>
          </p:nvPr>
        </p:nvSpPr>
        <p:spPr>
          <a:xfrm>
            <a:off x="417724" y="1420416"/>
            <a:ext cx="12169352" cy="1682512"/>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584200" indent="-571500">
              <a:lnSpc>
                <a:spcPts val="4300"/>
              </a:lnSpc>
              <a:spcBef>
                <a:spcPts val="213"/>
              </a:spcBef>
              <a:buFont typeface="Arial" panose="020B0604020202020204" pitchFamily="34" charset="0"/>
              <a:buChar char="•"/>
            </a:pPr>
            <a:r>
              <a:rPr lang="ru-RU" altLang="en-US" sz="3600" dirty="0" err="1">
                <a:solidFill>
                  <a:srgbClr val="000000"/>
                </a:solidFill>
                <a:latin typeface="Arial" panose="020B0604020202020204" pitchFamily="34" charset="0"/>
                <a:cs typeface="Calibri" panose="020F0502020204030204" pitchFamily="34" charset="0"/>
              </a:rPr>
              <a:t>Here</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difficult</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to</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choose</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finite</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i="1" dirty="0" err="1">
                <a:solidFill>
                  <a:srgbClr val="000000"/>
                </a:solidFill>
                <a:latin typeface="Arial" panose="020B0604020202020204" pitchFamily="34" charset="0"/>
                <a:cs typeface="Arial" panose="020B0604020202020204" pitchFamily="34" charset="0"/>
              </a:rPr>
              <a:t>K</a:t>
            </a:r>
            <a:r>
              <a:rPr lang="ru-RU" altLang="en-US" sz="3600" i="1" dirty="0">
                <a:solidFill>
                  <a:srgbClr val="000000"/>
                </a:solidFill>
                <a:latin typeface="Arial" panose="020B0604020202020204" pitchFamily="34" charset="0"/>
                <a:cs typeface="Arial" panose="020B0604020202020204" pitchFamily="34" charset="0"/>
              </a:rPr>
              <a:t> </a:t>
            </a:r>
            <a:r>
              <a:rPr lang="ru-RU" altLang="en-US" sz="3600" dirty="0" err="1">
                <a:solidFill>
                  <a:srgbClr val="000000"/>
                </a:solidFill>
                <a:latin typeface="Arial" panose="020B0604020202020204" pitchFamily="34" charset="0"/>
                <a:cs typeface="Calibri" panose="020F0502020204030204" pitchFamily="34" charset="0"/>
              </a:rPr>
              <a:t>in</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advance</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contrast</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with</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small</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i="1" dirty="0" err="1">
                <a:solidFill>
                  <a:srgbClr val="000000"/>
                </a:solidFill>
                <a:latin typeface="Arial" panose="020B0604020202020204" pitchFamily="34" charset="0"/>
                <a:cs typeface="Arial" panose="020B0604020202020204" pitchFamily="34" charset="0"/>
              </a:rPr>
              <a:t>K</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don’t</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know</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i="1" dirty="0" err="1">
                <a:solidFill>
                  <a:srgbClr val="000000"/>
                </a:solidFill>
                <a:latin typeface="Arial" panose="020B0604020202020204" pitchFamily="34" charset="0"/>
                <a:cs typeface="Arial" panose="020B0604020202020204" pitchFamily="34" charset="0"/>
              </a:rPr>
              <a:t>K</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difficult</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to</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infer</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streaming</a:t>
            </a:r>
            <a:r>
              <a:rPr lang="ru-RU" altLang="en-US" sz="3600" dirty="0">
                <a:solidFill>
                  <a:srgbClr val="000000"/>
                </a:solidFill>
                <a:latin typeface="Arial" panose="020B0604020202020204" pitchFamily="34" charset="0"/>
                <a:cs typeface="Calibri" panose="020F0502020204030204" pitchFamily="34" charset="0"/>
              </a:rPr>
              <a:t> </a:t>
            </a:r>
            <a:r>
              <a:rPr lang="ru-RU" altLang="en-US" sz="3600" dirty="0" err="1">
                <a:solidFill>
                  <a:srgbClr val="000000"/>
                </a:solidFill>
                <a:latin typeface="Arial" panose="020B0604020202020204" pitchFamily="34" charset="0"/>
                <a:cs typeface="Calibri" panose="020F0502020204030204" pitchFamily="34" charset="0"/>
              </a:rPr>
              <a:t>data</a:t>
            </a:r>
            <a:endParaRPr lang="ru-RU" altLang="en-US" sz="36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12C77D8C-737F-F1DE-D819-4DE2D35B8268}"/>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ED68628-F4EC-FD5F-A85D-D9FC0D210DE1}"/>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A6244918-FA33-F404-81DD-944A7359B78F}"/>
              </a:ext>
            </a:extLst>
          </p:cNvPr>
          <p:cNvSpPr>
            <a:spLocks noGrp="1" noChangeArrowheads="1"/>
          </p:cNvSpPr>
          <p:nvPr>
            <p:ph type="title"/>
          </p:nvPr>
        </p:nvSpPr>
        <p:spPr>
          <a:xfrm>
            <a:off x="525736" y="1852464"/>
            <a:ext cx="11809312" cy="1682512"/>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584200" indent="-571500">
              <a:lnSpc>
                <a:spcPts val="4300"/>
              </a:lnSpc>
              <a:spcBef>
                <a:spcPts val="213"/>
              </a:spcBef>
              <a:buFont typeface="Arial" panose="020B0604020202020204" pitchFamily="34" charset="0"/>
              <a:buChar char="•"/>
            </a:pPr>
            <a:r>
              <a:rPr lang="ru-RU" altLang="en-US" sz="3500" dirty="0" err="1">
                <a:solidFill>
                  <a:srgbClr val="000000"/>
                </a:solidFill>
                <a:latin typeface="Arial" panose="020B0604020202020204" pitchFamily="34" charset="0"/>
                <a:cs typeface="Calibri" panose="020F0502020204030204" pitchFamily="34" charset="0"/>
              </a:rPr>
              <a:t>Here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choose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finite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i="1" dirty="0">
                <a:solidFill>
                  <a:srgbClr val="000000"/>
                </a:solidFill>
                <a:latin typeface="Arial" panose="020B0604020202020204" pitchFamily="34" charset="0"/>
                <a:cs typeface="Arial" panose="020B060402020202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advance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contrast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with</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small</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don’t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know</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infer</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streaming</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data</a:t>
            </a:r>
            <a:endParaRPr lang="ru-RU" altLang="en-US" sz="35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D799916B-996C-AA88-ED82-334EC63DE721}"/>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B86DA11-B86C-59DF-E976-B1FC04AA7C82}"/>
                  </a:ext>
                </a:extLst>
              </p:cNvPr>
              <p:cNvSpPr txBox="1"/>
              <p:nvPr/>
            </p:nvSpPr>
            <p:spPr>
              <a:xfrm>
                <a:off x="530720" y="340296"/>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6B86DA11-B86C-59DF-E976-B1FC04AA7C82}"/>
                  </a:ext>
                </a:extLst>
              </p:cNvPr>
              <p:cNvSpPr txBox="1">
                <a:spLocks noRot="1" noChangeAspect="1" noMove="1" noResize="1" noEditPoints="1" noAdjustHandles="1" noChangeArrowheads="1" noChangeShapeType="1" noTextEdit="1"/>
              </p:cNvSpPr>
              <p:nvPr/>
            </p:nvSpPr>
            <p:spPr>
              <a:xfrm>
                <a:off x="530720" y="340296"/>
                <a:ext cx="5445978" cy="1015663"/>
              </a:xfrm>
              <a:prstGeom prst="rect">
                <a:avLst/>
              </a:prstGeom>
              <a:blipFill>
                <a:blip r:embed="rId3"/>
                <a:stretch>
                  <a:fillRect l="-6744" t="-17284" r="-698" b="-39506"/>
                </a:stretch>
              </a:blipFill>
            </p:spPr>
            <p:txBody>
              <a:bodyPr/>
              <a:lstStyle/>
              <a:p>
                <a:r>
                  <a:rPr lang="en-US">
                    <a:noFill/>
                  </a:rPr>
                  <a:t> </a:t>
                </a:r>
              </a:p>
            </p:txBody>
          </p:sp>
        </mc:Fallback>
      </mc:AlternateContent>
    </p:spTree>
    <p:extLst>
      <p:ext uri="{BB962C8B-B14F-4D97-AF65-F5344CB8AC3E}">
        <p14:creationId xmlns:p14="http://schemas.microsoft.com/office/powerpoint/2010/main" val="3754345106"/>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8080A9-1AF1-6469-599C-CD1ECC957626}"/>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7F1B75E7-23E9-1528-5712-08A7BAAEF596}"/>
              </a:ext>
            </a:extLst>
          </p:cNvPr>
          <p:cNvSpPr>
            <a:spLocks noGrp="1" noChangeArrowheads="1"/>
          </p:cNvSpPr>
          <p:nvPr>
            <p:ph type="title"/>
          </p:nvPr>
        </p:nvSpPr>
        <p:spPr>
          <a:xfrm>
            <a:off x="525736" y="1852464"/>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500" dirty="0" err="1">
                <a:solidFill>
                  <a:srgbClr val="000000"/>
                </a:solidFill>
                <a:latin typeface="Arial" panose="020B0604020202020204" pitchFamily="34" charset="0"/>
                <a:cs typeface="Calibri" panose="020F0502020204030204" pitchFamily="34" charset="0"/>
              </a:rPr>
              <a:t>Here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choose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finite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i="1" dirty="0">
                <a:solidFill>
                  <a:srgbClr val="000000"/>
                </a:solidFill>
                <a:latin typeface="Arial" panose="020B0604020202020204" pitchFamily="34" charset="0"/>
                <a:cs typeface="Arial" panose="020B060402020202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advance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contrast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with</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small</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don’t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know</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infer</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streaming</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dat</a:t>
            </a:r>
            <a:r>
              <a:rPr lang="en-US" altLang="en-US" sz="3500" dirty="0">
                <a:solidFill>
                  <a:srgbClr val="000000"/>
                </a:solidFill>
                <a:latin typeface="Arial" panose="020B0604020202020204" pitchFamily="34" charset="0"/>
                <a:cs typeface="Calibri" panose="020F0502020204030204" pitchFamily="34" charset="0"/>
              </a:rPr>
              <a:t>a</a:t>
            </a:r>
            <a:endParaRPr lang="ru-RU" altLang="en-US" sz="35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85DCA54E-87C5-3D3A-71DD-1C2A04EC36C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4258626-C16C-2B8F-F465-3FC1357C1484}"/>
                  </a:ext>
                </a:extLst>
              </p:cNvPr>
              <p:cNvSpPr txBox="1"/>
              <p:nvPr/>
            </p:nvSpPr>
            <p:spPr>
              <a:xfrm>
                <a:off x="530720" y="340296"/>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34258626-C16C-2B8F-F465-3FC1357C1484}"/>
                  </a:ext>
                </a:extLst>
              </p:cNvPr>
              <p:cNvSpPr txBox="1">
                <a:spLocks noRot="1" noChangeAspect="1" noMove="1" noResize="1" noEditPoints="1" noAdjustHandles="1" noChangeArrowheads="1" noChangeShapeType="1" noTextEdit="1"/>
              </p:cNvSpPr>
              <p:nvPr/>
            </p:nvSpPr>
            <p:spPr>
              <a:xfrm>
                <a:off x="530720" y="340296"/>
                <a:ext cx="5445978" cy="1015663"/>
              </a:xfrm>
              <a:prstGeom prst="rect">
                <a:avLst/>
              </a:prstGeom>
              <a:blipFill>
                <a:blip r:embed="rId3"/>
                <a:stretch>
                  <a:fillRect l="-6744" t="-17284" r="-698"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DD0E612-25C3-BFEF-B93B-E102A6E93DB6}"/>
                  </a:ext>
                </a:extLst>
              </p:cNvPr>
              <p:cNvSpPr txBox="1"/>
              <p:nvPr/>
            </p:nvSpPr>
            <p:spPr>
              <a:xfrm>
                <a:off x="510178" y="3292624"/>
                <a:ext cx="11377264" cy="1169551"/>
              </a:xfrm>
              <a:prstGeom prst="rect">
                <a:avLst/>
              </a:prstGeom>
              <a:noFill/>
            </p:spPr>
            <p:txBody>
              <a:bodyPr wrap="square" rtlCol="0">
                <a:spAutoFit/>
              </a:bodyPr>
              <a:lstStyle/>
              <a:p>
                <a:pPr marL="285750" indent="-285750">
                  <a:buFont typeface="Arial" panose="020B0604020202020204" pitchFamily="34" charset="0"/>
                  <a:buChar char="•"/>
                </a:pPr>
                <a:r>
                  <a:rPr lang="en-US" sz="3500" dirty="0"/>
                  <a:t>How to generate </a:t>
                </a:r>
                <a14:m>
                  <m:oMath xmlns:m="http://schemas.openxmlformats.org/officeDocument/2006/math">
                    <m:r>
                      <a:rPr lang="en-US" sz="3500" b="0" i="1" smtClean="0">
                        <a:latin typeface="Cambria Math" panose="02040503050406030204" pitchFamily="18" charset="0"/>
                      </a:rPr>
                      <m:t>𝐾</m:t>
                    </m:r>
                    <m:r>
                      <a:rPr lang="en-US" sz="3500" b="0" i="1" smtClean="0">
                        <a:latin typeface="Cambria Math" panose="02040503050406030204" pitchFamily="18" charset="0"/>
                      </a:rPr>
                      <m:t>=∞</m:t>
                    </m:r>
                  </m:oMath>
                </a14:m>
                <a:r>
                  <a:rPr lang="en-US" sz="3500" dirty="0"/>
                  <a:t> strictly positive frequencies that sum to one?</a:t>
                </a:r>
              </a:p>
            </p:txBody>
          </p:sp>
        </mc:Choice>
        <mc:Fallback>
          <p:sp>
            <p:nvSpPr>
              <p:cNvPr id="3" name="TextBox 2">
                <a:extLst>
                  <a:ext uri="{FF2B5EF4-FFF2-40B4-BE49-F238E27FC236}">
                    <a16:creationId xmlns:a16="http://schemas.microsoft.com/office/drawing/2014/main" id="{8DD0E612-25C3-BFEF-B93B-E102A6E93DB6}"/>
                  </a:ext>
                </a:extLst>
              </p:cNvPr>
              <p:cNvSpPr txBox="1">
                <a:spLocks noRot="1" noChangeAspect="1" noMove="1" noResize="1" noEditPoints="1" noAdjustHandles="1" noChangeArrowheads="1" noChangeShapeType="1" noTextEdit="1"/>
              </p:cNvSpPr>
              <p:nvPr/>
            </p:nvSpPr>
            <p:spPr>
              <a:xfrm>
                <a:off x="510178" y="3292624"/>
                <a:ext cx="11377264" cy="1169551"/>
              </a:xfrm>
              <a:prstGeom prst="rect">
                <a:avLst/>
              </a:prstGeom>
              <a:blipFill>
                <a:blip r:embed="rId4"/>
                <a:stretch>
                  <a:fillRect l="-1449" t="-7527" b="-18280"/>
                </a:stretch>
              </a:blipFill>
            </p:spPr>
            <p:txBody>
              <a:bodyPr/>
              <a:lstStyle/>
              <a:p>
                <a:r>
                  <a:rPr lang="en-US">
                    <a:noFill/>
                  </a:rPr>
                  <a:t> </a:t>
                </a:r>
              </a:p>
            </p:txBody>
          </p:sp>
        </mc:Fallback>
      </mc:AlternateContent>
    </p:spTree>
    <p:extLst>
      <p:ext uri="{BB962C8B-B14F-4D97-AF65-F5344CB8AC3E}">
        <p14:creationId xmlns:p14="http://schemas.microsoft.com/office/powerpoint/2010/main" val="2468509385"/>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678CEE-598A-F177-4611-76509A5FE95A}"/>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33609062-D24C-7CB5-5476-66C15D3A2EAD}"/>
              </a:ext>
            </a:extLst>
          </p:cNvPr>
          <p:cNvSpPr>
            <a:spLocks noGrp="1" noChangeArrowheads="1"/>
          </p:cNvSpPr>
          <p:nvPr>
            <p:ph type="title"/>
          </p:nvPr>
        </p:nvSpPr>
        <p:spPr>
          <a:xfrm>
            <a:off x="525736" y="1852464"/>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500" dirty="0" err="1">
                <a:solidFill>
                  <a:srgbClr val="000000"/>
                </a:solidFill>
                <a:latin typeface="Arial" panose="020B0604020202020204" pitchFamily="34" charset="0"/>
                <a:cs typeface="Calibri" panose="020F0502020204030204" pitchFamily="34" charset="0"/>
              </a:rPr>
              <a:t>Here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choose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finite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i="1" dirty="0">
                <a:solidFill>
                  <a:srgbClr val="000000"/>
                </a:solidFill>
                <a:latin typeface="Arial" panose="020B0604020202020204" pitchFamily="34" charset="0"/>
                <a:cs typeface="Arial" panose="020B060402020202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advance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contrast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with</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small</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don’t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know</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infer</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streaming</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dat</a:t>
            </a:r>
            <a:r>
              <a:rPr lang="en-US" altLang="en-US" sz="3500" dirty="0">
                <a:solidFill>
                  <a:srgbClr val="000000"/>
                </a:solidFill>
                <a:latin typeface="Arial" panose="020B0604020202020204" pitchFamily="34" charset="0"/>
                <a:cs typeface="Calibri" panose="020F0502020204030204" pitchFamily="34" charset="0"/>
              </a:rPr>
              <a:t>a</a:t>
            </a:r>
            <a:endParaRPr lang="ru-RU" altLang="en-US" sz="35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8383DF0E-BB95-1756-6F3B-CBC383E586B0}"/>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9A203C9-35BC-70EB-8F98-4F676E7FF74A}"/>
                  </a:ext>
                </a:extLst>
              </p:cNvPr>
              <p:cNvSpPr txBox="1"/>
              <p:nvPr/>
            </p:nvSpPr>
            <p:spPr>
              <a:xfrm>
                <a:off x="530720" y="340296"/>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99A203C9-35BC-70EB-8F98-4F676E7FF74A}"/>
                  </a:ext>
                </a:extLst>
              </p:cNvPr>
              <p:cNvSpPr txBox="1">
                <a:spLocks noRot="1" noChangeAspect="1" noMove="1" noResize="1" noEditPoints="1" noAdjustHandles="1" noChangeArrowheads="1" noChangeShapeType="1" noTextEdit="1"/>
              </p:cNvSpPr>
              <p:nvPr/>
            </p:nvSpPr>
            <p:spPr>
              <a:xfrm>
                <a:off x="530720" y="340296"/>
                <a:ext cx="5445978" cy="1015663"/>
              </a:xfrm>
              <a:prstGeom prst="rect">
                <a:avLst/>
              </a:prstGeom>
              <a:blipFill>
                <a:blip r:embed="rId3"/>
                <a:stretch>
                  <a:fillRect l="-6744" t="-17284" r="-698"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2C83234-6176-2254-8F33-02D97E181BFF}"/>
                  </a:ext>
                </a:extLst>
              </p:cNvPr>
              <p:cNvSpPr txBox="1"/>
              <p:nvPr/>
            </p:nvSpPr>
            <p:spPr>
              <a:xfrm>
                <a:off x="510178" y="3292624"/>
                <a:ext cx="11377264" cy="1708160"/>
              </a:xfrm>
              <a:prstGeom prst="rect">
                <a:avLst/>
              </a:prstGeom>
              <a:noFill/>
            </p:spPr>
            <p:txBody>
              <a:bodyPr wrap="square" rtlCol="0">
                <a:spAutoFit/>
              </a:bodyPr>
              <a:lstStyle/>
              <a:p>
                <a:pPr marL="285750" indent="-285750">
                  <a:buFont typeface="Arial" panose="020B0604020202020204" pitchFamily="34" charset="0"/>
                  <a:buChar char="•"/>
                </a:pPr>
                <a:r>
                  <a:rPr lang="en-US" sz="3500" dirty="0"/>
                  <a:t>How to generate </a:t>
                </a:r>
                <a14:m>
                  <m:oMath xmlns:m="http://schemas.openxmlformats.org/officeDocument/2006/math">
                    <m:r>
                      <a:rPr lang="en-US" sz="3500" b="0" i="1" smtClean="0">
                        <a:latin typeface="Cambria Math" panose="02040503050406030204" pitchFamily="18" charset="0"/>
                      </a:rPr>
                      <m:t>𝐾</m:t>
                    </m:r>
                    <m:r>
                      <a:rPr lang="en-US" sz="3500" b="0" i="1" smtClean="0">
                        <a:latin typeface="Cambria Math" panose="02040503050406030204" pitchFamily="18" charset="0"/>
                      </a:rPr>
                      <m:t>=∞</m:t>
                    </m:r>
                  </m:oMath>
                </a14:m>
                <a:r>
                  <a:rPr lang="en-US" sz="3500" dirty="0"/>
                  <a:t> strictly positive frequencies that sum to one?</a:t>
                </a:r>
              </a:p>
              <a:p>
                <a:pPr marL="742950" lvl="1" indent="-285750">
                  <a:buFont typeface="Arial" panose="020B0604020202020204" pitchFamily="34" charset="0"/>
                  <a:buChar char="•"/>
                </a:pPr>
                <a:r>
                  <a:rPr lang="en-US" sz="3500" dirty="0"/>
                  <a:t>Observation:</a:t>
                </a:r>
              </a:p>
            </p:txBody>
          </p:sp>
        </mc:Choice>
        <mc:Fallback>
          <p:sp>
            <p:nvSpPr>
              <p:cNvPr id="3" name="TextBox 2">
                <a:extLst>
                  <a:ext uri="{FF2B5EF4-FFF2-40B4-BE49-F238E27FC236}">
                    <a16:creationId xmlns:a16="http://schemas.microsoft.com/office/drawing/2014/main" id="{C2C83234-6176-2254-8F33-02D97E181BFF}"/>
                  </a:ext>
                </a:extLst>
              </p:cNvPr>
              <p:cNvSpPr txBox="1">
                <a:spLocks noRot="1" noChangeAspect="1" noMove="1" noResize="1" noEditPoints="1" noAdjustHandles="1" noChangeArrowheads="1" noChangeShapeType="1" noTextEdit="1"/>
              </p:cNvSpPr>
              <p:nvPr/>
            </p:nvSpPr>
            <p:spPr>
              <a:xfrm>
                <a:off x="510178" y="3292624"/>
                <a:ext cx="11377264" cy="1708160"/>
              </a:xfrm>
              <a:prstGeom prst="rect">
                <a:avLst/>
              </a:prstGeom>
              <a:blipFill>
                <a:blip r:embed="rId4"/>
                <a:stretch>
                  <a:fillRect l="-1449" t="-5185" b="-118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0FBE23A-5A5A-4C1A-C64B-C3ADEDF0824C}"/>
                  </a:ext>
                </a:extLst>
              </p:cNvPr>
              <p:cNvSpPr txBox="1"/>
              <p:nvPr/>
            </p:nvSpPr>
            <p:spPr>
              <a:xfrm>
                <a:off x="3910112" y="4415135"/>
                <a:ext cx="38491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A0FBE23A-5A5A-4C1A-C64B-C3ADEDF0824C}"/>
                  </a:ext>
                </a:extLst>
              </p:cNvPr>
              <p:cNvSpPr txBox="1">
                <a:spLocks noRot="1" noChangeAspect="1" noMove="1" noResize="1" noEditPoints="1" noAdjustHandles="1" noChangeArrowheads="1" noChangeShapeType="1" noTextEdit="1"/>
              </p:cNvSpPr>
              <p:nvPr/>
            </p:nvSpPr>
            <p:spPr>
              <a:xfrm>
                <a:off x="3910112" y="4415135"/>
                <a:ext cx="3849195" cy="461665"/>
              </a:xfrm>
              <a:prstGeom prst="rect">
                <a:avLst/>
              </a:prstGeom>
              <a:blipFill>
                <a:blip r:embed="rId5"/>
                <a:stretch>
                  <a:fillRect l="-1639" t="-8108" b="-37838"/>
                </a:stretch>
              </a:blipFill>
            </p:spPr>
            <p:txBody>
              <a:bodyPr/>
              <a:lstStyle/>
              <a:p>
                <a:r>
                  <a:rPr lang="en-US">
                    <a:noFill/>
                  </a:rPr>
                  <a:t> </a:t>
                </a:r>
              </a:p>
            </p:txBody>
          </p:sp>
        </mc:Fallback>
      </mc:AlternateContent>
    </p:spTree>
    <p:extLst>
      <p:ext uri="{BB962C8B-B14F-4D97-AF65-F5344CB8AC3E}">
        <p14:creationId xmlns:p14="http://schemas.microsoft.com/office/powerpoint/2010/main" val="875537239"/>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D5F83D-0904-7009-F389-75B3CAEFED99}"/>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B3E16300-2B72-71EB-CC1A-9F6952616403}"/>
              </a:ext>
            </a:extLst>
          </p:cNvPr>
          <p:cNvSpPr>
            <a:spLocks noGrp="1" noChangeArrowheads="1"/>
          </p:cNvSpPr>
          <p:nvPr>
            <p:ph type="title"/>
          </p:nvPr>
        </p:nvSpPr>
        <p:spPr>
          <a:xfrm>
            <a:off x="525736" y="1852464"/>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500" dirty="0" err="1">
                <a:solidFill>
                  <a:srgbClr val="000000"/>
                </a:solidFill>
                <a:latin typeface="Arial" panose="020B0604020202020204" pitchFamily="34" charset="0"/>
                <a:cs typeface="Calibri" panose="020F0502020204030204" pitchFamily="34" charset="0"/>
              </a:rPr>
              <a:t>Here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choose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finite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i="1" dirty="0">
                <a:solidFill>
                  <a:srgbClr val="000000"/>
                </a:solidFill>
                <a:latin typeface="Arial" panose="020B0604020202020204" pitchFamily="34" charset="0"/>
                <a:cs typeface="Arial" panose="020B060402020202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advance</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contrast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with</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small</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don’t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know</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i="1" dirty="0" err="1">
                <a:solidFill>
                  <a:srgbClr val="000000"/>
                </a:solidFill>
                <a:latin typeface="Arial" panose="020B0604020202020204" pitchFamily="34" charset="0"/>
                <a:cs typeface="Arial" panose="020B0604020202020204" pitchFamily="34" charset="0"/>
              </a:rPr>
              <a:t>K</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difficult</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to</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infer</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streaming</a:t>
            </a:r>
            <a:r>
              <a:rPr lang="ru-RU" altLang="en-US" sz="3500" dirty="0">
                <a:solidFill>
                  <a:srgbClr val="000000"/>
                </a:solidFill>
                <a:latin typeface="Arial" panose="020B0604020202020204" pitchFamily="34" charset="0"/>
                <a:cs typeface="Calibri" panose="020F0502020204030204" pitchFamily="34" charset="0"/>
              </a:rPr>
              <a:t> </a:t>
            </a:r>
            <a:r>
              <a:rPr lang="ru-RU" altLang="en-US" sz="3500" dirty="0" err="1">
                <a:solidFill>
                  <a:srgbClr val="000000"/>
                </a:solidFill>
                <a:latin typeface="Arial" panose="020B0604020202020204" pitchFamily="34" charset="0"/>
                <a:cs typeface="Calibri" panose="020F0502020204030204" pitchFamily="34" charset="0"/>
              </a:rPr>
              <a:t>dat</a:t>
            </a:r>
            <a:r>
              <a:rPr lang="en-US" altLang="en-US" sz="3500" dirty="0">
                <a:solidFill>
                  <a:srgbClr val="000000"/>
                </a:solidFill>
                <a:latin typeface="Arial" panose="020B0604020202020204" pitchFamily="34" charset="0"/>
                <a:cs typeface="Calibri" panose="020F0502020204030204" pitchFamily="34" charset="0"/>
              </a:rPr>
              <a:t>a</a:t>
            </a:r>
            <a:endParaRPr lang="ru-RU" altLang="en-US" sz="35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D93E6E08-7BE9-848B-B440-027F28356AE6}"/>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9477C90-6159-EC3C-5609-49E9DD01370D}"/>
                  </a:ext>
                </a:extLst>
              </p:cNvPr>
              <p:cNvSpPr txBox="1"/>
              <p:nvPr/>
            </p:nvSpPr>
            <p:spPr>
              <a:xfrm>
                <a:off x="530720" y="340296"/>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D9477C90-6159-EC3C-5609-49E9DD01370D}"/>
                  </a:ext>
                </a:extLst>
              </p:cNvPr>
              <p:cNvSpPr txBox="1">
                <a:spLocks noRot="1" noChangeAspect="1" noMove="1" noResize="1" noEditPoints="1" noAdjustHandles="1" noChangeArrowheads="1" noChangeShapeType="1" noTextEdit="1"/>
              </p:cNvSpPr>
              <p:nvPr/>
            </p:nvSpPr>
            <p:spPr>
              <a:xfrm>
                <a:off x="530720" y="340296"/>
                <a:ext cx="5445978" cy="1015663"/>
              </a:xfrm>
              <a:prstGeom prst="rect">
                <a:avLst/>
              </a:prstGeom>
              <a:blipFill>
                <a:blip r:embed="rId3"/>
                <a:stretch>
                  <a:fillRect l="-6744" t="-17284" r="-698"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1B90DDEC-0A34-6286-B558-0309368C07B3}"/>
                  </a:ext>
                </a:extLst>
              </p:cNvPr>
              <p:cNvSpPr txBox="1"/>
              <p:nvPr/>
            </p:nvSpPr>
            <p:spPr>
              <a:xfrm>
                <a:off x="510178" y="3292624"/>
                <a:ext cx="11377264" cy="1708160"/>
              </a:xfrm>
              <a:prstGeom prst="rect">
                <a:avLst/>
              </a:prstGeom>
              <a:noFill/>
            </p:spPr>
            <p:txBody>
              <a:bodyPr wrap="square" rtlCol="0">
                <a:spAutoFit/>
              </a:bodyPr>
              <a:lstStyle/>
              <a:p>
                <a:pPr marL="285750" indent="-285750">
                  <a:buFont typeface="Arial" panose="020B0604020202020204" pitchFamily="34" charset="0"/>
                  <a:buChar char="•"/>
                </a:pPr>
                <a:r>
                  <a:rPr lang="en-US" sz="3500" dirty="0"/>
                  <a:t>How to generate </a:t>
                </a:r>
                <a14:m>
                  <m:oMath xmlns:m="http://schemas.openxmlformats.org/officeDocument/2006/math">
                    <m:r>
                      <a:rPr lang="en-US" sz="3500" b="0" i="1" smtClean="0">
                        <a:latin typeface="Cambria Math" panose="02040503050406030204" pitchFamily="18" charset="0"/>
                      </a:rPr>
                      <m:t>𝐾</m:t>
                    </m:r>
                    <m:r>
                      <a:rPr lang="en-US" sz="3500" b="0" i="1" smtClean="0">
                        <a:latin typeface="Cambria Math" panose="02040503050406030204" pitchFamily="18" charset="0"/>
                      </a:rPr>
                      <m:t>=∞</m:t>
                    </m:r>
                  </m:oMath>
                </a14:m>
                <a:r>
                  <a:rPr lang="en-US" sz="3500" dirty="0"/>
                  <a:t> strictly positive frequencies that sum to one?</a:t>
                </a:r>
              </a:p>
              <a:p>
                <a:pPr marL="742950" lvl="1" indent="-285750">
                  <a:buFont typeface="Arial" panose="020B0604020202020204" pitchFamily="34" charset="0"/>
                  <a:buChar char="•"/>
                </a:pPr>
                <a:r>
                  <a:rPr lang="en-US" sz="3500" dirty="0"/>
                  <a:t>Observation:</a:t>
                </a:r>
              </a:p>
            </p:txBody>
          </p:sp>
        </mc:Choice>
        <mc:Fallback>
          <p:sp>
            <p:nvSpPr>
              <p:cNvPr id="3" name="TextBox 2">
                <a:extLst>
                  <a:ext uri="{FF2B5EF4-FFF2-40B4-BE49-F238E27FC236}">
                    <a16:creationId xmlns:a16="http://schemas.microsoft.com/office/drawing/2014/main" id="{1B90DDEC-0A34-6286-B558-0309368C07B3}"/>
                  </a:ext>
                </a:extLst>
              </p:cNvPr>
              <p:cNvSpPr txBox="1">
                <a:spLocks noRot="1" noChangeAspect="1" noMove="1" noResize="1" noEditPoints="1" noAdjustHandles="1" noChangeArrowheads="1" noChangeShapeType="1" noTextEdit="1"/>
              </p:cNvSpPr>
              <p:nvPr/>
            </p:nvSpPr>
            <p:spPr>
              <a:xfrm>
                <a:off x="510178" y="3292624"/>
                <a:ext cx="11377264" cy="1708160"/>
              </a:xfrm>
              <a:prstGeom prst="rect">
                <a:avLst/>
              </a:prstGeom>
              <a:blipFill>
                <a:blip r:embed="rId4"/>
                <a:stretch>
                  <a:fillRect l="-1449" t="-5185" b="-118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16F2505-2E0D-F0C7-8260-3BEADE2E35B0}"/>
                  </a:ext>
                </a:extLst>
              </p:cNvPr>
              <p:cNvSpPr txBox="1"/>
              <p:nvPr/>
            </p:nvSpPr>
            <p:spPr>
              <a:xfrm>
                <a:off x="3910112" y="4415135"/>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316F2505-2E0D-F0C7-8260-3BEADE2E35B0}"/>
                  </a:ext>
                </a:extLst>
              </p:cNvPr>
              <p:cNvSpPr txBox="1">
                <a:spLocks noRot="1" noChangeAspect="1" noMove="1" noResize="1" noEditPoints="1" noAdjustHandles="1" noChangeArrowheads="1" noChangeShapeType="1" noTextEdit="1"/>
              </p:cNvSpPr>
              <p:nvPr/>
            </p:nvSpPr>
            <p:spPr>
              <a:xfrm>
                <a:off x="3910112" y="4415135"/>
                <a:ext cx="3849195" cy="461665"/>
              </a:xfrm>
              <a:prstGeom prst="rect">
                <a:avLst/>
              </a:prstGeom>
              <a:blipFill>
                <a:blip r:embed="rId5"/>
                <a:stretch>
                  <a:fillRect l="-1639" t="-8108" b="-37838"/>
                </a:stretch>
              </a:blipFill>
            </p:spPr>
            <p:txBody>
              <a:bodyPr/>
              <a:lstStyle/>
              <a:p>
                <a:r>
                  <a:rPr lang="en-US">
                    <a:noFill/>
                  </a:rPr>
                  <a:t> </a:t>
                </a:r>
              </a:p>
            </p:txBody>
          </p:sp>
        </mc:Fallback>
      </mc:AlternateContent>
      <p:grpSp>
        <p:nvGrpSpPr>
          <p:cNvPr id="5" name="object 6">
            <a:extLst>
              <a:ext uri="{FF2B5EF4-FFF2-40B4-BE49-F238E27FC236}">
                <a16:creationId xmlns:a16="http://schemas.microsoft.com/office/drawing/2014/main" id="{583A6CB4-096F-002A-A305-7DF72D614CE8}"/>
              </a:ext>
            </a:extLst>
          </p:cNvPr>
          <p:cNvGrpSpPr>
            <a:grpSpLocks/>
          </p:cNvGrpSpPr>
          <p:nvPr/>
        </p:nvGrpSpPr>
        <p:grpSpPr bwMode="auto">
          <a:xfrm>
            <a:off x="330200" y="5943600"/>
            <a:ext cx="4648200" cy="635000"/>
            <a:chOff x="330199" y="5943600"/>
            <a:chExt cx="4648200" cy="635000"/>
          </a:xfrm>
        </p:grpSpPr>
        <p:sp>
          <p:nvSpPr>
            <p:cNvPr id="6" name="object 7">
              <a:extLst>
                <a:ext uri="{FF2B5EF4-FFF2-40B4-BE49-F238E27FC236}">
                  <a16:creationId xmlns:a16="http://schemas.microsoft.com/office/drawing/2014/main" id="{08092735-665E-78B1-2187-AE5F33A80849}"/>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8">
              <a:extLst>
                <a:ext uri="{FF2B5EF4-FFF2-40B4-BE49-F238E27FC236}">
                  <a16:creationId xmlns:a16="http://schemas.microsoft.com/office/drawing/2014/main" id="{D96702B8-4B04-D7BD-8949-FD7131AE8BD7}"/>
                </a:ext>
              </a:extLst>
            </p:cNvPr>
            <p:cNvSpPr>
              <a:spLocks/>
            </p:cNvSpPr>
            <p:nvPr/>
          </p:nvSpPr>
          <p:spPr bwMode="auto">
            <a:xfrm>
              <a:off x="336550" y="5949950"/>
              <a:ext cx="901700" cy="622300"/>
            </a:xfrm>
            <a:custGeom>
              <a:avLst/>
              <a:gdLst>
                <a:gd name="T0" fmla="*/ 0 w 901700"/>
                <a:gd name="T1" fmla="*/ 622300 h 622300"/>
                <a:gd name="T2" fmla="*/ 901700 w 901700"/>
                <a:gd name="T3" fmla="*/ 622300 h 622300"/>
                <a:gd name="T4" fmla="*/ 901700 w 901700"/>
                <a:gd name="T5" fmla="*/ 0 h 622300"/>
                <a:gd name="T6" fmla="*/ 0 w 901700"/>
                <a:gd name="T7" fmla="*/ 0 h 622300"/>
                <a:gd name="T8" fmla="*/ 0 w 9017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1700" h="622300">
                  <a:moveTo>
                    <a:pt x="0" y="622300"/>
                  </a:moveTo>
                  <a:lnTo>
                    <a:pt x="901700" y="622300"/>
                  </a:lnTo>
                  <a:lnTo>
                    <a:pt x="901700" y="0"/>
                  </a:lnTo>
                  <a:lnTo>
                    <a:pt x="0" y="0"/>
                  </a:lnTo>
                  <a:lnTo>
                    <a:pt x="0" y="62230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9">
              <a:extLst>
                <a:ext uri="{FF2B5EF4-FFF2-40B4-BE49-F238E27FC236}">
                  <a16:creationId xmlns:a16="http://schemas.microsoft.com/office/drawing/2014/main" id="{F3A5D151-148F-740F-5A09-2D7D4E20B064}"/>
                </a:ext>
              </a:extLst>
            </p:cNvPr>
            <p:cNvSpPr>
              <a:spLocks/>
            </p:cNvSpPr>
            <p:nvPr/>
          </p:nvSpPr>
          <p:spPr bwMode="auto">
            <a:xfrm>
              <a:off x="336549" y="5949950"/>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0">
              <a:extLst>
                <a:ext uri="{FF2B5EF4-FFF2-40B4-BE49-F238E27FC236}">
                  <a16:creationId xmlns:a16="http://schemas.microsoft.com/office/drawing/2014/main" id="{CDF306F6-4200-B87D-98E6-447B88D3D728}"/>
                </a:ext>
              </a:extLst>
            </p:cNvPr>
            <p:cNvSpPr>
              <a:spLocks/>
            </p:cNvSpPr>
            <p:nvPr/>
          </p:nvSpPr>
          <p:spPr bwMode="auto">
            <a:xfrm>
              <a:off x="3257549" y="5949950"/>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10" name="object 11">
              <a:extLst>
                <a:ext uri="{FF2B5EF4-FFF2-40B4-BE49-F238E27FC236}">
                  <a16:creationId xmlns:a16="http://schemas.microsoft.com/office/drawing/2014/main" id="{E325224B-8C04-4F14-12D4-35732FEB21F0}"/>
                </a:ext>
              </a:extLst>
            </p:cNvPr>
            <p:cNvSpPr>
              <a:spLocks/>
            </p:cNvSpPr>
            <p:nvPr/>
          </p:nvSpPr>
          <p:spPr bwMode="auto">
            <a:xfrm>
              <a:off x="3257549" y="5949950"/>
              <a:ext cx="584200" cy="622300"/>
            </a:xfrm>
            <a:custGeom>
              <a:avLst/>
              <a:gdLst>
                <a:gd name="T0" fmla="*/ 0 w 584200"/>
                <a:gd name="T1" fmla="*/ 0 h 622300"/>
                <a:gd name="T2" fmla="*/ 584199 w 584200"/>
                <a:gd name="T3" fmla="*/ 0 h 622300"/>
                <a:gd name="T4" fmla="*/ 584199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199" y="0"/>
                  </a:lnTo>
                  <a:lnTo>
                    <a:pt x="584199"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2">
              <a:extLst>
                <a:ext uri="{FF2B5EF4-FFF2-40B4-BE49-F238E27FC236}">
                  <a16:creationId xmlns:a16="http://schemas.microsoft.com/office/drawing/2014/main" id="{9403FF7A-33F6-0623-6902-77951409E79B}"/>
                </a:ext>
              </a:extLst>
            </p:cNvPr>
            <p:cNvSpPr>
              <a:spLocks/>
            </p:cNvSpPr>
            <p:nvPr/>
          </p:nvSpPr>
          <p:spPr bwMode="auto">
            <a:xfrm>
              <a:off x="1238249" y="5949950"/>
              <a:ext cx="2006600" cy="622300"/>
            </a:xfrm>
            <a:custGeom>
              <a:avLst/>
              <a:gdLst>
                <a:gd name="T0" fmla="*/ 0 w 2006600"/>
                <a:gd name="T1" fmla="*/ 0 h 622300"/>
                <a:gd name="T2" fmla="*/ 2006600 w 2006600"/>
                <a:gd name="T3" fmla="*/ 0 h 622300"/>
                <a:gd name="T4" fmla="*/ 2006600 w 2006600"/>
                <a:gd name="T5" fmla="*/ 622300 h 622300"/>
                <a:gd name="T6" fmla="*/ 0 w 2006600"/>
                <a:gd name="T7" fmla="*/ 622300 h 622300"/>
                <a:gd name="T8" fmla="*/ 0 w 20066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6600" h="622300">
                  <a:moveTo>
                    <a:pt x="0" y="0"/>
                  </a:moveTo>
                  <a:lnTo>
                    <a:pt x="2006600" y="0"/>
                  </a:lnTo>
                  <a:lnTo>
                    <a:pt x="20066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2" name="object 13">
              <a:extLst>
                <a:ext uri="{FF2B5EF4-FFF2-40B4-BE49-F238E27FC236}">
                  <a16:creationId xmlns:a16="http://schemas.microsoft.com/office/drawing/2014/main" id="{A6463A44-4265-A3F2-D353-471937996D5A}"/>
                </a:ext>
              </a:extLst>
            </p:cNvPr>
            <p:cNvSpPr>
              <a:spLocks/>
            </p:cNvSpPr>
            <p:nvPr/>
          </p:nvSpPr>
          <p:spPr bwMode="auto">
            <a:xfrm>
              <a:off x="1238249" y="5949950"/>
              <a:ext cx="2006600" cy="622300"/>
            </a:xfrm>
            <a:custGeom>
              <a:avLst/>
              <a:gdLst>
                <a:gd name="T0" fmla="*/ 0 w 2006600"/>
                <a:gd name="T1" fmla="*/ 0 h 622300"/>
                <a:gd name="T2" fmla="*/ 2006600 w 2006600"/>
                <a:gd name="T3" fmla="*/ 0 h 622300"/>
                <a:gd name="T4" fmla="*/ 2006600 w 2006600"/>
                <a:gd name="T5" fmla="*/ 622300 h 622300"/>
                <a:gd name="T6" fmla="*/ 0 w 2006600"/>
                <a:gd name="T7" fmla="*/ 622300 h 622300"/>
                <a:gd name="T8" fmla="*/ 0 w 20066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6600" h="622300">
                  <a:moveTo>
                    <a:pt x="0" y="0"/>
                  </a:moveTo>
                  <a:lnTo>
                    <a:pt x="2006600" y="0"/>
                  </a:lnTo>
                  <a:lnTo>
                    <a:pt x="20066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 name="object 14">
              <a:extLst>
                <a:ext uri="{FF2B5EF4-FFF2-40B4-BE49-F238E27FC236}">
                  <a16:creationId xmlns:a16="http://schemas.microsoft.com/office/drawing/2014/main" id="{EA232260-2A82-34FC-77BC-6B6F99AED6DF}"/>
                </a:ext>
              </a:extLst>
            </p:cNvPr>
            <p:cNvSpPr>
              <a:spLocks/>
            </p:cNvSpPr>
            <p:nvPr/>
          </p:nvSpPr>
          <p:spPr bwMode="auto">
            <a:xfrm>
              <a:off x="3841749" y="5949950"/>
              <a:ext cx="1130300" cy="622300"/>
            </a:xfrm>
            <a:custGeom>
              <a:avLst/>
              <a:gdLst>
                <a:gd name="T0" fmla="*/ 0 w 1130300"/>
                <a:gd name="T1" fmla="*/ 0 h 622300"/>
                <a:gd name="T2" fmla="*/ 1130300 w 1130300"/>
                <a:gd name="T3" fmla="*/ 0 h 622300"/>
                <a:gd name="T4" fmla="*/ 1130300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300" y="0"/>
                  </a:lnTo>
                  <a:lnTo>
                    <a:pt x="1130300" y="622300"/>
                  </a:lnTo>
                  <a:lnTo>
                    <a:pt x="0" y="622300"/>
                  </a:lnTo>
                  <a:lnTo>
                    <a:pt x="0"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4" name="object 15">
              <a:extLst>
                <a:ext uri="{FF2B5EF4-FFF2-40B4-BE49-F238E27FC236}">
                  <a16:creationId xmlns:a16="http://schemas.microsoft.com/office/drawing/2014/main" id="{22AB356E-C5C0-0C9F-09F6-C2FA5F6CE25D}"/>
                </a:ext>
              </a:extLst>
            </p:cNvPr>
            <p:cNvSpPr>
              <a:spLocks/>
            </p:cNvSpPr>
            <p:nvPr/>
          </p:nvSpPr>
          <p:spPr bwMode="auto">
            <a:xfrm>
              <a:off x="3841750" y="5949950"/>
              <a:ext cx="1130300" cy="622300"/>
            </a:xfrm>
            <a:custGeom>
              <a:avLst/>
              <a:gdLst>
                <a:gd name="T0" fmla="*/ 0 w 1130300"/>
                <a:gd name="T1" fmla="*/ 0 h 622300"/>
                <a:gd name="T2" fmla="*/ 1130299 w 1130300"/>
                <a:gd name="T3" fmla="*/ 0 h 622300"/>
                <a:gd name="T4" fmla="*/ 1130299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299" y="0"/>
                  </a:lnTo>
                  <a:lnTo>
                    <a:pt x="1130299"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3282731604"/>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0241707-1E3E-B23A-5479-D59DD0589809}"/>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0CAAD827-3F0B-B628-CF93-E6AB0B1FBEA0}"/>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7AFBE6EF-0E0A-1C35-063E-B774100CD9C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713B0CF-E151-F3E1-56CE-AD31E439CDC9}"/>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A713B0CF-E151-F3E1-56CE-AD31E439CDC9}"/>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3BFA12C-2D36-6D41-34C5-526AF87BB601}"/>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53BFA12C-2D36-6D41-34C5-526AF87BB601}"/>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8C9D86B-700B-D6DF-0E06-52B72B9896F2}"/>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78C9D86B-700B-D6DF-0E06-52B72B9896F2}"/>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grpSp>
        <p:nvGrpSpPr>
          <p:cNvPr id="15" name="object 7">
            <a:extLst>
              <a:ext uri="{FF2B5EF4-FFF2-40B4-BE49-F238E27FC236}">
                <a16:creationId xmlns:a16="http://schemas.microsoft.com/office/drawing/2014/main" id="{29959EFE-B11B-1C26-C015-60CDFD0FF122}"/>
              </a:ext>
            </a:extLst>
          </p:cNvPr>
          <p:cNvGrpSpPr>
            <a:grpSpLocks/>
          </p:cNvGrpSpPr>
          <p:nvPr/>
        </p:nvGrpSpPr>
        <p:grpSpPr bwMode="auto">
          <a:xfrm>
            <a:off x="467885" y="5519285"/>
            <a:ext cx="4635500" cy="635000"/>
            <a:chOff x="342900" y="5943600"/>
            <a:chExt cx="4635500" cy="635000"/>
          </a:xfrm>
        </p:grpSpPr>
        <p:sp>
          <p:nvSpPr>
            <p:cNvPr id="16" name="object 8">
              <a:extLst>
                <a:ext uri="{FF2B5EF4-FFF2-40B4-BE49-F238E27FC236}">
                  <a16:creationId xmlns:a16="http://schemas.microsoft.com/office/drawing/2014/main" id="{6AC9EF13-19C7-FBD5-2B73-618CB9BC80DF}"/>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22F0E770-367D-6783-2D60-71D0BD997C2E}"/>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3BF3F0E-EF1A-3C23-E5BB-DFD2DA001ADC}"/>
                  </a:ext>
                </a:extLst>
              </p:cNvPr>
              <p:cNvSpPr txBox="1"/>
              <p:nvPr/>
            </p:nvSpPr>
            <p:spPr>
              <a:xfrm>
                <a:off x="525736" y="4718060"/>
                <a:ext cx="4315605" cy="434221"/>
              </a:xfrm>
              <a:prstGeom prst="rect">
                <a:avLst/>
              </a:prstGeom>
              <a:noFill/>
            </p:spPr>
            <p:txBody>
              <a:bodyPr wrap="none" lIns="0" tIns="0" rIns="0" bIns="0" rtlCol="0">
                <a:spAutoFit/>
              </a:bodyPr>
              <a:lstStyle/>
              <a:p>
                <a14:m>
                  <m:oMath xmlns:m="http://schemas.openxmlformats.org/officeDocument/2006/math">
                    <m:r>
                      <a:rPr lang="en-US" sz="2500" i="1" smtClean="0">
                        <a:latin typeface="Cambria Math" panose="02040503050406030204" pitchFamily="18" charset="0"/>
                        <a:ea typeface="Cambria Math" panose="02040503050406030204" pitchFamily="18" charset="0"/>
                      </a:rPr>
                      <m:t>⟺</m:t>
                    </m:r>
                  </m:oMath>
                </a14:m>
                <a:r>
                  <a:rPr lang="en-US" sz="2500" dirty="0"/>
                  <a:t> </a:t>
                </a:r>
                <a14:m>
                  <m:oMath xmlns:m="http://schemas.openxmlformats.org/officeDocument/2006/math">
                    <m:sSub>
                      <m:sSubPr>
                        <m:ctrlPr>
                          <a:rPr lang="en-US" sz="2500" i="1" dirty="0" smtClean="0">
                            <a:latin typeface="Cambria Math" panose="02040503050406030204" pitchFamily="18" charset="0"/>
                          </a:rPr>
                        </m:ctrlPr>
                      </m:sSubPr>
                      <m:e>
                        <m:r>
                          <a:rPr lang="en-US" sz="2500" i="1" dirty="0" smtClean="0">
                            <a:latin typeface="Cambria Math" panose="02040503050406030204" pitchFamily="18" charset="0"/>
                          </a:rPr>
                          <m:t>𝜌</m:t>
                        </m:r>
                      </m:e>
                      <m:sub>
                        <m:r>
                          <a:rPr lang="en-US" sz="250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nary>
                          <m:naryPr>
                            <m:chr m:val="∑"/>
                            <m:ctrlPr>
                              <a:rPr lang="en-US" sz="2500" b="0" i="1" dirty="0" smtClean="0">
                                <a:latin typeface="Cambria Math" panose="02040503050406030204" pitchFamily="18" charset="0"/>
                              </a:rPr>
                            </m:ctrlPr>
                          </m:naryPr>
                          <m:sub>
                            <m:r>
                              <a:rPr lang="en-US" sz="2500" b="0" i="1" dirty="0" smtClean="0">
                                <a:latin typeface="Cambria Math" panose="02040503050406030204" pitchFamily="18" charset="0"/>
                              </a:rPr>
                              <m:t>𝑘</m:t>
                            </m:r>
                            <m:r>
                              <a:rPr lang="en-US" sz="2500" b="0" i="1" dirty="0" smtClean="0">
                                <a:latin typeface="Cambria Math" panose="02040503050406030204" pitchFamily="18" charset="0"/>
                              </a:rPr>
                              <m:t>=1</m:t>
                            </m:r>
                          </m:sub>
                          <m:sup>
                            <m:r>
                              <a:rPr lang="en-US" sz="2500" b="0" i="1" dirty="0" smtClean="0">
                                <a:latin typeface="Cambria Math" panose="02040503050406030204" pitchFamily="18" charset="0"/>
                              </a:rPr>
                              <m:t>𝐾</m:t>
                            </m:r>
                          </m:sup>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𝑘</m:t>
                                </m:r>
                              </m:sub>
                            </m:sSub>
                          </m:e>
                        </m:nary>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e>
                    </m:d>
                  </m:oMath>
                </a14:m>
                <a:r>
                  <a:rPr lang="en-US" sz="2500" dirty="0"/>
                  <a:t> </a:t>
                </a:r>
              </a:p>
            </p:txBody>
          </p:sp>
        </mc:Choice>
        <mc:Fallback>
          <p:sp>
            <p:nvSpPr>
              <p:cNvPr id="18" name="TextBox 17">
                <a:extLst>
                  <a:ext uri="{FF2B5EF4-FFF2-40B4-BE49-F238E27FC236}">
                    <a16:creationId xmlns:a16="http://schemas.microsoft.com/office/drawing/2014/main" id="{B3BF3F0E-EF1A-3C23-E5BB-DFD2DA001ADC}"/>
                  </a:ext>
                </a:extLst>
              </p:cNvPr>
              <p:cNvSpPr txBox="1">
                <a:spLocks noRot="1" noChangeAspect="1" noMove="1" noResize="1" noEditPoints="1" noAdjustHandles="1" noChangeArrowheads="1" noChangeShapeType="1" noTextEdit="1"/>
              </p:cNvSpPr>
              <p:nvPr/>
            </p:nvSpPr>
            <p:spPr>
              <a:xfrm>
                <a:off x="525736" y="4718060"/>
                <a:ext cx="4315605" cy="434221"/>
              </a:xfrm>
              <a:prstGeom prst="rect">
                <a:avLst/>
              </a:prstGeom>
              <a:blipFill>
                <a:blip r:embed="rId6"/>
                <a:stretch>
                  <a:fillRect l="-2053" t="-140000" b="-222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EBFBBB26-E08A-20B5-A836-73EC3F2C172C}"/>
                  </a:ext>
                </a:extLst>
              </p:cNvPr>
              <p:cNvSpPr txBox="1"/>
              <p:nvPr/>
            </p:nvSpPr>
            <p:spPr>
              <a:xfrm>
                <a:off x="407091" y="4558724"/>
                <a:ext cx="20394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21" name="TextBox 20">
                <a:extLst>
                  <a:ext uri="{FF2B5EF4-FFF2-40B4-BE49-F238E27FC236}">
                    <a16:creationId xmlns:a16="http://schemas.microsoft.com/office/drawing/2014/main" id="{EBFBBB26-E08A-20B5-A836-73EC3F2C172C}"/>
                  </a:ext>
                </a:extLst>
              </p:cNvPr>
              <p:cNvSpPr txBox="1">
                <a:spLocks noRot="1" noChangeAspect="1" noMove="1" noResize="1" noEditPoints="1" noAdjustHandles="1" noChangeArrowheads="1" noChangeShapeType="1" noTextEdit="1"/>
              </p:cNvSpPr>
              <p:nvPr/>
            </p:nvSpPr>
            <p:spPr>
              <a:xfrm>
                <a:off x="407091" y="4558724"/>
                <a:ext cx="2039409"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8578657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79B8617-024E-128D-B29C-4421E6D97CAB}"/>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B2642AA9-D098-86C5-A603-9762083AFA4F}"/>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196A4F29-5940-A649-54EF-2076A9FDF1F3}"/>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EF1A348-55A2-5093-9C05-FB097D0BC119}"/>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1EF1A348-55A2-5093-9C05-FB097D0BC119}"/>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1A3BC75-4C56-9233-8BD3-D79F273AA3CE}"/>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B1A3BC75-4C56-9233-8BD3-D79F273AA3CE}"/>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64FBBD-9050-0802-5573-FE8BA6A26D45}"/>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4A64FBBD-9050-0802-5573-FE8BA6A26D45}"/>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FFCC0F8-8661-402E-860B-7F37D0C3D9C1}"/>
                  </a:ext>
                </a:extLst>
              </p:cNvPr>
              <p:cNvSpPr txBox="1"/>
              <p:nvPr/>
            </p:nvSpPr>
            <p:spPr>
              <a:xfrm>
                <a:off x="525736" y="4718060"/>
                <a:ext cx="4315605" cy="434221"/>
              </a:xfrm>
              <a:prstGeom prst="rect">
                <a:avLst/>
              </a:prstGeom>
              <a:noFill/>
            </p:spPr>
            <p:txBody>
              <a:bodyPr wrap="none" lIns="0" tIns="0" rIns="0" bIns="0" rtlCol="0">
                <a:spAutoFit/>
              </a:bodyPr>
              <a:lstStyle/>
              <a:p>
                <a14:m>
                  <m:oMath xmlns:m="http://schemas.openxmlformats.org/officeDocument/2006/math">
                    <m:r>
                      <a:rPr lang="en-US" sz="2500" i="1" smtClean="0">
                        <a:latin typeface="Cambria Math" panose="02040503050406030204" pitchFamily="18" charset="0"/>
                        <a:ea typeface="Cambria Math" panose="02040503050406030204" pitchFamily="18" charset="0"/>
                      </a:rPr>
                      <m:t>⟺</m:t>
                    </m:r>
                  </m:oMath>
                </a14:m>
                <a:r>
                  <a:rPr lang="en-US" sz="2500" dirty="0"/>
                  <a:t> </a:t>
                </a:r>
                <a14:m>
                  <m:oMath xmlns:m="http://schemas.openxmlformats.org/officeDocument/2006/math">
                    <m:sSub>
                      <m:sSubPr>
                        <m:ctrlPr>
                          <a:rPr lang="en-US" sz="2500" i="1" dirty="0" smtClean="0">
                            <a:latin typeface="Cambria Math" panose="02040503050406030204" pitchFamily="18" charset="0"/>
                          </a:rPr>
                        </m:ctrlPr>
                      </m:sSubPr>
                      <m:e>
                        <m:r>
                          <a:rPr lang="en-US" sz="2500" i="1" dirty="0" smtClean="0">
                            <a:latin typeface="Cambria Math" panose="02040503050406030204" pitchFamily="18" charset="0"/>
                          </a:rPr>
                          <m:t>𝜌</m:t>
                        </m:r>
                      </m:e>
                      <m:sub>
                        <m:r>
                          <a:rPr lang="en-US" sz="250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nary>
                          <m:naryPr>
                            <m:chr m:val="∑"/>
                            <m:ctrlPr>
                              <a:rPr lang="en-US" sz="2500" b="0" i="1" dirty="0" smtClean="0">
                                <a:latin typeface="Cambria Math" panose="02040503050406030204" pitchFamily="18" charset="0"/>
                              </a:rPr>
                            </m:ctrlPr>
                          </m:naryPr>
                          <m:sub>
                            <m:r>
                              <a:rPr lang="en-US" sz="2500" b="0" i="1" dirty="0" smtClean="0">
                                <a:latin typeface="Cambria Math" panose="02040503050406030204" pitchFamily="18" charset="0"/>
                              </a:rPr>
                              <m:t>𝑘</m:t>
                            </m:r>
                            <m:r>
                              <a:rPr lang="en-US" sz="2500" b="0" i="1" dirty="0" smtClean="0">
                                <a:latin typeface="Cambria Math" panose="02040503050406030204" pitchFamily="18" charset="0"/>
                              </a:rPr>
                              <m:t>=1</m:t>
                            </m:r>
                          </m:sub>
                          <m:sup>
                            <m:r>
                              <a:rPr lang="en-US" sz="2500" b="0" i="1" dirty="0" smtClean="0">
                                <a:latin typeface="Cambria Math" panose="02040503050406030204" pitchFamily="18" charset="0"/>
                              </a:rPr>
                              <m:t>𝐾</m:t>
                            </m:r>
                          </m:sup>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𝑘</m:t>
                                </m:r>
                              </m:sub>
                            </m:sSub>
                          </m:e>
                        </m:nary>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e>
                    </m:d>
                  </m:oMath>
                </a14:m>
                <a:r>
                  <a:rPr lang="en-US" sz="2500" dirty="0"/>
                  <a:t> </a:t>
                </a:r>
              </a:p>
            </p:txBody>
          </p:sp>
        </mc:Choice>
        <mc:Fallback>
          <p:sp>
            <p:nvSpPr>
              <p:cNvPr id="18" name="TextBox 17">
                <a:extLst>
                  <a:ext uri="{FF2B5EF4-FFF2-40B4-BE49-F238E27FC236}">
                    <a16:creationId xmlns:a16="http://schemas.microsoft.com/office/drawing/2014/main" id="{4FFCC0F8-8661-402E-860B-7F37D0C3D9C1}"/>
                  </a:ext>
                </a:extLst>
              </p:cNvPr>
              <p:cNvSpPr txBox="1">
                <a:spLocks noRot="1" noChangeAspect="1" noMove="1" noResize="1" noEditPoints="1" noAdjustHandles="1" noChangeArrowheads="1" noChangeShapeType="1" noTextEdit="1"/>
              </p:cNvSpPr>
              <p:nvPr/>
            </p:nvSpPr>
            <p:spPr>
              <a:xfrm>
                <a:off x="525736" y="4718060"/>
                <a:ext cx="4315605" cy="434221"/>
              </a:xfrm>
              <a:prstGeom prst="rect">
                <a:avLst/>
              </a:prstGeom>
              <a:blipFill>
                <a:blip r:embed="rId6"/>
                <a:stretch>
                  <a:fillRect l="-2053" t="-140000" b="-222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8FAA5169-A1C2-FBDD-BC05-F0A1F21EEC94}"/>
                  </a:ext>
                </a:extLst>
              </p:cNvPr>
              <p:cNvSpPr txBox="1"/>
              <p:nvPr/>
            </p:nvSpPr>
            <p:spPr>
              <a:xfrm>
                <a:off x="407091" y="4558724"/>
                <a:ext cx="20394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21" name="TextBox 20">
                <a:extLst>
                  <a:ext uri="{FF2B5EF4-FFF2-40B4-BE49-F238E27FC236}">
                    <a16:creationId xmlns:a16="http://schemas.microsoft.com/office/drawing/2014/main" id="{8FAA5169-A1C2-FBDD-BC05-F0A1F21EEC94}"/>
                  </a:ext>
                </a:extLst>
              </p:cNvPr>
              <p:cNvSpPr txBox="1">
                <a:spLocks noRot="1" noChangeAspect="1" noMove="1" noResize="1" noEditPoints="1" noAdjustHandles="1" noChangeArrowheads="1" noChangeShapeType="1" noTextEdit="1"/>
              </p:cNvSpPr>
              <p:nvPr/>
            </p:nvSpPr>
            <p:spPr>
              <a:xfrm>
                <a:off x="407091" y="4558724"/>
                <a:ext cx="2039409" cy="369332"/>
              </a:xfrm>
              <a:prstGeom prst="rect">
                <a:avLst/>
              </a:prstGeom>
              <a:blipFill>
                <a:blip r:embed="rId7"/>
                <a:stretch>
                  <a:fillRect/>
                </a:stretch>
              </a:blipFill>
            </p:spPr>
            <p:txBody>
              <a:bodyPr/>
              <a:lstStyle/>
              <a:p>
                <a:r>
                  <a:rPr lang="en-US">
                    <a:noFill/>
                  </a:rPr>
                  <a:t> </a:t>
                </a:r>
              </a:p>
            </p:txBody>
          </p:sp>
        </mc:Fallback>
      </mc:AlternateContent>
      <p:graphicFrame>
        <p:nvGraphicFramePr>
          <p:cNvPr id="5" name="object 7">
            <a:extLst>
              <a:ext uri="{FF2B5EF4-FFF2-40B4-BE49-F238E27FC236}">
                <a16:creationId xmlns:a16="http://schemas.microsoft.com/office/drawing/2014/main" id="{83570090-5E76-F10E-CDE3-7E081F43D1C7}"/>
              </a:ext>
            </a:extLst>
          </p:cNvPr>
          <p:cNvGraphicFramePr>
            <a:graphicFrameLocks noGrp="1"/>
          </p:cNvGraphicFramePr>
          <p:nvPr>
            <p:extLst>
              <p:ext uri="{D42A27DB-BD31-4B8C-83A1-F6EECF244321}">
                <p14:modId xmlns:p14="http://schemas.microsoft.com/office/powerpoint/2010/main" val="3655677274"/>
              </p:ext>
            </p:extLst>
          </p:nvPr>
        </p:nvGraphicFramePr>
        <p:xfrm>
          <a:off x="587988" y="5621798"/>
          <a:ext cx="4635500" cy="622300"/>
        </p:xfrm>
        <a:graphic>
          <a:graphicData uri="http://schemas.openxmlformats.org/drawingml/2006/table">
            <a:tbl>
              <a:tblPr/>
              <a:tblGrid>
                <a:gridCol w="914400">
                  <a:extLst>
                    <a:ext uri="{9D8B030D-6E8A-4147-A177-3AD203B41FA5}">
                      <a16:colId xmlns:a16="http://schemas.microsoft.com/office/drawing/2014/main" val="2984869726"/>
                    </a:ext>
                  </a:extLst>
                </a:gridCol>
                <a:gridCol w="3721100">
                  <a:extLst>
                    <a:ext uri="{9D8B030D-6E8A-4147-A177-3AD203B41FA5}">
                      <a16:colId xmlns:a16="http://schemas.microsoft.com/office/drawing/2014/main" val="853445068"/>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AA9"/>
                    </a:solidFill>
                  </a:tcPr>
                </a:tc>
                <a:extLst>
                  <a:ext uri="{0D108BD9-81ED-4DB2-BD59-A6C34878D82A}">
                    <a16:rowId xmlns:a16="http://schemas.microsoft.com/office/drawing/2014/main" val="3985829777"/>
                  </a:ext>
                </a:extLst>
              </a:tr>
            </a:tbl>
          </a:graphicData>
        </a:graphic>
      </p:graphicFrame>
    </p:spTree>
    <p:extLst>
      <p:ext uri="{BB962C8B-B14F-4D97-AF65-F5344CB8AC3E}">
        <p14:creationId xmlns:p14="http://schemas.microsoft.com/office/powerpoint/2010/main" val="3103407093"/>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9018F3-173F-34D0-E439-F53B6AB3C4D7}"/>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82E54DCC-20AC-CA9A-02D9-76E216C5310C}"/>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E9AA0AEC-8CCA-BF39-3F84-18551A489356}"/>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F32446B-5B1D-F244-CB38-7ABE63F3DE0A}"/>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6F32446B-5B1D-F244-CB38-7ABE63F3DE0A}"/>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4B49C9E-9A69-9D93-55F1-944CF9A7CC4B}"/>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94B49C9E-9A69-9D93-55F1-944CF9A7CC4B}"/>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813ED43-437D-F277-52C7-A6FC4D5B8744}"/>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2813ED43-437D-F277-52C7-A6FC4D5B8744}"/>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graphicFrame>
        <p:nvGraphicFramePr>
          <p:cNvPr id="5" name="object 7">
            <a:extLst>
              <a:ext uri="{FF2B5EF4-FFF2-40B4-BE49-F238E27FC236}">
                <a16:creationId xmlns:a16="http://schemas.microsoft.com/office/drawing/2014/main" id="{D5625BD0-52E1-9C72-4E54-AC54698BF74F}"/>
              </a:ext>
            </a:extLst>
          </p:cNvPr>
          <p:cNvGraphicFramePr>
            <a:graphicFrameLocks noGrp="1"/>
          </p:cNvGraphicFramePr>
          <p:nvPr/>
        </p:nvGraphicFramePr>
        <p:xfrm>
          <a:off x="587988" y="5621798"/>
          <a:ext cx="4635500" cy="622300"/>
        </p:xfrm>
        <a:graphic>
          <a:graphicData uri="http://schemas.openxmlformats.org/drawingml/2006/table">
            <a:tbl>
              <a:tblPr/>
              <a:tblGrid>
                <a:gridCol w="914400">
                  <a:extLst>
                    <a:ext uri="{9D8B030D-6E8A-4147-A177-3AD203B41FA5}">
                      <a16:colId xmlns:a16="http://schemas.microsoft.com/office/drawing/2014/main" val="2984869726"/>
                    </a:ext>
                  </a:extLst>
                </a:gridCol>
                <a:gridCol w="3721100">
                  <a:extLst>
                    <a:ext uri="{9D8B030D-6E8A-4147-A177-3AD203B41FA5}">
                      <a16:colId xmlns:a16="http://schemas.microsoft.com/office/drawing/2014/main" val="853445068"/>
                    </a:ext>
                  </a:extLst>
                </a:gridCol>
              </a:tblGrid>
              <a:tr h="622300">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51A7F9"/>
                    </a:solidFill>
                  </a:tcPr>
                </a:tc>
                <a:tc>
                  <a:txBody>
                    <a:bodyPr/>
                    <a:lstStyle>
                      <a:lvl1pPr>
                        <a:spcBef>
                          <a:spcPct val="20000"/>
                        </a:spcBef>
                        <a:defRPr sz="2800">
                          <a:solidFill>
                            <a:schemeClr val="tx1"/>
                          </a:solidFill>
                          <a:latin typeface="Calibri" panose="020F0502020204030204" pitchFamily="34" charset="0"/>
                          <a:cs typeface="Calibri" panose="020F0502020204030204" pitchFamily="34" charset="0"/>
                        </a:defRPr>
                      </a:lvl1pPr>
                      <a:lvl2pPr marL="742950" indent="-285750">
                        <a:spcBef>
                          <a:spcPct val="20000"/>
                        </a:spcBef>
                        <a:defRPr sz="2800">
                          <a:solidFill>
                            <a:schemeClr val="tx1"/>
                          </a:solidFill>
                          <a:latin typeface="Calibri" panose="020F0502020204030204" pitchFamily="34" charset="0"/>
                          <a:cs typeface="Calibri" panose="020F0502020204030204" pitchFamily="34" charset="0"/>
                        </a:defRPr>
                      </a:lvl2pPr>
                      <a:lvl3pPr marL="1143000" indent="-228600">
                        <a:spcBef>
                          <a:spcPct val="20000"/>
                        </a:spcBef>
                        <a:defRPr sz="2800">
                          <a:solidFill>
                            <a:schemeClr val="tx1"/>
                          </a:solidFill>
                          <a:latin typeface="Calibri" panose="020F0502020204030204" pitchFamily="34" charset="0"/>
                          <a:cs typeface="Calibri" panose="020F0502020204030204" pitchFamily="34" charset="0"/>
                        </a:defRPr>
                      </a:lvl3pPr>
                      <a:lvl4pPr marL="1600200" indent="-228600">
                        <a:spcBef>
                          <a:spcPct val="20000"/>
                        </a:spcBef>
                        <a:defRPr sz="2800">
                          <a:solidFill>
                            <a:schemeClr val="tx1"/>
                          </a:solidFill>
                          <a:latin typeface="Calibri" panose="020F0502020204030204" pitchFamily="34" charset="0"/>
                          <a:cs typeface="Calibri" panose="020F0502020204030204" pitchFamily="34" charset="0"/>
                        </a:defRPr>
                      </a:lvl4pPr>
                      <a:lvl5pPr marL="2057400" indent="-228600">
                        <a:spcBef>
                          <a:spcPct val="20000"/>
                        </a:spcBef>
                        <a:defRPr sz="28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defRPr sz="2800">
                          <a:solidFill>
                            <a:schemeClr val="tx1"/>
                          </a:solidFill>
                          <a:latin typeface="Calibri" panose="020F0502020204030204" pitchFamily="34" charset="0"/>
                          <a:cs typeface="Calibri" panose="020F0502020204030204" pitchFamily="34" charset="0"/>
                        </a:defRPr>
                      </a:lvl9pPr>
                    </a:lstStyle>
                    <a:p>
                      <a:pPr marL="0" marR="0" lvl="0" indent="0" algn="l" defTabSz="914400" rtl="0" eaLnBrk="1" fontAlgn="base" latinLnBrk="0" hangingPunct="1">
                        <a:lnSpc>
                          <a:spcPct val="100000"/>
                        </a:lnSpc>
                        <a:spcBef>
                          <a:spcPct val="0"/>
                        </a:spcBef>
                        <a:spcAft>
                          <a:spcPct val="0"/>
                        </a:spcAft>
                        <a:buClrTx/>
                        <a:buSzPct val="100000"/>
                        <a:buFont typeface="Calibri" panose="020F0502020204030204" pitchFamily="34" charset="0"/>
                        <a:buNone/>
                        <a:tabLst/>
                      </a:pPr>
                      <a:endPar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AA9"/>
                    </a:solidFill>
                  </a:tcPr>
                </a:tc>
                <a:extLst>
                  <a:ext uri="{0D108BD9-81ED-4DB2-BD59-A6C34878D82A}">
                    <a16:rowId xmlns:a16="http://schemas.microsoft.com/office/drawing/2014/main" val="3985829777"/>
                  </a:ext>
                </a:extLst>
              </a:tr>
            </a:tbl>
          </a:graphicData>
        </a:graphic>
      </p:graphicFrame>
      <p:pic>
        <p:nvPicPr>
          <p:cNvPr id="8" name="Picture 7">
            <a:extLst>
              <a:ext uri="{FF2B5EF4-FFF2-40B4-BE49-F238E27FC236}">
                <a16:creationId xmlns:a16="http://schemas.microsoft.com/office/drawing/2014/main" id="{4475A0C4-BC8C-2F1B-887F-ECCEEF6AC90D}"/>
              </a:ext>
            </a:extLst>
          </p:cNvPr>
          <p:cNvPicPr>
            <a:picLocks noChangeAspect="1"/>
          </p:cNvPicPr>
          <p:nvPr/>
        </p:nvPicPr>
        <p:blipFill>
          <a:blip r:embed="rId6"/>
          <a:stretch>
            <a:fillRect/>
          </a:stretch>
        </p:blipFill>
        <p:spPr>
          <a:xfrm>
            <a:off x="587988" y="4416435"/>
            <a:ext cx="7772400" cy="920730"/>
          </a:xfrm>
          <a:prstGeom prst="rect">
            <a:avLst/>
          </a:prstGeom>
        </p:spPr>
      </p:pic>
    </p:spTree>
    <p:extLst>
      <p:ext uri="{BB962C8B-B14F-4D97-AF65-F5344CB8AC3E}">
        <p14:creationId xmlns:p14="http://schemas.microsoft.com/office/powerpoint/2010/main" val="371078704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61D9-1681-5998-4E10-81F7A742726C}"/>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D17C61A4-5002-7DF0-207B-1193C81A2A9E}"/>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2570DB16-E153-EAAB-93AE-2E132BC316D4}"/>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EE5825B-3933-B9AD-1BDF-7791342F259F}"/>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8EE5825B-3933-B9AD-1BDF-7791342F259F}"/>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8AD9100-52B2-9510-025D-AD1E350E9061}"/>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78AD9100-52B2-9510-025D-AD1E350E9061}"/>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8236279-ADF3-34F4-7568-3257DF832D9A}"/>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C8236279-ADF3-34F4-7568-3257DF832D9A}"/>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67E8EC82-6528-A603-AEFF-B24AF400F9C5}"/>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6" name="object 13">
            <a:extLst>
              <a:ext uri="{FF2B5EF4-FFF2-40B4-BE49-F238E27FC236}">
                <a16:creationId xmlns:a16="http://schemas.microsoft.com/office/drawing/2014/main" id="{125E2E49-BDC5-9B45-B950-7EDB891EE034}"/>
              </a:ext>
            </a:extLst>
          </p:cNvPr>
          <p:cNvGrpSpPr>
            <a:grpSpLocks/>
          </p:cNvGrpSpPr>
          <p:nvPr/>
        </p:nvGrpSpPr>
        <p:grpSpPr bwMode="auto">
          <a:xfrm>
            <a:off x="610445" y="5912348"/>
            <a:ext cx="4648200" cy="635000"/>
            <a:chOff x="330199" y="5943600"/>
            <a:chExt cx="4648200" cy="635000"/>
          </a:xfrm>
        </p:grpSpPr>
        <p:sp>
          <p:nvSpPr>
            <p:cNvPr id="7" name="object 14">
              <a:extLst>
                <a:ext uri="{FF2B5EF4-FFF2-40B4-BE49-F238E27FC236}">
                  <a16:creationId xmlns:a16="http://schemas.microsoft.com/office/drawing/2014/main" id="{07444848-A7B3-0F4A-016F-E0DD6B21A08C}"/>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5">
              <a:extLst>
                <a:ext uri="{FF2B5EF4-FFF2-40B4-BE49-F238E27FC236}">
                  <a16:creationId xmlns:a16="http://schemas.microsoft.com/office/drawing/2014/main" id="{4BC89951-336D-5D7B-D937-5A5EB1080043}"/>
                </a:ext>
              </a:extLst>
            </p:cNvPr>
            <p:cNvSpPr>
              <a:spLocks/>
            </p:cNvSpPr>
            <p:nvPr/>
          </p:nvSpPr>
          <p:spPr bwMode="auto">
            <a:xfrm>
              <a:off x="336550" y="5949950"/>
              <a:ext cx="901700" cy="622300"/>
            </a:xfrm>
            <a:custGeom>
              <a:avLst/>
              <a:gdLst>
                <a:gd name="T0" fmla="*/ 0 w 901700"/>
                <a:gd name="T1" fmla="*/ 622300 h 622300"/>
                <a:gd name="T2" fmla="*/ 901700 w 901700"/>
                <a:gd name="T3" fmla="*/ 622300 h 622300"/>
                <a:gd name="T4" fmla="*/ 901700 w 901700"/>
                <a:gd name="T5" fmla="*/ 0 h 622300"/>
                <a:gd name="T6" fmla="*/ 0 w 901700"/>
                <a:gd name="T7" fmla="*/ 0 h 622300"/>
                <a:gd name="T8" fmla="*/ 0 w 901700"/>
                <a:gd name="T9" fmla="*/ 62230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01700" h="622300">
                  <a:moveTo>
                    <a:pt x="0" y="622300"/>
                  </a:moveTo>
                  <a:lnTo>
                    <a:pt x="901700" y="622300"/>
                  </a:lnTo>
                  <a:lnTo>
                    <a:pt x="901700" y="0"/>
                  </a:lnTo>
                  <a:lnTo>
                    <a:pt x="0" y="0"/>
                  </a:lnTo>
                  <a:lnTo>
                    <a:pt x="0" y="62230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0" name="object 16">
              <a:extLst>
                <a:ext uri="{FF2B5EF4-FFF2-40B4-BE49-F238E27FC236}">
                  <a16:creationId xmlns:a16="http://schemas.microsoft.com/office/drawing/2014/main" id="{B8A51BDE-335E-D70E-2F5C-31C694FB8217}"/>
                </a:ext>
              </a:extLst>
            </p:cNvPr>
            <p:cNvSpPr>
              <a:spLocks/>
            </p:cNvSpPr>
            <p:nvPr/>
          </p:nvSpPr>
          <p:spPr bwMode="auto">
            <a:xfrm>
              <a:off x="336549" y="5949950"/>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7">
              <a:extLst>
                <a:ext uri="{FF2B5EF4-FFF2-40B4-BE49-F238E27FC236}">
                  <a16:creationId xmlns:a16="http://schemas.microsoft.com/office/drawing/2014/main" id="{DD395775-09E2-9640-AA4D-F2C6D10E1346}"/>
                </a:ext>
              </a:extLst>
            </p:cNvPr>
            <p:cNvSpPr>
              <a:spLocks/>
            </p:cNvSpPr>
            <p:nvPr/>
          </p:nvSpPr>
          <p:spPr bwMode="auto">
            <a:xfrm>
              <a:off x="3257549" y="5949950"/>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2" name="object 18">
              <a:extLst>
                <a:ext uri="{FF2B5EF4-FFF2-40B4-BE49-F238E27FC236}">
                  <a16:creationId xmlns:a16="http://schemas.microsoft.com/office/drawing/2014/main" id="{E49EA5FD-2444-E4DF-DCEF-40714BD5099D}"/>
                </a:ext>
              </a:extLst>
            </p:cNvPr>
            <p:cNvSpPr>
              <a:spLocks/>
            </p:cNvSpPr>
            <p:nvPr/>
          </p:nvSpPr>
          <p:spPr bwMode="auto">
            <a:xfrm>
              <a:off x="3257549" y="5949950"/>
              <a:ext cx="584200" cy="622300"/>
            </a:xfrm>
            <a:custGeom>
              <a:avLst/>
              <a:gdLst>
                <a:gd name="T0" fmla="*/ 0 w 584200"/>
                <a:gd name="T1" fmla="*/ 0 h 622300"/>
                <a:gd name="T2" fmla="*/ 584199 w 584200"/>
                <a:gd name="T3" fmla="*/ 0 h 622300"/>
                <a:gd name="T4" fmla="*/ 584199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199" y="0"/>
                  </a:lnTo>
                  <a:lnTo>
                    <a:pt x="584199"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 name="object 19">
              <a:extLst>
                <a:ext uri="{FF2B5EF4-FFF2-40B4-BE49-F238E27FC236}">
                  <a16:creationId xmlns:a16="http://schemas.microsoft.com/office/drawing/2014/main" id="{2D95B44C-9CA9-3776-69CC-87183232C733}"/>
                </a:ext>
              </a:extLst>
            </p:cNvPr>
            <p:cNvSpPr>
              <a:spLocks/>
            </p:cNvSpPr>
            <p:nvPr/>
          </p:nvSpPr>
          <p:spPr bwMode="auto">
            <a:xfrm>
              <a:off x="1238249" y="5949950"/>
              <a:ext cx="2006600" cy="622300"/>
            </a:xfrm>
            <a:custGeom>
              <a:avLst/>
              <a:gdLst>
                <a:gd name="T0" fmla="*/ 0 w 2006600"/>
                <a:gd name="T1" fmla="*/ 0 h 622300"/>
                <a:gd name="T2" fmla="*/ 2006600 w 2006600"/>
                <a:gd name="T3" fmla="*/ 0 h 622300"/>
                <a:gd name="T4" fmla="*/ 2006600 w 2006600"/>
                <a:gd name="T5" fmla="*/ 622300 h 622300"/>
                <a:gd name="T6" fmla="*/ 0 w 2006600"/>
                <a:gd name="T7" fmla="*/ 622300 h 622300"/>
                <a:gd name="T8" fmla="*/ 0 w 20066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6600" h="622300">
                  <a:moveTo>
                    <a:pt x="0" y="0"/>
                  </a:moveTo>
                  <a:lnTo>
                    <a:pt x="2006600" y="0"/>
                  </a:lnTo>
                  <a:lnTo>
                    <a:pt x="20066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4" name="object 20">
              <a:extLst>
                <a:ext uri="{FF2B5EF4-FFF2-40B4-BE49-F238E27FC236}">
                  <a16:creationId xmlns:a16="http://schemas.microsoft.com/office/drawing/2014/main" id="{89E05C71-829E-B319-1D15-1B61672AAD33}"/>
                </a:ext>
              </a:extLst>
            </p:cNvPr>
            <p:cNvSpPr>
              <a:spLocks/>
            </p:cNvSpPr>
            <p:nvPr/>
          </p:nvSpPr>
          <p:spPr bwMode="auto">
            <a:xfrm>
              <a:off x="1238249" y="5949950"/>
              <a:ext cx="2006600" cy="622300"/>
            </a:xfrm>
            <a:custGeom>
              <a:avLst/>
              <a:gdLst>
                <a:gd name="T0" fmla="*/ 0 w 2006600"/>
                <a:gd name="T1" fmla="*/ 0 h 622300"/>
                <a:gd name="T2" fmla="*/ 2006600 w 2006600"/>
                <a:gd name="T3" fmla="*/ 0 h 622300"/>
                <a:gd name="T4" fmla="*/ 2006600 w 2006600"/>
                <a:gd name="T5" fmla="*/ 622300 h 622300"/>
                <a:gd name="T6" fmla="*/ 0 w 2006600"/>
                <a:gd name="T7" fmla="*/ 622300 h 622300"/>
                <a:gd name="T8" fmla="*/ 0 w 20066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6600" h="622300">
                  <a:moveTo>
                    <a:pt x="0" y="0"/>
                  </a:moveTo>
                  <a:lnTo>
                    <a:pt x="2006600" y="0"/>
                  </a:lnTo>
                  <a:lnTo>
                    <a:pt x="20066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5" name="object 21">
              <a:extLst>
                <a:ext uri="{FF2B5EF4-FFF2-40B4-BE49-F238E27FC236}">
                  <a16:creationId xmlns:a16="http://schemas.microsoft.com/office/drawing/2014/main" id="{72E2F7A6-1465-68B7-4310-CC36D5E30BB8}"/>
                </a:ext>
              </a:extLst>
            </p:cNvPr>
            <p:cNvSpPr>
              <a:spLocks/>
            </p:cNvSpPr>
            <p:nvPr/>
          </p:nvSpPr>
          <p:spPr bwMode="auto">
            <a:xfrm>
              <a:off x="3841749" y="5949950"/>
              <a:ext cx="1130300" cy="622300"/>
            </a:xfrm>
            <a:custGeom>
              <a:avLst/>
              <a:gdLst>
                <a:gd name="T0" fmla="*/ 0 w 1130300"/>
                <a:gd name="T1" fmla="*/ 0 h 622300"/>
                <a:gd name="T2" fmla="*/ 1130300 w 1130300"/>
                <a:gd name="T3" fmla="*/ 0 h 622300"/>
                <a:gd name="T4" fmla="*/ 1130300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300" y="0"/>
                  </a:lnTo>
                  <a:lnTo>
                    <a:pt x="1130300" y="622300"/>
                  </a:lnTo>
                  <a:lnTo>
                    <a:pt x="0" y="622300"/>
                  </a:lnTo>
                  <a:lnTo>
                    <a:pt x="0"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6" name="object 22">
              <a:extLst>
                <a:ext uri="{FF2B5EF4-FFF2-40B4-BE49-F238E27FC236}">
                  <a16:creationId xmlns:a16="http://schemas.microsoft.com/office/drawing/2014/main" id="{FF037631-7597-5DFD-718E-2E1E951375B3}"/>
                </a:ext>
              </a:extLst>
            </p:cNvPr>
            <p:cNvSpPr>
              <a:spLocks/>
            </p:cNvSpPr>
            <p:nvPr/>
          </p:nvSpPr>
          <p:spPr bwMode="auto">
            <a:xfrm>
              <a:off x="3841750" y="5949950"/>
              <a:ext cx="1130300" cy="622300"/>
            </a:xfrm>
            <a:custGeom>
              <a:avLst/>
              <a:gdLst>
                <a:gd name="T0" fmla="*/ 0 w 1130300"/>
                <a:gd name="T1" fmla="*/ 0 h 622300"/>
                <a:gd name="T2" fmla="*/ 1130299 w 1130300"/>
                <a:gd name="T3" fmla="*/ 0 h 622300"/>
                <a:gd name="T4" fmla="*/ 1130299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299" y="0"/>
                  </a:lnTo>
                  <a:lnTo>
                    <a:pt x="1130299"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287352003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7330E-05AD-B8CC-AC66-9AFD1A55939E}"/>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12CA31A1-B1C1-0BDA-4208-D900C2FD874A}"/>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C08902CD-C1ED-A265-116D-4E8002F542AB}"/>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F8C97F3-232A-D069-B5F0-1C4AF7C4BCEE}"/>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BF8C97F3-232A-D069-B5F0-1C4AF7C4BCEE}"/>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ED40D1D-BB5F-6642-F3DF-EEEC502CD171}"/>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0ED40D1D-BB5F-6642-F3DF-EEEC502CD171}"/>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3B241CE-F2E0-F6BA-F7B7-0C4C6EBE07DA}"/>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53B241CE-F2E0-F6BA-F7B7-0C4C6EBE07DA}"/>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686D8CBB-425C-7A79-6F4F-6A93B0AFE5FE}"/>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01DA2C3B-3E21-9CEE-846C-45D8B084BDB7}"/>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F0F03F22-6D6C-E97F-8360-F76F63F27991}"/>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CC47FBFB-8204-4F8F-BD41-F01EA62BE0E8}"/>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4065353569"/>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19EB8-42E5-9860-5609-F9484B038140}"/>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F586BC90-8E5F-DF18-0660-ECCE6AA1099E}"/>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10D1B380-C44C-C706-2502-965602A4880A}"/>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ABFE7EF-2350-DC92-FFF5-9C754037FDED}"/>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CABFE7EF-2350-DC92-FFF5-9C754037FDED}"/>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9DEC7CE-35B2-FD25-5191-6223CEABAC57}"/>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49DEC7CE-35B2-FD25-5191-6223CEABAC57}"/>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3F4E349-8F1B-68C0-2545-520DB74B6B9A}"/>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63F4E349-8F1B-68C0-2545-520DB74B6B9A}"/>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64997950-284A-7FD2-B520-E82EA5001C48}"/>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3CEEED65-032F-C562-A68F-90AFF45C1968}"/>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8C2C0649-9D96-38A7-2281-091BA186D974}"/>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6E9FE5E0-BDB2-9AED-8687-E2ABA28CA246}"/>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0A339380-07CB-3433-7B34-605FF05A8F7A}"/>
              </a:ext>
            </a:extLst>
          </p:cNvPr>
          <p:cNvSpPr txBox="1"/>
          <p:nvPr/>
        </p:nvSpPr>
        <p:spPr>
          <a:xfrm>
            <a:off x="6014070" y="5633172"/>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p:spTree>
    <p:extLst>
      <p:ext uri="{BB962C8B-B14F-4D97-AF65-F5344CB8AC3E}">
        <p14:creationId xmlns:p14="http://schemas.microsoft.com/office/powerpoint/2010/main" val="1877740248"/>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8BA11-B7E1-AD32-647B-D5CF449CE7C8}"/>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A4CA29A7-E289-D595-EF01-621BAE6A3DB5}"/>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7C6FF5D0-D111-1E38-2292-12662ECE1B6A}"/>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93DFB6D-9960-341D-84B4-F8CD72D566D2}"/>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A93DFB6D-9960-341D-84B4-F8CD72D566D2}"/>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2F3AE98-FEE5-2A69-417B-D2D7CD2371A6}"/>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22F3AE98-FEE5-2A69-417B-D2D7CD2371A6}"/>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B9E2802-8187-B733-CB8F-738B0B9F1EE2}"/>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7B9E2802-8187-B733-CB8F-738B0B9F1EE2}"/>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CA3E5B2-1135-61F2-917C-DF12538E5921}"/>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7B364106-7FB0-D732-C5BC-F6FD022BEE19}"/>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D320ACBB-C36D-0CC1-0F4B-C243DED8595B}"/>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58CC060E-6424-3639-7387-CD730AD9CB4D}"/>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4906FC68-E56F-130A-4115-0E91DFC42EC2}"/>
              </a:ext>
            </a:extLst>
          </p:cNvPr>
          <p:cNvSpPr txBox="1"/>
          <p:nvPr/>
        </p:nvSpPr>
        <p:spPr>
          <a:xfrm>
            <a:off x="6014070" y="5633172"/>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09EC548-EEF9-B691-6BBD-68A8BA72D88D}"/>
                  </a:ext>
                </a:extLst>
              </p:cNvPr>
              <p:cNvSpPr txBox="1"/>
              <p:nvPr/>
            </p:nvSpPr>
            <p:spPr>
              <a:xfrm>
                <a:off x="6336935" y="644064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409EC548-EEF9-B691-6BBD-68A8BA72D88D}"/>
                  </a:ext>
                </a:extLst>
              </p:cNvPr>
              <p:cNvSpPr txBox="1">
                <a:spLocks noRot="1" noChangeAspect="1" noMove="1" noResize="1" noEditPoints="1" noAdjustHandles="1" noChangeArrowheads="1" noChangeShapeType="1" noTextEdit="1"/>
              </p:cNvSpPr>
              <p:nvPr/>
            </p:nvSpPr>
            <p:spPr>
              <a:xfrm>
                <a:off x="6336935" y="6440644"/>
                <a:ext cx="3901453" cy="384721"/>
              </a:xfrm>
              <a:prstGeom prst="rect">
                <a:avLst/>
              </a:prstGeom>
              <a:blipFill>
                <a:blip r:embed="rId7"/>
                <a:stretch>
                  <a:fillRect l="-2922" b="-12903"/>
                </a:stretch>
              </a:blipFill>
            </p:spPr>
            <p:txBody>
              <a:bodyPr/>
              <a:lstStyle/>
              <a:p>
                <a:r>
                  <a:rPr lang="en-US">
                    <a:noFill/>
                  </a:rPr>
                  <a:t> </a:t>
                </a:r>
              </a:p>
            </p:txBody>
          </p:sp>
        </mc:Fallback>
      </mc:AlternateContent>
    </p:spTree>
    <p:extLst>
      <p:ext uri="{BB962C8B-B14F-4D97-AF65-F5344CB8AC3E}">
        <p14:creationId xmlns:p14="http://schemas.microsoft.com/office/powerpoint/2010/main" val="756585547"/>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2DB83-10B1-57D5-C9A2-312A74F7A32F}"/>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2CC3BE94-BF40-EEA4-3FDD-649F62F5BC4A}"/>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658FF5C3-1A0E-83C3-BC4C-B3EBCC9BD8DC}"/>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1E3744-BCF1-50FC-8661-A067553155EC}"/>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8C1E3744-BCF1-50FC-8661-A067553155EC}"/>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BD0745B-64A8-A79D-058A-5DFE801C61E6}"/>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4BD0745B-64A8-A79D-058A-5DFE801C61E6}"/>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DB05B77-C661-6E7A-0CDF-7D67437ABD42}"/>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FDB05B77-C661-6E7A-0CDF-7D67437ABD42}"/>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2F9E2231-8E97-4252-0B72-189091683939}"/>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65AD05C7-D599-691F-2899-91225BC596B2}"/>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7B61D06F-5021-3C36-EDC4-A8C56F1EE1BE}"/>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B8DD98FC-0D6A-CA98-C0E7-D87A9E56DDD6}"/>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3BA2FB96-FB2C-6899-324E-F067599321D8}"/>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A126E11-A725-C75B-4D93-A7B741D3285A}"/>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6A126E11-A725-C75B-4D93-A7B741D3285A}"/>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p:grpSp>
        <p:nvGrpSpPr>
          <p:cNvPr id="9" name="object 13">
            <a:extLst>
              <a:ext uri="{FF2B5EF4-FFF2-40B4-BE49-F238E27FC236}">
                <a16:creationId xmlns:a16="http://schemas.microsoft.com/office/drawing/2014/main" id="{89EB15FB-B8CE-1A28-805C-5B57D138045A}"/>
              </a:ext>
            </a:extLst>
          </p:cNvPr>
          <p:cNvGrpSpPr>
            <a:grpSpLocks/>
          </p:cNvGrpSpPr>
          <p:nvPr/>
        </p:nvGrpSpPr>
        <p:grpSpPr bwMode="auto">
          <a:xfrm>
            <a:off x="474234" y="6239865"/>
            <a:ext cx="927100" cy="635000"/>
            <a:chOff x="342900" y="6642100"/>
            <a:chExt cx="927100" cy="635000"/>
          </a:xfrm>
        </p:grpSpPr>
        <p:sp>
          <p:nvSpPr>
            <p:cNvPr id="10" name="object 14">
              <a:extLst>
                <a:ext uri="{FF2B5EF4-FFF2-40B4-BE49-F238E27FC236}">
                  <a16:creationId xmlns:a16="http://schemas.microsoft.com/office/drawing/2014/main" id="{4C7F7A24-EC03-52D3-6111-699240AA2CB2}"/>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1" name="object 15">
              <a:extLst>
                <a:ext uri="{FF2B5EF4-FFF2-40B4-BE49-F238E27FC236}">
                  <a16:creationId xmlns:a16="http://schemas.microsoft.com/office/drawing/2014/main" id="{65AC73D3-8A18-3A8B-28A4-B873835FE9E4}"/>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E92B89C-C241-5F56-E15D-649D483A94E0}"/>
                  </a:ext>
                </a:extLst>
              </p:cNvPr>
              <p:cNvSpPr txBox="1"/>
              <p:nvPr/>
            </p:nvSpPr>
            <p:spPr>
              <a:xfrm>
                <a:off x="11110912" y="6280365"/>
                <a:ext cx="1098955"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EE92B89C-C241-5F56-E15D-649D483A94E0}"/>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p:spTree>
    <p:extLst>
      <p:ext uri="{BB962C8B-B14F-4D97-AF65-F5344CB8AC3E}">
        <p14:creationId xmlns:p14="http://schemas.microsoft.com/office/powerpoint/2010/main" val="119598217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70342-3E86-E314-3261-4733DB238C2A}"/>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80529497-3B8A-4C4C-F949-BE0105F07D15}"/>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C8DA77A6-51A2-B148-4237-274AD2A16236}"/>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47262FE-94B0-FF2E-544A-992D4A6C76F3}"/>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D47262FE-94B0-FF2E-544A-992D4A6C76F3}"/>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2847D7A-3F48-EE84-C299-772FEAE6A82A}"/>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42847D7A-3F48-EE84-C299-772FEAE6A82A}"/>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22F0CDF-9570-B688-C4BE-F595BC2E9506}"/>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422F0CDF-9570-B688-C4BE-F595BC2E9506}"/>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F2B5A8C3-631B-B878-39A8-D705A31264A3}"/>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9E1B9C4C-FF52-AEA4-6793-50CC50C619E6}"/>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3CC51EE8-E9FF-C700-85D4-B56C27A3BF8B}"/>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62303611-2CBA-16D3-C6A8-E87CC3DE7820}"/>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8920B240-542C-4323-C5F9-D0D2E9971C4B}"/>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5F419E1-052D-6878-928E-EDDFF2DDADF3}"/>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65F419E1-052D-6878-928E-EDDFF2DDADF3}"/>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p:grpSp>
        <p:nvGrpSpPr>
          <p:cNvPr id="9" name="object 13">
            <a:extLst>
              <a:ext uri="{FF2B5EF4-FFF2-40B4-BE49-F238E27FC236}">
                <a16:creationId xmlns:a16="http://schemas.microsoft.com/office/drawing/2014/main" id="{DB07536A-2DB6-1F9E-5F56-409BF4619186}"/>
              </a:ext>
            </a:extLst>
          </p:cNvPr>
          <p:cNvGrpSpPr>
            <a:grpSpLocks/>
          </p:cNvGrpSpPr>
          <p:nvPr/>
        </p:nvGrpSpPr>
        <p:grpSpPr bwMode="auto">
          <a:xfrm>
            <a:off x="474234" y="6239865"/>
            <a:ext cx="927100" cy="635000"/>
            <a:chOff x="342900" y="6642100"/>
            <a:chExt cx="927100" cy="635000"/>
          </a:xfrm>
        </p:grpSpPr>
        <p:sp>
          <p:nvSpPr>
            <p:cNvPr id="10" name="object 14">
              <a:extLst>
                <a:ext uri="{FF2B5EF4-FFF2-40B4-BE49-F238E27FC236}">
                  <a16:creationId xmlns:a16="http://schemas.microsoft.com/office/drawing/2014/main" id="{78FFF7D1-20C5-4940-2E45-F863FFA4FCAA}"/>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1" name="object 15">
              <a:extLst>
                <a:ext uri="{FF2B5EF4-FFF2-40B4-BE49-F238E27FC236}">
                  <a16:creationId xmlns:a16="http://schemas.microsoft.com/office/drawing/2014/main" id="{85A504A9-B77C-8908-69AE-4C185688EE4B}"/>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C6A2E41-81D4-F1D8-477A-4A2D23BF9D13}"/>
                  </a:ext>
                </a:extLst>
              </p:cNvPr>
              <p:cNvSpPr txBox="1"/>
              <p:nvPr/>
            </p:nvSpPr>
            <p:spPr>
              <a:xfrm>
                <a:off x="11110912" y="6280365"/>
                <a:ext cx="1098955"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3C6A2E41-81D4-F1D8-477A-4A2D23BF9D13}"/>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p:sp>
        <p:nvSpPr>
          <p:cNvPr id="13" name="Arc 12">
            <a:extLst>
              <a:ext uri="{FF2B5EF4-FFF2-40B4-BE49-F238E27FC236}">
                <a16:creationId xmlns:a16="http://schemas.microsoft.com/office/drawing/2014/main" id="{531D9983-AB8E-0340-D61A-5A86C21C2372}"/>
              </a:ext>
            </a:extLst>
          </p:cNvPr>
          <p:cNvSpPr/>
          <p:nvPr/>
        </p:nvSpPr>
        <p:spPr>
          <a:xfrm rot="7449016">
            <a:off x="449943" y="1564205"/>
            <a:ext cx="4469654" cy="5840359"/>
          </a:xfrm>
          <a:prstGeom prst="arc">
            <a:avLst>
              <a:gd name="adj1" fmla="val 16318389"/>
              <a:gd name="adj2" fmla="val 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F41A3B0F-1C98-92DA-F576-01EC375882BC}"/>
                  </a:ext>
                </a:extLst>
              </p:cNvPr>
              <p:cNvSpPr txBox="1"/>
              <p:nvPr/>
            </p:nvSpPr>
            <p:spPr>
              <a:xfrm>
                <a:off x="2997802" y="7104758"/>
                <a:ext cx="67249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2"/>
                          </a:solidFill>
                          <a:latin typeface="Cambria Math" panose="02040503050406030204" pitchFamily="18" charset="0"/>
                        </a:rPr>
                        <m:t>1−</m:t>
                      </m:r>
                      <m:sSub>
                        <m:sSubPr>
                          <m:ctrlPr>
                            <a:rPr lang="en-US" b="0" i="1" smtClean="0">
                              <a:solidFill>
                                <a:schemeClr val="tx2"/>
                              </a:solidFill>
                              <a:latin typeface="Cambria Math" panose="02040503050406030204" pitchFamily="18" charset="0"/>
                            </a:rPr>
                          </m:ctrlPr>
                        </m:sSubPr>
                        <m:e>
                          <m:r>
                            <a:rPr lang="en-US" b="0" i="1" smtClean="0">
                              <a:solidFill>
                                <a:schemeClr val="tx2"/>
                              </a:solidFill>
                              <a:latin typeface="Cambria Math" panose="02040503050406030204" pitchFamily="18" charset="0"/>
                            </a:rPr>
                            <m:t>𝑉</m:t>
                          </m:r>
                        </m:e>
                        <m:sub>
                          <m:r>
                            <a:rPr lang="en-US" b="0" i="1" smtClean="0">
                              <a:solidFill>
                                <a:schemeClr val="tx2"/>
                              </a:solidFill>
                              <a:latin typeface="Cambria Math" panose="02040503050406030204" pitchFamily="18" charset="0"/>
                            </a:rPr>
                            <m:t>1</m:t>
                          </m:r>
                        </m:sub>
                      </m:sSub>
                    </m:oMath>
                  </m:oMathPara>
                </a14:m>
                <a:endParaRPr lang="en-US" dirty="0">
                  <a:solidFill>
                    <a:schemeClr val="tx2"/>
                  </a:solidFill>
                </a:endParaRPr>
              </a:p>
            </p:txBody>
          </p:sp>
        </mc:Choice>
        <mc:Fallback>
          <p:sp>
            <p:nvSpPr>
              <p:cNvPr id="14" name="TextBox 13">
                <a:extLst>
                  <a:ext uri="{FF2B5EF4-FFF2-40B4-BE49-F238E27FC236}">
                    <a16:creationId xmlns:a16="http://schemas.microsoft.com/office/drawing/2014/main" id="{F41A3B0F-1C98-92DA-F576-01EC375882BC}"/>
                  </a:ext>
                </a:extLst>
              </p:cNvPr>
              <p:cNvSpPr txBox="1">
                <a:spLocks noRot="1" noChangeAspect="1" noMove="1" noResize="1" noEditPoints="1" noAdjustHandles="1" noChangeArrowheads="1" noChangeShapeType="1" noTextEdit="1"/>
              </p:cNvSpPr>
              <p:nvPr/>
            </p:nvSpPr>
            <p:spPr>
              <a:xfrm>
                <a:off x="2997802" y="7104758"/>
                <a:ext cx="672492" cy="276999"/>
              </a:xfrm>
              <a:prstGeom prst="rect">
                <a:avLst/>
              </a:prstGeom>
              <a:blipFill>
                <a:blip r:embed="rId9"/>
                <a:stretch>
                  <a:fillRect l="-7547" r="-1887" b="-13043"/>
                </a:stretch>
              </a:blipFill>
            </p:spPr>
            <p:txBody>
              <a:bodyPr/>
              <a:lstStyle/>
              <a:p>
                <a:r>
                  <a:rPr lang="en-US">
                    <a:noFill/>
                  </a:rPr>
                  <a:t> </a:t>
                </a:r>
              </a:p>
            </p:txBody>
          </p:sp>
        </mc:Fallback>
      </mc:AlternateContent>
    </p:spTree>
    <p:extLst>
      <p:ext uri="{BB962C8B-B14F-4D97-AF65-F5344CB8AC3E}">
        <p14:creationId xmlns:p14="http://schemas.microsoft.com/office/powerpoint/2010/main" val="3904182448"/>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232E4-B298-51F2-D671-A3411988F7FB}"/>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831FA137-69DC-79DE-495A-CE4ED79682C5}"/>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3286FBA8-D944-BFC6-312D-72E017713E77}"/>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6F6D3E7-7179-C6AC-F0D2-67B5DF82655E}"/>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56F6D3E7-7179-C6AC-F0D2-67B5DF82655E}"/>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BEB6C6C-1497-FB19-BE67-2279A1CABFF0}"/>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8BEB6C6C-1497-FB19-BE67-2279A1CABFF0}"/>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90D3F82-342D-EFE8-8D02-3CC398FB9A44}"/>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990D3F82-342D-EFE8-8D02-3CC398FB9A44}"/>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93A535DF-CA6E-F185-9A4F-D9FFA1F178C9}"/>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F0974D8E-7F8C-E29B-ED53-1A7D82A00686}"/>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C2B247D6-CFD6-9866-A407-845776428CAC}"/>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2451F97F-FEC1-138D-EB5A-9A2A20402357}"/>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23C9A1E7-1B71-093E-60E2-91E69BFF673C}"/>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EF48361-36C2-22F8-6C13-7BE416D373A0}"/>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5EF48361-36C2-22F8-6C13-7BE416D373A0}"/>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p:grpSp>
        <p:nvGrpSpPr>
          <p:cNvPr id="9" name="object 13">
            <a:extLst>
              <a:ext uri="{FF2B5EF4-FFF2-40B4-BE49-F238E27FC236}">
                <a16:creationId xmlns:a16="http://schemas.microsoft.com/office/drawing/2014/main" id="{8D44EEBD-DFF1-5399-697D-067B98C6D325}"/>
              </a:ext>
            </a:extLst>
          </p:cNvPr>
          <p:cNvGrpSpPr>
            <a:grpSpLocks/>
          </p:cNvGrpSpPr>
          <p:nvPr/>
        </p:nvGrpSpPr>
        <p:grpSpPr bwMode="auto">
          <a:xfrm>
            <a:off x="474234" y="6239865"/>
            <a:ext cx="927100" cy="635000"/>
            <a:chOff x="342900" y="6642100"/>
            <a:chExt cx="927100" cy="635000"/>
          </a:xfrm>
        </p:grpSpPr>
        <p:sp>
          <p:nvSpPr>
            <p:cNvPr id="10" name="object 14">
              <a:extLst>
                <a:ext uri="{FF2B5EF4-FFF2-40B4-BE49-F238E27FC236}">
                  <a16:creationId xmlns:a16="http://schemas.microsoft.com/office/drawing/2014/main" id="{6FFC5DA4-29DB-A417-ED9C-9C899848D483}"/>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1" name="object 15">
              <a:extLst>
                <a:ext uri="{FF2B5EF4-FFF2-40B4-BE49-F238E27FC236}">
                  <a16:creationId xmlns:a16="http://schemas.microsoft.com/office/drawing/2014/main" id="{E10EE77A-8320-90DE-8B53-57C4D497C934}"/>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A23D526-4421-5545-9918-3E48DE598451}"/>
                  </a:ext>
                </a:extLst>
              </p:cNvPr>
              <p:cNvSpPr txBox="1"/>
              <p:nvPr/>
            </p:nvSpPr>
            <p:spPr>
              <a:xfrm>
                <a:off x="11110912" y="6280365"/>
                <a:ext cx="1098955"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3A23D526-4421-5545-9918-3E48DE598451}"/>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A91A032-C105-B818-5790-4E4DDE9B5D5C}"/>
                  </a:ext>
                </a:extLst>
              </p:cNvPr>
              <p:cNvSpPr txBox="1"/>
              <p:nvPr/>
            </p:nvSpPr>
            <p:spPr>
              <a:xfrm>
                <a:off x="5415832" y="6840640"/>
                <a:ext cx="3209084"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13" name="TextBox 12">
                <a:extLst>
                  <a:ext uri="{FF2B5EF4-FFF2-40B4-BE49-F238E27FC236}">
                    <a16:creationId xmlns:a16="http://schemas.microsoft.com/office/drawing/2014/main" id="{8A91A032-C105-B818-5790-4E4DDE9B5D5C}"/>
                  </a:ext>
                </a:extLst>
              </p:cNvPr>
              <p:cNvSpPr txBox="1">
                <a:spLocks noRot="1" noChangeAspect="1" noMove="1" noResize="1" noEditPoints="1" noAdjustHandles="1" noChangeArrowheads="1" noChangeShapeType="1" noTextEdit="1"/>
              </p:cNvSpPr>
              <p:nvPr/>
            </p:nvSpPr>
            <p:spPr>
              <a:xfrm>
                <a:off x="5415832" y="6840640"/>
                <a:ext cx="3209084" cy="384721"/>
              </a:xfrm>
              <a:prstGeom prst="rect">
                <a:avLst/>
              </a:prstGeom>
              <a:blipFill>
                <a:blip r:embed="rId9"/>
                <a:stretch>
                  <a:fillRect l="-3543" b="-16129"/>
                </a:stretch>
              </a:blipFill>
            </p:spPr>
            <p:txBody>
              <a:bodyPr/>
              <a:lstStyle/>
              <a:p>
                <a:r>
                  <a:rPr lang="en-US">
                    <a:noFill/>
                  </a:rPr>
                  <a:t> </a:t>
                </a:r>
              </a:p>
            </p:txBody>
          </p:sp>
        </mc:Fallback>
      </mc:AlternateContent>
    </p:spTree>
    <p:extLst>
      <p:ext uri="{BB962C8B-B14F-4D97-AF65-F5344CB8AC3E}">
        <p14:creationId xmlns:p14="http://schemas.microsoft.com/office/powerpoint/2010/main" val="344933226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01F19-07B5-C8F2-8611-35E67E8EE46E}"/>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1483A344-49F0-5135-97C5-AFBAA7FF8FB9}"/>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326CD83B-E2FE-7033-2F32-BF6F5508AB35}"/>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ACFC1BF-6C47-8A4F-6AE3-8617C8902A21}"/>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8ACFC1BF-6C47-8A4F-6AE3-8617C8902A21}"/>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8685F5A-FC35-28B3-C0C6-56FCE199771C}"/>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48685F5A-FC35-28B3-C0C6-56FCE199771C}"/>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1EA7F9E-3FEA-9FD6-451A-950321A71297}"/>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61EA7F9E-3FEA-9FD6-451A-950321A71297}"/>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E7793E5C-6C04-7865-259A-D914ADA7A5D9}"/>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D457E78F-034C-7CA7-C2EF-F4037681F1D0}"/>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B677A056-88E3-6CF8-FDA0-1D842E2E990A}"/>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6E3D029B-A63B-D75B-F84F-67FACFEF3A61}"/>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4F3F3D46-E2C5-1FCC-5E37-0D5C6009496A}"/>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283D52C-64D9-E9AA-16EF-C2CE31E67BC5}"/>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A283D52C-64D9-E9AA-16EF-C2CE31E67BC5}"/>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FDB8332-FAE7-7838-D941-681F90AF62D3}"/>
                  </a:ext>
                </a:extLst>
              </p:cNvPr>
              <p:cNvSpPr txBox="1"/>
              <p:nvPr/>
            </p:nvSpPr>
            <p:spPr>
              <a:xfrm>
                <a:off x="11110912" y="6280365"/>
                <a:ext cx="1098955"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DFDB8332-FAE7-7838-D941-681F90AF62D3}"/>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5B4F5FC-ED60-0A95-175D-E3D804FBD7AD}"/>
                  </a:ext>
                </a:extLst>
              </p:cNvPr>
              <p:cNvSpPr txBox="1"/>
              <p:nvPr/>
            </p:nvSpPr>
            <p:spPr>
              <a:xfrm>
                <a:off x="5415832" y="6840640"/>
                <a:ext cx="3209084"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13" name="TextBox 12">
                <a:extLst>
                  <a:ext uri="{FF2B5EF4-FFF2-40B4-BE49-F238E27FC236}">
                    <a16:creationId xmlns:a16="http://schemas.microsoft.com/office/drawing/2014/main" id="{A5B4F5FC-ED60-0A95-175D-E3D804FBD7AD}"/>
                  </a:ext>
                </a:extLst>
              </p:cNvPr>
              <p:cNvSpPr txBox="1">
                <a:spLocks noRot="1" noChangeAspect="1" noMove="1" noResize="1" noEditPoints="1" noAdjustHandles="1" noChangeArrowheads="1" noChangeShapeType="1" noTextEdit="1"/>
              </p:cNvSpPr>
              <p:nvPr/>
            </p:nvSpPr>
            <p:spPr>
              <a:xfrm>
                <a:off x="5415832" y="6840640"/>
                <a:ext cx="3209084" cy="384721"/>
              </a:xfrm>
              <a:prstGeom prst="rect">
                <a:avLst/>
              </a:prstGeom>
              <a:blipFill>
                <a:blip r:embed="rId9"/>
                <a:stretch>
                  <a:fillRect l="-3543" b="-16129"/>
                </a:stretch>
              </a:blipFill>
            </p:spPr>
            <p:txBody>
              <a:bodyPr/>
              <a:lstStyle/>
              <a:p>
                <a:r>
                  <a:rPr lang="en-US">
                    <a:noFill/>
                  </a:rPr>
                  <a:t> </a:t>
                </a:r>
              </a:p>
            </p:txBody>
          </p:sp>
        </mc:Fallback>
      </mc:AlternateContent>
      <p:grpSp>
        <p:nvGrpSpPr>
          <p:cNvPr id="14" name="object 13">
            <a:extLst>
              <a:ext uri="{FF2B5EF4-FFF2-40B4-BE49-F238E27FC236}">
                <a16:creationId xmlns:a16="http://schemas.microsoft.com/office/drawing/2014/main" id="{2F1EDE48-16FC-0D2B-4975-4A4E2B9F24EB}"/>
              </a:ext>
            </a:extLst>
          </p:cNvPr>
          <p:cNvGrpSpPr>
            <a:grpSpLocks/>
          </p:cNvGrpSpPr>
          <p:nvPr/>
        </p:nvGrpSpPr>
        <p:grpSpPr bwMode="auto">
          <a:xfrm>
            <a:off x="474234" y="6224098"/>
            <a:ext cx="2908300" cy="1257300"/>
            <a:chOff x="342900" y="6642100"/>
            <a:chExt cx="2908300" cy="1257300"/>
          </a:xfrm>
        </p:grpSpPr>
        <p:sp>
          <p:nvSpPr>
            <p:cNvPr id="15" name="object 14">
              <a:extLst>
                <a:ext uri="{FF2B5EF4-FFF2-40B4-BE49-F238E27FC236}">
                  <a16:creationId xmlns:a16="http://schemas.microsoft.com/office/drawing/2014/main" id="{6AD3E2E9-5D79-4A27-4345-8E97230EA622}"/>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6" name="object 15">
              <a:extLst>
                <a:ext uri="{FF2B5EF4-FFF2-40B4-BE49-F238E27FC236}">
                  <a16:creationId xmlns:a16="http://schemas.microsoft.com/office/drawing/2014/main" id="{D7166735-2023-B9BD-38A5-87BD28955236}"/>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16">
              <a:extLst>
                <a:ext uri="{FF2B5EF4-FFF2-40B4-BE49-F238E27FC236}">
                  <a16:creationId xmlns:a16="http://schemas.microsoft.com/office/drawing/2014/main" id="{0101EF4A-CDF1-797B-F47C-53DED061015B}"/>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17">
              <a:extLst>
                <a:ext uri="{FF2B5EF4-FFF2-40B4-BE49-F238E27FC236}">
                  <a16:creationId xmlns:a16="http://schemas.microsoft.com/office/drawing/2014/main" id="{31BC5C91-A000-17D7-DE2C-32A913944382}"/>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1A46BDCF-4383-561E-9AB3-530F68A738B5}"/>
                  </a:ext>
                </a:extLst>
              </p:cNvPr>
              <p:cNvSpPr txBox="1"/>
              <p:nvPr/>
            </p:nvSpPr>
            <p:spPr>
              <a:xfrm>
                <a:off x="9956878" y="6793214"/>
                <a:ext cx="2308068"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2</m:t>
                          </m:r>
                        </m:sub>
                      </m:sSub>
                    </m:oMath>
                  </m:oMathPara>
                </a14:m>
                <a:endParaRPr lang="en-US" sz="2500" dirty="0"/>
              </a:p>
            </p:txBody>
          </p:sp>
        </mc:Choice>
        <mc:Fallback>
          <p:sp>
            <p:nvSpPr>
              <p:cNvPr id="21" name="TextBox 20">
                <a:extLst>
                  <a:ext uri="{FF2B5EF4-FFF2-40B4-BE49-F238E27FC236}">
                    <a16:creationId xmlns:a16="http://schemas.microsoft.com/office/drawing/2014/main" id="{1A46BDCF-4383-561E-9AB3-530F68A738B5}"/>
                  </a:ext>
                </a:extLst>
              </p:cNvPr>
              <p:cNvSpPr txBox="1">
                <a:spLocks noRot="1" noChangeAspect="1" noMove="1" noResize="1" noEditPoints="1" noAdjustHandles="1" noChangeArrowheads="1" noChangeShapeType="1" noTextEdit="1"/>
              </p:cNvSpPr>
              <p:nvPr/>
            </p:nvSpPr>
            <p:spPr>
              <a:xfrm>
                <a:off x="9956878" y="6793214"/>
                <a:ext cx="2308068" cy="384721"/>
              </a:xfrm>
              <a:prstGeom prst="rect">
                <a:avLst/>
              </a:prstGeom>
              <a:blipFill>
                <a:blip r:embed="rId10"/>
                <a:stretch>
                  <a:fillRect l="-2186" t="-9677" r="-1093" b="-35484"/>
                </a:stretch>
              </a:blipFill>
            </p:spPr>
            <p:txBody>
              <a:bodyPr/>
              <a:lstStyle/>
              <a:p>
                <a:r>
                  <a:rPr lang="en-US">
                    <a:noFill/>
                  </a:rPr>
                  <a:t> </a:t>
                </a:r>
              </a:p>
            </p:txBody>
          </p:sp>
        </mc:Fallback>
      </mc:AlternateContent>
    </p:spTree>
    <p:extLst>
      <p:ext uri="{BB962C8B-B14F-4D97-AF65-F5344CB8AC3E}">
        <p14:creationId xmlns:p14="http://schemas.microsoft.com/office/powerpoint/2010/main" val="2968079229"/>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DCD6-D412-EF69-BC52-4FCA5A95B93C}"/>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458A3FE1-545B-4FDC-F9B6-69BB13E0F5EC}"/>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B36277CC-96EA-D6DE-8B02-01CD11F3C6AD}"/>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525C317-04D7-3A40-C904-5585084EECFF}"/>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2525C317-04D7-3A40-C904-5585084EECFF}"/>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7444DB7-34C4-C1DD-0CD0-016C0668C5F4}"/>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47444DB7-34C4-C1DD-0CD0-016C0668C5F4}"/>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9F384E4-29F6-E8B0-7CAF-1E52A4F4C1BB}"/>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39F384E4-29F6-E8B0-7CAF-1E52A4F4C1BB}"/>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4489BFCD-90EF-C9CF-1DCD-FB7BDCB7709D}"/>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4BDE2E4D-0B34-3489-D249-79E23A2845E9}"/>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0E61C4E8-D493-F4DC-9927-3071145C8F58}"/>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71986F61-97CB-7DFD-9372-08F9C17F6C90}"/>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1EDB2AFE-97A0-6138-AE0D-C8AB4CEE847F}"/>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7A8024D-5EA7-02E8-458B-0A4E5256F238}"/>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F7A8024D-5EA7-02E8-458B-0A4E5256F238}"/>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44C3B08-8574-900B-7D06-77908E372F7F}"/>
                  </a:ext>
                </a:extLst>
              </p:cNvPr>
              <p:cNvSpPr txBox="1"/>
              <p:nvPr/>
            </p:nvSpPr>
            <p:spPr>
              <a:xfrm>
                <a:off x="11110912" y="6280365"/>
                <a:ext cx="1098955"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544C3B08-8574-900B-7D06-77908E372F7F}"/>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D975B35-CB19-96A8-98DA-857393DDDF49}"/>
                  </a:ext>
                </a:extLst>
              </p:cNvPr>
              <p:cNvSpPr txBox="1"/>
              <p:nvPr/>
            </p:nvSpPr>
            <p:spPr>
              <a:xfrm>
                <a:off x="5415832" y="6840640"/>
                <a:ext cx="3209084"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13" name="TextBox 12">
                <a:extLst>
                  <a:ext uri="{FF2B5EF4-FFF2-40B4-BE49-F238E27FC236}">
                    <a16:creationId xmlns:a16="http://schemas.microsoft.com/office/drawing/2014/main" id="{3D975B35-CB19-96A8-98DA-857393DDDF49}"/>
                  </a:ext>
                </a:extLst>
              </p:cNvPr>
              <p:cNvSpPr txBox="1">
                <a:spLocks noRot="1" noChangeAspect="1" noMove="1" noResize="1" noEditPoints="1" noAdjustHandles="1" noChangeArrowheads="1" noChangeShapeType="1" noTextEdit="1"/>
              </p:cNvSpPr>
              <p:nvPr/>
            </p:nvSpPr>
            <p:spPr>
              <a:xfrm>
                <a:off x="5415832" y="6840640"/>
                <a:ext cx="3209084" cy="384721"/>
              </a:xfrm>
              <a:prstGeom prst="rect">
                <a:avLst/>
              </a:prstGeom>
              <a:blipFill>
                <a:blip r:embed="rId9"/>
                <a:stretch>
                  <a:fillRect l="-3543" b="-16129"/>
                </a:stretch>
              </a:blipFill>
            </p:spPr>
            <p:txBody>
              <a:bodyPr/>
              <a:lstStyle/>
              <a:p>
                <a:r>
                  <a:rPr lang="en-US">
                    <a:noFill/>
                  </a:rPr>
                  <a:t> </a:t>
                </a:r>
              </a:p>
            </p:txBody>
          </p:sp>
        </mc:Fallback>
      </mc:AlternateContent>
      <p:grpSp>
        <p:nvGrpSpPr>
          <p:cNvPr id="14" name="object 13">
            <a:extLst>
              <a:ext uri="{FF2B5EF4-FFF2-40B4-BE49-F238E27FC236}">
                <a16:creationId xmlns:a16="http://schemas.microsoft.com/office/drawing/2014/main" id="{9DEE21F9-C7E4-4D4A-38DA-1D705597F7EC}"/>
              </a:ext>
            </a:extLst>
          </p:cNvPr>
          <p:cNvGrpSpPr>
            <a:grpSpLocks/>
          </p:cNvGrpSpPr>
          <p:nvPr/>
        </p:nvGrpSpPr>
        <p:grpSpPr bwMode="auto">
          <a:xfrm>
            <a:off x="474234" y="6224098"/>
            <a:ext cx="2908300" cy="1257300"/>
            <a:chOff x="342900" y="6642100"/>
            <a:chExt cx="2908300" cy="1257300"/>
          </a:xfrm>
        </p:grpSpPr>
        <p:sp>
          <p:nvSpPr>
            <p:cNvPr id="15" name="object 14">
              <a:extLst>
                <a:ext uri="{FF2B5EF4-FFF2-40B4-BE49-F238E27FC236}">
                  <a16:creationId xmlns:a16="http://schemas.microsoft.com/office/drawing/2014/main" id="{93B011B0-11A1-BB60-1842-90457FD54072}"/>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6" name="object 15">
              <a:extLst>
                <a:ext uri="{FF2B5EF4-FFF2-40B4-BE49-F238E27FC236}">
                  <a16:creationId xmlns:a16="http://schemas.microsoft.com/office/drawing/2014/main" id="{CBF4DCD1-07E5-1D78-6C0E-10874B2B6847}"/>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16">
              <a:extLst>
                <a:ext uri="{FF2B5EF4-FFF2-40B4-BE49-F238E27FC236}">
                  <a16:creationId xmlns:a16="http://schemas.microsoft.com/office/drawing/2014/main" id="{332BB665-0625-B16A-542A-4A5DCAF8D8DB}"/>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17">
              <a:extLst>
                <a:ext uri="{FF2B5EF4-FFF2-40B4-BE49-F238E27FC236}">
                  <a16:creationId xmlns:a16="http://schemas.microsoft.com/office/drawing/2014/main" id="{ABD6ED32-30EF-4991-0FBB-A1CA0B3DBA3C}"/>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D85B32EA-85B4-D440-9D5B-8CAF71EEFF56}"/>
                  </a:ext>
                </a:extLst>
              </p:cNvPr>
              <p:cNvSpPr txBox="1"/>
              <p:nvPr/>
            </p:nvSpPr>
            <p:spPr>
              <a:xfrm>
                <a:off x="9956878" y="6793214"/>
                <a:ext cx="2308068"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2</m:t>
                          </m:r>
                        </m:sub>
                      </m:sSub>
                    </m:oMath>
                  </m:oMathPara>
                </a14:m>
                <a:endParaRPr lang="en-US" sz="2500" dirty="0"/>
              </a:p>
            </p:txBody>
          </p:sp>
        </mc:Choice>
        <mc:Fallback>
          <p:sp>
            <p:nvSpPr>
              <p:cNvPr id="21" name="TextBox 20">
                <a:extLst>
                  <a:ext uri="{FF2B5EF4-FFF2-40B4-BE49-F238E27FC236}">
                    <a16:creationId xmlns:a16="http://schemas.microsoft.com/office/drawing/2014/main" id="{D85B32EA-85B4-D440-9D5B-8CAF71EEFF56}"/>
                  </a:ext>
                </a:extLst>
              </p:cNvPr>
              <p:cNvSpPr txBox="1">
                <a:spLocks noRot="1" noChangeAspect="1" noMove="1" noResize="1" noEditPoints="1" noAdjustHandles="1" noChangeArrowheads="1" noChangeShapeType="1" noTextEdit="1"/>
              </p:cNvSpPr>
              <p:nvPr/>
            </p:nvSpPr>
            <p:spPr>
              <a:xfrm>
                <a:off x="9956878" y="6793214"/>
                <a:ext cx="2308068" cy="384721"/>
              </a:xfrm>
              <a:prstGeom prst="rect">
                <a:avLst/>
              </a:prstGeom>
              <a:blipFill>
                <a:blip r:embed="rId10"/>
                <a:stretch>
                  <a:fillRect l="-2186" t="-9677" r="-1093" b="-3548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0B6CEA1-8CE9-58E5-DA46-C7A52E300272}"/>
                  </a:ext>
                </a:extLst>
              </p:cNvPr>
              <p:cNvSpPr txBox="1"/>
              <p:nvPr/>
            </p:nvSpPr>
            <p:spPr>
              <a:xfrm>
                <a:off x="5381548" y="7516415"/>
                <a:ext cx="2501839"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9" name="TextBox 8">
                <a:extLst>
                  <a:ext uri="{FF2B5EF4-FFF2-40B4-BE49-F238E27FC236}">
                    <a16:creationId xmlns:a16="http://schemas.microsoft.com/office/drawing/2014/main" id="{10B6CEA1-8CE9-58E5-DA46-C7A52E300272}"/>
                  </a:ext>
                </a:extLst>
              </p:cNvPr>
              <p:cNvSpPr txBox="1">
                <a:spLocks noRot="1" noChangeAspect="1" noMove="1" noResize="1" noEditPoints="1" noAdjustHandles="1" noChangeArrowheads="1" noChangeShapeType="1" noTextEdit="1"/>
              </p:cNvSpPr>
              <p:nvPr/>
            </p:nvSpPr>
            <p:spPr>
              <a:xfrm>
                <a:off x="5381548" y="7516415"/>
                <a:ext cx="2501839" cy="384721"/>
              </a:xfrm>
              <a:prstGeom prst="rect">
                <a:avLst/>
              </a:prstGeom>
              <a:blipFill>
                <a:blip r:embed="rId11"/>
                <a:stretch>
                  <a:fillRect l="-4040" b="-12500"/>
                </a:stretch>
              </a:blipFill>
            </p:spPr>
            <p:txBody>
              <a:bodyPr/>
              <a:lstStyle/>
              <a:p>
                <a:r>
                  <a:rPr lang="en-US">
                    <a:noFill/>
                  </a:rPr>
                  <a:t> </a:t>
                </a:r>
              </a:p>
            </p:txBody>
          </p:sp>
        </mc:Fallback>
      </mc:AlternateContent>
    </p:spTree>
    <p:extLst>
      <p:ext uri="{BB962C8B-B14F-4D97-AF65-F5344CB8AC3E}">
        <p14:creationId xmlns:p14="http://schemas.microsoft.com/office/powerpoint/2010/main" val="3305294567"/>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651D3-83E9-E0F9-4078-90434B4AF88E}"/>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245CD43E-1FA7-33BF-80D4-3DA35F9E763B}"/>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4E6E9064-ABE7-CD84-4EC1-5837B79EC823}"/>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A3F6102-738C-66D4-0805-A6B0985C0DE2}"/>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FA3F6102-738C-66D4-0805-A6B0985C0DE2}"/>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52C6A26-F9B0-5ED3-66AF-DC42F1D0435B}"/>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552C6A26-F9B0-5ED3-66AF-DC42F1D0435B}"/>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ED8FEAA-75B3-B971-A752-38BF30A0F4E3}"/>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CED8FEAA-75B3-B971-A752-38BF30A0F4E3}"/>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C0BF5029-4FC7-6F9C-11D1-67CE3D66E12F}"/>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3B7C38E1-ED13-2D56-8EDA-07EEF46F4C80}"/>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2FF1135D-0AA1-AA8C-C1A2-8564BE5EE72D}"/>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2FABE1F6-F693-D4DE-A13C-60262FAF6E8B}"/>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779C207D-86E3-CE06-3A04-15FEFCCB51FD}"/>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69CF9C8-2CC6-E360-7498-08B1E4A34C7B}"/>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169CF9C8-2CC6-E360-7498-08B1E4A34C7B}"/>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D853889-83B0-461E-9FE9-57C32F0A49A4}"/>
                  </a:ext>
                </a:extLst>
              </p:cNvPr>
              <p:cNvSpPr txBox="1"/>
              <p:nvPr/>
            </p:nvSpPr>
            <p:spPr>
              <a:xfrm>
                <a:off x="11110912" y="6280365"/>
                <a:ext cx="1098955"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AD853889-83B0-461E-9FE9-57C32F0A49A4}"/>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A0D2490-2319-8648-C36C-CF2D434B1ED3}"/>
                  </a:ext>
                </a:extLst>
              </p:cNvPr>
              <p:cNvSpPr txBox="1"/>
              <p:nvPr/>
            </p:nvSpPr>
            <p:spPr>
              <a:xfrm>
                <a:off x="5415832" y="6840640"/>
                <a:ext cx="3209084"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13" name="TextBox 12">
                <a:extLst>
                  <a:ext uri="{FF2B5EF4-FFF2-40B4-BE49-F238E27FC236}">
                    <a16:creationId xmlns:a16="http://schemas.microsoft.com/office/drawing/2014/main" id="{EA0D2490-2319-8648-C36C-CF2D434B1ED3}"/>
                  </a:ext>
                </a:extLst>
              </p:cNvPr>
              <p:cNvSpPr txBox="1">
                <a:spLocks noRot="1" noChangeAspect="1" noMove="1" noResize="1" noEditPoints="1" noAdjustHandles="1" noChangeArrowheads="1" noChangeShapeType="1" noTextEdit="1"/>
              </p:cNvSpPr>
              <p:nvPr/>
            </p:nvSpPr>
            <p:spPr>
              <a:xfrm>
                <a:off x="5415832" y="6840640"/>
                <a:ext cx="3209084" cy="384721"/>
              </a:xfrm>
              <a:prstGeom prst="rect">
                <a:avLst/>
              </a:prstGeom>
              <a:blipFill>
                <a:blip r:embed="rId9"/>
                <a:stretch>
                  <a:fillRect l="-3543"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1AA61958-4BDC-F99E-A2CF-830726D447BC}"/>
                  </a:ext>
                </a:extLst>
              </p:cNvPr>
              <p:cNvSpPr txBox="1"/>
              <p:nvPr/>
            </p:nvSpPr>
            <p:spPr>
              <a:xfrm>
                <a:off x="9956878" y="6793214"/>
                <a:ext cx="2308068"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2</m:t>
                          </m:r>
                        </m:sub>
                      </m:sSub>
                    </m:oMath>
                  </m:oMathPara>
                </a14:m>
                <a:endParaRPr lang="en-US" sz="2500" dirty="0"/>
              </a:p>
            </p:txBody>
          </p:sp>
        </mc:Choice>
        <mc:Fallback>
          <p:sp>
            <p:nvSpPr>
              <p:cNvPr id="21" name="TextBox 20">
                <a:extLst>
                  <a:ext uri="{FF2B5EF4-FFF2-40B4-BE49-F238E27FC236}">
                    <a16:creationId xmlns:a16="http://schemas.microsoft.com/office/drawing/2014/main" id="{1AA61958-4BDC-F99E-A2CF-830726D447BC}"/>
                  </a:ext>
                </a:extLst>
              </p:cNvPr>
              <p:cNvSpPr txBox="1">
                <a:spLocks noRot="1" noChangeAspect="1" noMove="1" noResize="1" noEditPoints="1" noAdjustHandles="1" noChangeArrowheads="1" noChangeShapeType="1" noTextEdit="1"/>
              </p:cNvSpPr>
              <p:nvPr/>
            </p:nvSpPr>
            <p:spPr>
              <a:xfrm>
                <a:off x="9956878" y="6793214"/>
                <a:ext cx="2308068" cy="384721"/>
              </a:xfrm>
              <a:prstGeom prst="rect">
                <a:avLst/>
              </a:prstGeom>
              <a:blipFill>
                <a:blip r:embed="rId10"/>
                <a:stretch>
                  <a:fillRect l="-2186" t="-9677" r="-1093" b="-3548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D15387D-29F3-6EF7-B770-CA06C5A2EBD1}"/>
                  </a:ext>
                </a:extLst>
              </p:cNvPr>
              <p:cNvSpPr txBox="1"/>
              <p:nvPr/>
            </p:nvSpPr>
            <p:spPr>
              <a:xfrm>
                <a:off x="5381548" y="7516415"/>
                <a:ext cx="2501839"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9" name="TextBox 8">
                <a:extLst>
                  <a:ext uri="{FF2B5EF4-FFF2-40B4-BE49-F238E27FC236}">
                    <a16:creationId xmlns:a16="http://schemas.microsoft.com/office/drawing/2014/main" id="{1D15387D-29F3-6EF7-B770-CA06C5A2EBD1}"/>
                  </a:ext>
                </a:extLst>
              </p:cNvPr>
              <p:cNvSpPr txBox="1">
                <a:spLocks noRot="1" noChangeAspect="1" noMove="1" noResize="1" noEditPoints="1" noAdjustHandles="1" noChangeArrowheads="1" noChangeShapeType="1" noTextEdit="1"/>
              </p:cNvSpPr>
              <p:nvPr/>
            </p:nvSpPr>
            <p:spPr>
              <a:xfrm>
                <a:off x="5381548" y="7516415"/>
                <a:ext cx="2501839" cy="384721"/>
              </a:xfrm>
              <a:prstGeom prst="rect">
                <a:avLst/>
              </a:prstGeom>
              <a:blipFill>
                <a:blip r:embed="rId11"/>
                <a:stretch>
                  <a:fillRect l="-4040" b="-12500"/>
                </a:stretch>
              </a:blipFill>
            </p:spPr>
            <p:txBody>
              <a:bodyPr/>
              <a:lstStyle/>
              <a:p>
                <a:r>
                  <a:rPr lang="en-US">
                    <a:noFill/>
                  </a:rPr>
                  <a:t> </a:t>
                </a:r>
              </a:p>
            </p:txBody>
          </p:sp>
        </mc:Fallback>
      </mc:AlternateContent>
      <p:grpSp>
        <p:nvGrpSpPr>
          <p:cNvPr id="10" name="object 13">
            <a:extLst>
              <a:ext uri="{FF2B5EF4-FFF2-40B4-BE49-F238E27FC236}">
                <a16:creationId xmlns:a16="http://schemas.microsoft.com/office/drawing/2014/main" id="{51C2F39C-A014-81EC-DC4C-D861369D67EB}"/>
              </a:ext>
            </a:extLst>
          </p:cNvPr>
          <p:cNvGrpSpPr>
            <a:grpSpLocks/>
          </p:cNvGrpSpPr>
          <p:nvPr/>
        </p:nvGrpSpPr>
        <p:grpSpPr bwMode="auto">
          <a:xfrm>
            <a:off x="487929" y="6224098"/>
            <a:ext cx="3505200" cy="1892300"/>
            <a:chOff x="342900" y="6642100"/>
            <a:chExt cx="3505200" cy="1892300"/>
          </a:xfrm>
        </p:grpSpPr>
        <p:sp>
          <p:nvSpPr>
            <p:cNvPr id="11" name="object 14">
              <a:extLst>
                <a:ext uri="{FF2B5EF4-FFF2-40B4-BE49-F238E27FC236}">
                  <a16:creationId xmlns:a16="http://schemas.microsoft.com/office/drawing/2014/main" id="{FC10093C-939D-8337-2095-B7F9618C2CB9}"/>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2" name="object 15">
              <a:extLst>
                <a:ext uri="{FF2B5EF4-FFF2-40B4-BE49-F238E27FC236}">
                  <a16:creationId xmlns:a16="http://schemas.microsoft.com/office/drawing/2014/main" id="{DA8D65A7-B500-035B-5042-5F6D70E553C8}"/>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 name="object 16">
              <a:extLst>
                <a:ext uri="{FF2B5EF4-FFF2-40B4-BE49-F238E27FC236}">
                  <a16:creationId xmlns:a16="http://schemas.microsoft.com/office/drawing/2014/main" id="{4A70AFD3-EEFF-D622-9ADD-6CD3B49E4B78}"/>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4" name="object 17">
              <a:extLst>
                <a:ext uri="{FF2B5EF4-FFF2-40B4-BE49-F238E27FC236}">
                  <a16:creationId xmlns:a16="http://schemas.microsoft.com/office/drawing/2014/main" id="{D20E24DA-FAA7-CF2A-11AF-3788A774B56A}"/>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5" name="object 18">
              <a:extLst>
                <a:ext uri="{FF2B5EF4-FFF2-40B4-BE49-F238E27FC236}">
                  <a16:creationId xmlns:a16="http://schemas.microsoft.com/office/drawing/2014/main" id="{A94079DE-DD6E-A244-666F-900B48A49ACC}"/>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19">
              <a:extLst>
                <a:ext uri="{FF2B5EF4-FFF2-40B4-BE49-F238E27FC236}">
                  <a16:creationId xmlns:a16="http://schemas.microsoft.com/office/drawing/2014/main" id="{C0963E11-34DA-F0EC-1DC9-B9CEF84ACA7B}"/>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C28247B4-C363-6E20-B084-4E6A5ADAE8C1}"/>
                  </a:ext>
                </a:extLst>
              </p:cNvPr>
              <p:cNvSpPr txBox="1"/>
              <p:nvPr/>
            </p:nvSpPr>
            <p:spPr>
              <a:xfrm>
                <a:off x="9402231" y="7421434"/>
                <a:ext cx="3439211"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3</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3</m:t>
                          </m:r>
                        </m:sub>
                      </m:sSub>
                    </m:oMath>
                  </m:oMathPara>
                </a14:m>
                <a:endParaRPr lang="en-US" sz="2500" dirty="0"/>
              </a:p>
            </p:txBody>
          </p:sp>
        </mc:Choice>
        <mc:Fallback>
          <p:sp>
            <p:nvSpPr>
              <p:cNvPr id="27" name="TextBox 26">
                <a:extLst>
                  <a:ext uri="{FF2B5EF4-FFF2-40B4-BE49-F238E27FC236}">
                    <a16:creationId xmlns:a16="http://schemas.microsoft.com/office/drawing/2014/main" id="{C28247B4-C363-6E20-B084-4E6A5ADAE8C1}"/>
                  </a:ext>
                </a:extLst>
              </p:cNvPr>
              <p:cNvSpPr txBox="1">
                <a:spLocks noRot="1" noChangeAspect="1" noMove="1" noResize="1" noEditPoints="1" noAdjustHandles="1" noChangeArrowheads="1" noChangeShapeType="1" noTextEdit="1"/>
              </p:cNvSpPr>
              <p:nvPr/>
            </p:nvSpPr>
            <p:spPr>
              <a:xfrm>
                <a:off x="9402231" y="7421434"/>
                <a:ext cx="3439211" cy="384721"/>
              </a:xfrm>
              <a:prstGeom prst="rect">
                <a:avLst/>
              </a:prstGeom>
              <a:blipFill>
                <a:blip r:embed="rId12"/>
                <a:stretch>
                  <a:fillRect l="-1838" t="-9677" r="-368" b="-35484"/>
                </a:stretch>
              </a:blipFill>
            </p:spPr>
            <p:txBody>
              <a:bodyPr/>
              <a:lstStyle/>
              <a:p>
                <a:r>
                  <a:rPr lang="en-US">
                    <a:noFill/>
                  </a:rPr>
                  <a:t> </a:t>
                </a:r>
              </a:p>
            </p:txBody>
          </p:sp>
        </mc:Fallback>
      </mc:AlternateContent>
    </p:spTree>
    <p:extLst>
      <p:ext uri="{BB962C8B-B14F-4D97-AF65-F5344CB8AC3E}">
        <p14:creationId xmlns:p14="http://schemas.microsoft.com/office/powerpoint/2010/main" val="3221613451"/>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6293B-67C4-C539-353C-A7A22ED8FC5A}"/>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DF24C35D-CF68-EAAF-EDC7-D48F09DBD9C7}"/>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454D6446-5A51-B577-7BE4-AFD2BF9C08AE}"/>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27FC41E-F29F-CA0A-6B73-4A4C942FB72C}"/>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627FC41E-F29F-CA0A-6B73-4A4C942FB72C}"/>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2DC3294-3C7B-67D1-3541-6047DD6FA0EF}"/>
                  </a:ext>
                </a:extLst>
              </p:cNvPr>
              <p:cNvSpPr txBox="1"/>
              <p:nvPr/>
            </p:nvSpPr>
            <p:spPr>
              <a:xfrm>
                <a:off x="325438" y="2678883"/>
                <a:ext cx="11377264" cy="1569660"/>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a:p>
                <a:pPr marL="742950" lvl="1" indent="-285750">
                  <a:buFont typeface="Arial" panose="020B0604020202020204" pitchFamily="34" charset="0"/>
                  <a:buChar char="•"/>
                </a:pPr>
                <a:r>
                  <a:rPr lang="en-US" sz="3000" dirty="0"/>
                  <a:t>Observation:</a:t>
                </a:r>
              </a:p>
            </p:txBody>
          </p:sp>
        </mc:Choice>
        <mc:Fallback>
          <p:sp>
            <p:nvSpPr>
              <p:cNvPr id="3" name="TextBox 2">
                <a:extLst>
                  <a:ext uri="{FF2B5EF4-FFF2-40B4-BE49-F238E27FC236}">
                    <a16:creationId xmlns:a16="http://schemas.microsoft.com/office/drawing/2014/main" id="{62DC3294-3C7B-67D1-3541-6047DD6FA0EF}"/>
                  </a:ext>
                </a:extLst>
              </p:cNvPr>
              <p:cNvSpPr txBox="1">
                <a:spLocks noRot="1" noChangeAspect="1" noMove="1" noResize="1" noEditPoints="1" noAdjustHandles="1" noChangeArrowheads="1" noChangeShapeType="1" noTextEdit="1"/>
              </p:cNvSpPr>
              <p:nvPr/>
            </p:nvSpPr>
            <p:spPr>
              <a:xfrm>
                <a:off x="325438" y="2678883"/>
                <a:ext cx="11377264" cy="1569660"/>
              </a:xfrm>
              <a:prstGeom prst="rect">
                <a:avLst/>
              </a:prstGeom>
              <a:blipFill>
                <a:blip r:embed="rId4"/>
                <a:stretch>
                  <a:fillRect l="-1338" t="-4800" b="-10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62BA42F-8C8E-54E2-9E5F-45DC55CAE8F8}"/>
                  </a:ext>
                </a:extLst>
              </p:cNvPr>
              <p:cNvSpPr txBox="1"/>
              <p:nvPr/>
            </p:nvSpPr>
            <p:spPr>
              <a:xfrm>
                <a:off x="3334048" y="3634368"/>
                <a:ext cx="384919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r>
                        <a:rPr lang="en-US" sz="3000" b="0" i="1" smtClean="0">
                          <a:latin typeface="Cambria Math" panose="02040503050406030204" pitchFamily="18" charset="0"/>
                        </a:rPr>
                        <m:t> ∼</m:t>
                      </m:r>
                      <m:r>
                        <m:rPr>
                          <m:sty m:val="p"/>
                        </m:rPr>
                        <a:rPr lang="en-US" sz="3000" b="0" i="1" smtClean="0">
                          <a:latin typeface="Cambria Math" panose="02040503050406030204" pitchFamily="18" charset="0"/>
                        </a:rPr>
                        <m:t>D</m:t>
                      </m:r>
                      <m:r>
                        <a:rPr lang="en-US" sz="3000" b="0" i="1" smtClean="0">
                          <a:latin typeface="Cambria Math" panose="02040503050406030204" pitchFamily="18" charset="0"/>
                        </a:rPr>
                        <m:t>𝑖𝑟𝑖𝑐h𝑙𝑒𝑡</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a:rPr lang="en-US" sz="3000" b="0" i="1" smtClean="0">
                                  <a:latin typeface="Cambria Math" panose="02040503050406030204" pitchFamily="18" charset="0"/>
                                </a:rPr>
                                <m:t>𝐾</m:t>
                              </m:r>
                            </m:sub>
                          </m:sSub>
                        </m:e>
                      </m:d>
                    </m:oMath>
                  </m:oMathPara>
                </a14:m>
                <a:endParaRPr lang="en-US" sz="3000" dirty="0"/>
              </a:p>
            </p:txBody>
          </p:sp>
        </mc:Choice>
        <mc:Fallback>
          <p:sp>
            <p:nvSpPr>
              <p:cNvPr id="4" name="TextBox 3">
                <a:extLst>
                  <a:ext uri="{FF2B5EF4-FFF2-40B4-BE49-F238E27FC236}">
                    <a16:creationId xmlns:a16="http://schemas.microsoft.com/office/drawing/2014/main" id="{A62BA42F-8C8E-54E2-9E5F-45DC55CAE8F8}"/>
                  </a:ext>
                </a:extLst>
              </p:cNvPr>
              <p:cNvSpPr txBox="1">
                <a:spLocks noRot="1" noChangeAspect="1" noMove="1" noResize="1" noEditPoints="1" noAdjustHandles="1" noChangeArrowheads="1" noChangeShapeType="1" noTextEdit="1"/>
              </p:cNvSpPr>
              <p:nvPr/>
            </p:nvSpPr>
            <p:spPr>
              <a:xfrm>
                <a:off x="3334048" y="3634368"/>
                <a:ext cx="3849195" cy="461665"/>
              </a:xfrm>
              <a:prstGeom prst="rect">
                <a:avLst/>
              </a:prstGeom>
              <a:blipFill>
                <a:blip r:embed="rId5"/>
                <a:stretch>
                  <a:fillRect l="-1645" t="-8108" b="-35135"/>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133C76A4-2316-85B0-AC4E-BBCA62A8AF65}"/>
              </a:ext>
            </a:extLst>
          </p:cNvPr>
          <p:cNvPicPr>
            <a:picLocks noChangeAspect="1"/>
          </p:cNvPicPr>
          <p:nvPr/>
        </p:nvPicPr>
        <p:blipFill>
          <a:blip r:embed="rId6"/>
          <a:stretch>
            <a:fillRect/>
          </a:stretch>
        </p:blipFill>
        <p:spPr>
          <a:xfrm>
            <a:off x="587988" y="4416435"/>
            <a:ext cx="7772400" cy="920730"/>
          </a:xfrm>
          <a:prstGeom prst="rect">
            <a:avLst/>
          </a:prstGeom>
        </p:spPr>
      </p:pic>
      <p:grpSp>
        <p:nvGrpSpPr>
          <p:cNvPr id="5" name="object 7">
            <a:extLst>
              <a:ext uri="{FF2B5EF4-FFF2-40B4-BE49-F238E27FC236}">
                <a16:creationId xmlns:a16="http://schemas.microsoft.com/office/drawing/2014/main" id="{FBDD5083-B784-A1B2-C435-9CDBD84C838B}"/>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CE3592F0-A828-C1CC-8F4B-F858C11ED8C8}"/>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95897E44-2187-EC7D-F390-53871B6005EF}"/>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6" name="TextBox 5">
            <a:extLst>
              <a:ext uri="{FF2B5EF4-FFF2-40B4-BE49-F238E27FC236}">
                <a16:creationId xmlns:a16="http://schemas.microsoft.com/office/drawing/2014/main" id="{B23A7CCC-1597-E12C-AF07-238BBB98D9C3}"/>
              </a:ext>
            </a:extLst>
          </p:cNvPr>
          <p:cNvSpPr txBox="1"/>
          <p:nvPr/>
        </p:nvSpPr>
        <p:spPr>
          <a:xfrm>
            <a:off x="5415832" y="5525635"/>
            <a:ext cx="2977995" cy="553998"/>
          </a:xfrm>
          <a:prstGeom prst="rect">
            <a:avLst/>
          </a:prstGeom>
          <a:noFill/>
        </p:spPr>
        <p:txBody>
          <a:bodyPr wrap="none" rtlCol="0">
            <a:spAutoFit/>
          </a:bodyPr>
          <a:lstStyle/>
          <a:p>
            <a:pPr marL="285750" indent="-285750">
              <a:buFont typeface="Arial" panose="020B0604020202020204" pitchFamily="34" charset="0"/>
              <a:buChar char="•"/>
            </a:pPr>
            <a:r>
              <a:rPr lang="en-US" sz="3000" dirty="0"/>
              <a:t>“Stick breaking”</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1C56AA7-175C-BE45-A7DC-08A50821987F}"/>
                  </a:ext>
                </a:extLst>
              </p:cNvPr>
              <p:cNvSpPr txBox="1"/>
              <p:nvPr/>
            </p:nvSpPr>
            <p:spPr>
              <a:xfrm>
                <a:off x="5415832" y="6246214"/>
                <a:ext cx="3901453"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7" name="TextBox 6">
                <a:extLst>
                  <a:ext uri="{FF2B5EF4-FFF2-40B4-BE49-F238E27FC236}">
                    <a16:creationId xmlns:a16="http://schemas.microsoft.com/office/drawing/2014/main" id="{E1C56AA7-175C-BE45-A7DC-08A50821987F}"/>
                  </a:ext>
                </a:extLst>
              </p:cNvPr>
              <p:cNvSpPr txBox="1">
                <a:spLocks noRot="1" noChangeAspect="1" noMove="1" noResize="1" noEditPoints="1" noAdjustHandles="1" noChangeArrowheads="1" noChangeShapeType="1" noTextEdit="1"/>
              </p:cNvSpPr>
              <p:nvPr/>
            </p:nvSpPr>
            <p:spPr>
              <a:xfrm>
                <a:off x="5415832" y="6246214"/>
                <a:ext cx="3901453" cy="384721"/>
              </a:xfrm>
              <a:prstGeom prst="rect">
                <a:avLst/>
              </a:prstGeom>
              <a:blipFill>
                <a:blip r:embed="rId7"/>
                <a:stretch>
                  <a:fillRect l="-2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AF1F335-9335-E027-E2E4-8A45BEE7424E}"/>
                  </a:ext>
                </a:extLst>
              </p:cNvPr>
              <p:cNvSpPr txBox="1"/>
              <p:nvPr/>
            </p:nvSpPr>
            <p:spPr>
              <a:xfrm>
                <a:off x="11110912" y="6280365"/>
                <a:ext cx="1098955"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oMath>
                  </m:oMathPara>
                </a14:m>
                <a:endParaRPr lang="en-US" sz="2500" dirty="0"/>
              </a:p>
            </p:txBody>
          </p:sp>
        </mc:Choice>
        <mc:Fallback>
          <p:sp>
            <p:nvSpPr>
              <p:cNvPr id="12" name="TextBox 11">
                <a:extLst>
                  <a:ext uri="{FF2B5EF4-FFF2-40B4-BE49-F238E27FC236}">
                    <a16:creationId xmlns:a16="http://schemas.microsoft.com/office/drawing/2014/main" id="{5AF1F335-9335-E027-E2E4-8A45BEE7424E}"/>
                  </a:ext>
                </a:extLst>
              </p:cNvPr>
              <p:cNvSpPr txBox="1">
                <a:spLocks noRot="1" noChangeAspect="1" noMove="1" noResize="1" noEditPoints="1" noAdjustHandles="1" noChangeArrowheads="1" noChangeShapeType="1" noTextEdit="1"/>
              </p:cNvSpPr>
              <p:nvPr/>
            </p:nvSpPr>
            <p:spPr>
              <a:xfrm>
                <a:off x="11110912" y="6280365"/>
                <a:ext cx="1098955" cy="384721"/>
              </a:xfrm>
              <a:prstGeom prst="rect">
                <a:avLst/>
              </a:prstGeom>
              <a:blipFill>
                <a:blip r:embed="rId8"/>
                <a:stretch>
                  <a:fillRect l="-6897" r="-2299" b="-225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56E6F7C-5884-3627-1DAA-CDEA271B63FA}"/>
                  </a:ext>
                </a:extLst>
              </p:cNvPr>
              <p:cNvSpPr txBox="1"/>
              <p:nvPr/>
            </p:nvSpPr>
            <p:spPr>
              <a:xfrm>
                <a:off x="5415832" y="6840640"/>
                <a:ext cx="3209084"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13" name="TextBox 12">
                <a:extLst>
                  <a:ext uri="{FF2B5EF4-FFF2-40B4-BE49-F238E27FC236}">
                    <a16:creationId xmlns:a16="http://schemas.microsoft.com/office/drawing/2014/main" id="{556E6F7C-5884-3627-1DAA-CDEA271B63FA}"/>
                  </a:ext>
                </a:extLst>
              </p:cNvPr>
              <p:cNvSpPr txBox="1">
                <a:spLocks noRot="1" noChangeAspect="1" noMove="1" noResize="1" noEditPoints="1" noAdjustHandles="1" noChangeArrowheads="1" noChangeShapeType="1" noTextEdit="1"/>
              </p:cNvSpPr>
              <p:nvPr/>
            </p:nvSpPr>
            <p:spPr>
              <a:xfrm>
                <a:off x="5415832" y="6840640"/>
                <a:ext cx="3209084" cy="384721"/>
              </a:xfrm>
              <a:prstGeom prst="rect">
                <a:avLst/>
              </a:prstGeom>
              <a:blipFill>
                <a:blip r:embed="rId9"/>
                <a:stretch>
                  <a:fillRect l="-3543"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5F77A17-DAB7-4D9D-0401-244DD3D57C28}"/>
                  </a:ext>
                </a:extLst>
              </p:cNvPr>
              <p:cNvSpPr txBox="1"/>
              <p:nvPr/>
            </p:nvSpPr>
            <p:spPr>
              <a:xfrm>
                <a:off x="9956878" y="6793214"/>
                <a:ext cx="2308068"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2</m:t>
                          </m:r>
                        </m:sub>
                      </m:sSub>
                    </m:oMath>
                  </m:oMathPara>
                </a14:m>
                <a:endParaRPr lang="en-US" sz="2500" dirty="0"/>
              </a:p>
            </p:txBody>
          </p:sp>
        </mc:Choice>
        <mc:Fallback>
          <p:sp>
            <p:nvSpPr>
              <p:cNvPr id="21" name="TextBox 20">
                <a:extLst>
                  <a:ext uri="{FF2B5EF4-FFF2-40B4-BE49-F238E27FC236}">
                    <a16:creationId xmlns:a16="http://schemas.microsoft.com/office/drawing/2014/main" id="{75F77A17-DAB7-4D9D-0401-244DD3D57C28}"/>
                  </a:ext>
                </a:extLst>
              </p:cNvPr>
              <p:cNvSpPr txBox="1">
                <a:spLocks noRot="1" noChangeAspect="1" noMove="1" noResize="1" noEditPoints="1" noAdjustHandles="1" noChangeArrowheads="1" noChangeShapeType="1" noTextEdit="1"/>
              </p:cNvSpPr>
              <p:nvPr/>
            </p:nvSpPr>
            <p:spPr>
              <a:xfrm>
                <a:off x="9956878" y="6793214"/>
                <a:ext cx="2308068" cy="384721"/>
              </a:xfrm>
              <a:prstGeom prst="rect">
                <a:avLst/>
              </a:prstGeom>
              <a:blipFill>
                <a:blip r:embed="rId10"/>
                <a:stretch>
                  <a:fillRect l="-2186" t="-9677" r="-1093" b="-3548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B465908-6BE9-F0C9-B23E-A53D1DBCCE23}"/>
                  </a:ext>
                </a:extLst>
              </p:cNvPr>
              <p:cNvSpPr txBox="1"/>
              <p:nvPr/>
            </p:nvSpPr>
            <p:spPr>
              <a:xfrm>
                <a:off x="5422280" y="7397080"/>
                <a:ext cx="2501839"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3</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4</m:t>
                            </m:r>
                          </m:sub>
                        </m:sSub>
                      </m:e>
                    </m:d>
                  </m:oMath>
                </a14:m>
                <a:r>
                  <a:rPr lang="en-US" sz="2500" dirty="0"/>
                  <a:t> </a:t>
                </a:r>
              </a:p>
            </p:txBody>
          </p:sp>
        </mc:Choice>
        <mc:Fallback>
          <p:sp>
            <p:nvSpPr>
              <p:cNvPr id="9" name="TextBox 8">
                <a:extLst>
                  <a:ext uri="{FF2B5EF4-FFF2-40B4-BE49-F238E27FC236}">
                    <a16:creationId xmlns:a16="http://schemas.microsoft.com/office/drawing/2014/main" id="{2B465908-6BE9-F0C9-B23E-A53D1DBCCE23}"/>
                  </a:ext>
                </a:extLst>
              </p:cNvPr>
              <p:cNvSpPr txBox="1">
                <a:spLocks noRot="1" noChangeAspect="1" noMove="1" noResize="1" noEditPoints="1" noAdjustHandles="1" noChangeArrowheads="1" noChangeShapeType="1" noTextEdit="1"/>
              </p:cNvSpPr>
              <p:nvPr/>
            </p:nvSpPr>
            <p:spPr>
              <a:xfrm>
                <a:off x="5422280" y="7397080"/>
                <a:ext cx="2501839" cy="384721"/>
              </a:xfrm>
              <a:prstGeom prst="rect">
                <a:avLst/>
              </a:prstGeom>
              <a:blipFill>
                <a:blip r:embed="rId11"/>
                <a:stretch>
                  <a:fillRect l="-4040"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ADF2332B-8B7E-FFC0-A3F0-E3CCE25CB7F3}"/>
                  </a:ext>
                </a:extLst>
              </p:cNvPr>
              <p:cNvSpPr txBox="1"/>
              <p:nvPr/>
            </p:nvSpPr>
            <p:spPr>
              <a:xfrm>
                <a:off x="9402231" y="7421434"/>
                <a:ext cx="3439211"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3</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1</m:t>
                          </m:r>
                        </m:sub>
                      </m:sSub>
                      <m:r>
                        <a:rPr lang="en-US" sz="2500" b="0" i="1" smtClean="0">
                          <a:latin typeface="Cambria Math" panose="02040503050406030204" pitchFamily="18" charset="0"/>
                        </a:rPr>
                        <m:t>) </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(1−</m:t>
                          </m:r>
                          <m:r>
                            <a:rPr lang="en-US" sz="2500" b="0" i="1" smtClean="0">
                              <a:latin typeface="Cambria Math" panose="02040503050406030204" pitchFamily="18" charset="0"/>
                            </a:rPr>
                            <m:t>𝑉</m:t>
                          </m:r>
                        </m:e>
                        <m:sub>
                          <m:r>
                            <a:rPr lang="en-US" sz="2500" b="0" i="1" smtClean="0">
                              <a:latin typeface="Cambria Math" panose="02040503050406030204" pitchFamily="18" charset="0"/>
                            </a:rPr>
                            <m:t>2</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3</m:t>
                          </m:r>
                        </m:sub>
                      </m:sSub>
                    </m:oMath>
                  </m:oMathPara>
                </a14:m>
                <a:endParaRPr lang="en-US" sz="2500" dirty="0"/>
              </a:p>
            </p:txBody>
          </p:sp>
        </mc:Choice>
        <mc:Fallback>
          <p:sp>
            <p:nvSpPr>
              <p:cNvPr id="27" name="TextBox 26">
                <a:extLst>
                  <a:ext uri="{FF2B5EF4-FFF2-40B4-BE49-F238E27FC236}">
                    <a16:creationId xmlns:a16="http://schemas.microsoft.com/office/drawing/2014/main" id="{ADF2332B-8B7E-FFC0-A3F0-E3CCE25CB7F3}"/>
                  </a:ext>
                </a:extLst>
              </p:cNvPr>
              <p:cNvSpPr txBox="1">
                <a:spLocks noRot="1" noChangeAspect="1" noMove="1" noResize="1" noEditPoints="1" noAdjustHandles="1" noChangeArrowheads="1" noChangeShapeType="1" noTextEdit="1"/>
              </p:cNvSpPr>
              <p:nvPr/>
            </p:nvSpPr>
            <p:spPr>
              <a:xfrm>
                <a:off x="9402231" y="7421434"/>
                <a:ext cx="3439211" cy="384721"/>
              </a:xfrm>
              <a:prstGeom prst="rect">
                <a:avLst/>
              </a:prstGeom>
              <a:blipFill>
                <a:blip r:embed="rId12"/>
                <a:stretch>
                  <a:fillRect l="-1838" t="-9677" r="-368" b="-35484"/>
                </a:stretch>
              </a:blipFill>
            </p:spPr>
            <p:txBody>
              <a:bodyPr/>
              <a:lstStyle/>
              <a:p>
                <a:r>
                  <a:rPr lang="en-US">
                    <a:noFill/>
                  </a:rPr>
                  <a:t> </a:t>
                </a:r>
              </a:p>
            </p:txBody>
          </p:sp>
        </mc:Fallback>
      </mc:AlternateContent>
      <p:grpSp>
        <p:nvGrpSpPr>
          <p:cNvPr id="14" name="object 13">
            <a:extLst>
              <a:ext uri="{FF2B5EF4-FFF2-40B4-BE49-F238E27FC236}">
                <a16:creationId xmlns:a16="http://schemas.microsoft.com/office/drawing/2014/main" id="{05D6A958-7965-CA77-1FE1-87E8CCF10771}"/>
              </a:ext>
            </a:extLst>
          </p:cNvPr>
          <p:cNvGrpSpPr>
            <a:grpSpLocks/>
          </p:cNvGrpSpPr>
          <p:nvPr/>
        </p:nvGrpSpPr>
        <p:grpSpPr bwMode="auto">
          <a:xfrm>
            <a:off x="474234" y="6178624"/>
            <a:ext cx="4635500" cy="2514600"/>
            <a:chOff x="342900" y="6642100"/>
            <a:chExt cx="4635500" cy="2514600"/>
          </a:xfrm>
        </p:grpSpPr>
        <p:sp>
          <p:nvSpPr>
            <p:cNvPr id="15" name="object 14">
              <a:extLst>
                <a:ext uri="{FF2B5EF4-FFF2-40B4-BE49-F238E27FC236}">
                  <a16:creationId xmlns:a16="http://schemas.microsoft.com/office/drawing/2014/main" id="{301AF743-E0D4-B6D3-3BF7-676617704324}"/>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6" name="object 15">
              <a:extLst>
                <a:ext uri="{FF2B5EF4-FFF2-40B4-BE49-F238E27FC236}">
                  <a16:creationId xmlns:a16="http://schemas.microsoft.com/office/drawing/2014/main" id="{4155FC52-7B66-DC44-7847-2926135768E3}"/>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16">
              <a:extLst>
                <a:ext uri="{FF2B5EF4-FFF2-40B4-BE49-F238E27FC236}">
                  <a16:creationId xmlns:a16="http://schemas.microsoft.com/office/drawing/2014/main" id="{E95E86B2-D425-242C-A8B4-981C5DDF0255}"/>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17">
              <a:extLst>
                <a:ext uri="{FF2B5EF4-FFF2-40B4-BE49-F238E27FC236}">
                  <a16:creationId xmlns:a16="http://schemas.microsoft.com/office/drawing/2014/main" id="{8CC6F2B2-1FE8-9F36-904F-09291E760B87}"/>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8" name="object 18">
              <a:extLst>
                <a:ext uri="{FF2B5EF4-FFF2-40B4-BE49-F238E27FC236}">
                  <a16:creationId xmlns:a16="http://schemas.microsoft.com/office/drawing/2014/main" id="{4CA1CE41-B354-B048-972F-C65D4B92942B}"/>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9" name="object 19">
              <a:extLst>
                <a:ext uri="{FF2B5EF4-FFF2-40B4-BE49-F238E27FC236}">
                  <a16:creationId xmlns:a16="http://schemas.microsoft.com/office/drawing/2014/main" id="{4CE65EB2-FEE0-8B8E-F4D4-88A6B466B1CA}"/>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0">
              <a:extLst>
                <a:ext uri="{FF2B5EF4-FFF2-40B4-BE49-F238E27FC236}">
                  <a16:creationId xmlns:a16="http://schemas.microsoft.com/office/drawing/2014/main" id="{D3250B2B-7A94-396C-2C60-E992CC49776B}"/>
                </a:ext>
              </a:extLst>
            </p:cNvPr>
            <p:cNvSpPr>
              <a:spLocks/>
            </p:cNvSpPr>
            <p:nvPr/>
          </p:nvSpPr>
          <p:spPr bwMode="auto">
            <a:xfrm>
              <a:off x="3841750" y="8528049"/>
              <a:ext cx="1130300" cy="622300"/>
            </a:xfrm>
            <a:custGeom>
              <a:avLst/>
              <a:gdLst>
                <a:gd name="T0" fmla="*/ 0 w 1130300"/>
                <a:gd name="T1" fmla="*/ 0 h 622300"/>
                <a:gd name="T2" fmla="*/ 1130300 w 1130300"/>
                <a:gd name="T3" fmla="*/ 0 h 622300"/>
                <a:gd name="T4" fmla="*/ 1130300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300" y="0"/>
                  </a:lnTo>
                  <a:lnTo>
                    <a:pt x="1130300" y="622300"/>
                  </a:lnTo>
                  <a:lnTo>
                    <a:pt x="0" y="622300"/>
                  </a:lnTo>
                  <a:lnTo>
                    <a:pt x="0"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1">
              <a:extLst>
                <a:ext uri="{FF2B5EF4-FFF2-40B4-BE49-F238E27FC236}">
                  <a16:creationId xmlns:a16="http://schemas.microsoft.com/office/drawing/2014/main" id="{18B7D337-D841-900D-21C6-3897060D3DC0}"/>
                </a:ext>
              </a:extLst>
            </p:cNvPr>
            <p:cNvSpPr>
              <a:spLocks/>
            </p:cNvSpPr>
            <p:nvPr/>
          </p:nvSpPr>
          <p:spPr bwMode="auto">
            <a:xfrm>
              <a:off x="3841750" y="8528049"/>
              <a:ext cx="1130300" cy="622300"/>
            </a:xfrm>
            <a:custGeom>
              <a:avLst/>
              <a:gdLst>
                <a:gd name="T0" fmla="*/ 0 w 1130300"/>
                <a:gd name="T1" fmla="*/ 0 h 622300"/>
                <a:gd name="T2" fmla="*/ 1130300 w 1130300"/>
                <a:gd name="T3" fmla="*/ 0 h 622300"/>
                <a:gd name="T4" fmla="*/ 1130300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300" y="0"/>
                  </a:lnTo>
                  <a:lnTo>
                    <a:pt x="1130300" y="622300"/>
                  </a:lnTo>
                  <a:lnTo>
                    <a:pt x="0" y="622300"/>
                  </a:lnTo>
                  <a:lnTo>
                    <a:pt x="0" y="0"/>
                  </a:lnTo>
                  <a:close/>
                </a:path>
              </a:pathLst>
            </a:custGeom>
            <a:noFill/>
            <a:ln w="12699"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F0DDB6DB-59C3-C795-91CD-16A15F2FF4B8}"/>
                  </a:ext>
                </a:extLst>
              </p:cNvPr>
              <p:cNvSpPr txBox="1"/>
              <p:nvPr/>
            </p:nvSpPr>
            <p:spPr>
              <a:xfrm>
                <a:off x="9435525" y="7761153"/>
                <a:ext cx="2203104" cy="10815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4</m:t>
                          </m:r>
                        </m:sub>
                      </m:sSub>
                      <m:r>
                        <a:rPr lang="en-US" sz="2500" b="0" i="1" smtClean="0">
                          <a:latin typeface="Cambria Math" panose="02040503050406030204" pitchFamily="18" charset="0"/>
                        </a:rPr>
                        <m:t>=</m:t>
                      </m:r>
                      <m:r>
                        <a:rPr lang="en-US" sz="2500" b="0" i="1" smtClean="0">
                          <a:latin typeface="Cambria Math" panose="02040503050406030204" pitchFamily="18" charset="0"/>
                        </a:rPr>
                        <m:t>1−</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3</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e>
                      </m:nary>
                    </m:oMath>
                  </m:oMathPara>
                </a14:m>
                <a:endParaRPr lang="en-US" sz="2500" dirty="0"/>
              </a:p>
            </p:txBody>
          </p:sp>
        </mc:Choice>
        <mc:Fallback>
          <p:sp>
            <p:nvSpPr>
              <p:cNvPr id="32" name="TextBox 31">
                <a:extLst>
                  <a:ext uri="{FF2B5EF4-FFF2-40B4-BE49-F238E27FC236}">
                    <a16:creationId xmlns:a16="http://schemas.microsoft.com/office/drawing/2014/main" id="{F0DDB6DB-59C3-C795-91CD-16A15F2FF4B8}"/>
                  </a:ext>
                </a:extLst>
              </p:cNvPr>
              <p:cNvSpPr txBox="1">
                <a:spLocks noRot="1" noChangeAspect="1" noMove="1" noResize="1" noEditPoints="1" noAdjustHandles="1" noChangeArrowheads="1" noChangeShapeType="1" noTextEdit="1"/>
              </p:cNvSpPr>
              <p:nvPr/>
            </p:nvSpPr>
            <p:spPr>
              <a:xfrm>
                <a:off x="9435525" y="7761153"/>
                <a:ext cx="2203104" cy="1081515"/>
              </a:xfrm>
              <a:prstGeom prst="rect">
                <a:avLst/>
              </a:prstGeom>
              <a:blipFill>
                <a:blip r:embed="rId13"/>
                <a:stretch>
                  <a:fillRect l="-3448" t="-116279" r="-16667" b="-176744"/>
                </a:stretch>
              </a:blipFill>
            </p:spPr>
            <p:txBody>
              <a:bodyPr/>
              <a:lstStyle/>
              <a:p>
                <a:r>
                  <a:rPr lang="en-US">
                    <a:noFill/>
                  </a:rPr>
                  <a:t> </a:t>
                </a:r>
              </a:p>
            </p:txBody>
          </p:sp>
        </mc:Fallback>
      </mc:AlternateContent>
    </p:spTree>
    <p:extLst>
      <p:ext uri="{BB962C8B-B14F-4D97-AF65-F5344CB8AC3E}">
        <p14:creationId xmlns:p14="http://schemas.microsoft.com/office/powerpoint/2010/main" val="4278979996"/>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07E4-AE29-3A90-2C06-5687A1727103}"/>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65158AB5-3226-2B5E-F336-1FEDE0128A4D}"/>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62940917-9386-EDFC-FDA7-118A7966EEAD}"/>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F54DBD6E-4A91-DFC5-B2CF-7A1ECDEDD313}"/>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F54DBD6E-4A91-DFC5-B2CF-7A1ECDEDD313}"/>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EFE62E70-EAB9-E4A1-0AFE-67185F4077F8}"/>
                  </a:ext>
                </a:extLst>
              </p:cNvPr>
              <p:cNvSpPr txBox="1"/>
              <p:nvPr/>
            </p:nvSpPr>
            <p:spPr>
              <a:xfrm>
                <a:off x="325438" y="2678883"/>
                <a:ext cx="11377264" cy="1107996"/>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p:txBody>
          </p:sp>
        </mc:Choice>
        <mc:Fallback>
          <p:sp>
            <p:nvSpPr>
              <p:cNvPr id="3" name="TextBox 2">
                <a:extLst>
                  <a:ext uri="{FF2B5EF4-FFF2-40B4-BE49-F238E27FC236}">
                    <a16:creationId xmlns:a16="http://schemas.microsoft.com/office/drawing/2014/main" id="{EFE62E70-EAB9-E4A1-0AFE-67185F4077F8}"/>
                  </a:ext>
                </a:extLst>
              </p:cNvPr>
              <p:cNvSpPr txBox="1">
                <a:spLocks noRot="1" noChangeAspect="1" noMove="1" noResize="1" noEditPoints="1" noAdjustHandles="1" noChangeArrowheads="1" noChangeShapeType="1" noTextEdit="1"/>
              </p:cNvSpPr>
              <p:nvPr/>
            </p:nvSpPr>
            <p:spPr>
              <a:xfrm>
                <a:off x="325438" y="2678883"/>
                <a:ext cx="11377264" cy="1107996"/>
              </a:xfrm>
              <a:prstGeom prst="rect">
                <a:avLst/>
              </a:prstGeom>
              <a:blipFill>
                <a:blip r:embed="rId4"/>
                <a:stretch>
                  <a:fillRect l="-1338" t="-6742" b="-16854"/>
                </a:stretch>
              </a:blipFill>
            </p:spPr>
            <p:txBody>
              <a:bodyPr/>
              <a:lstStyle/>
              <a:p>
                <a:r>
                  <a:rPr lang="en-US">
                    <a:noFill/>
                  </a:rPr>
                  <a:t> </a:t>
                </a:r>
              </a:p>
            </p:txBody>
          </p:sp>
        </mc:Fallback>
      </mc:AlternateContent>
      <p:grpSp>
        <p:nvGrpSpPr>
          <p:cNvPr id="5" name="object 7">
            <a:extLst>
              <a:ext uri="{FF2B5EF4-FFF2-40B4-BE49-F238E27FC236}">
                <a16:creationId xmlns:a16="http://schemas.microsoft.com/office/drawing/2014/main" id="{A200E8B2-302C-F2F3-A79E-905EDD269B29}"/>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485917BA-5E82-BF74-5C62-22B3B65EF293}"/>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3F2AFF28-0257-05A3-764E-E4597B949547}"/>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14" name="object 13">
            <a:extLst>
              <a:ext uri="{FF2B5EF4-FFF2-40B4-BE49-F238E27FC236}">
                <a16:creationId xmlns:a16="http://schemas.microsoft.com/office/drawing/2014/main" id="{4A8A3860-91B2-2962-1603-6D3199EF400A}"/>
              </a:ext>
            </a:extLst>
          </p:cNvPr>
          <p:cNvGrpSpPr>
            <a:grpSpLocks/>
          </p:cNvGrpSpPr>
          <p:nvPr/>
        </p:nvGrpSpPr>
        <p:grpSpPr bwMode="auto">
          <a:xfrm>
            <a:off x="474234" y="6178624"/>
            <a:ext cx="4635500" cy="2514600"/>
            <a:chOff x="342900" y="6642100"/>
            <a:chExt cx="4635500" cy="2514600"/>
          </a:xfrm>
        </p:grpSpPr>
        <p:sp>
          <p:nvSpPr>
            <p:cNvPr id="15" name="object 14">
              <a:extLst>
                <a:ext uri="{FF2B5EF4-FFF2-40B4-BE49-F238E27FC236}">
                  <a16:creationId xmlns:a16="http://schemas.microsoft.com/office/drawing/2014/main" id="{5CDC3A80-CBE1-D3AF-966C-0A2511287E3A}"/>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6" name="object 15">
              <a:extLst>
                <a:ext uri="{FF2B5EF4-FFF2-40B4-BE49-F238E27FC236}">
                  <a16:creationId xmlns:a16="http://schemas.microsoft.com/office/drawing/2014/main" id="{584B1770-E2BB-7816-9B55-1511A75E994F}"/>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16">
              <a:extLst>
                <a:ext uri="{FF2B5EF4-FFF2-40B4-BE49-F238E27FC236}">
                  <a16:creationId xmlns:a16="http://schemas.microsoft.com/office/drawing/2014/main" id="{BE455EE2-1659-ABF1-E604-A72B9F222572}"/>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17">
              <a:extLst>
                <a:ext uri="{FF2B5EF4-FFF2-40B4-BE49-F238E27FC236}">
                  <a16:creationId xmlns:a16="http://schemas.microsoft.com/office/drawing/2014/main" id="{08B145E9-8971-A0B1-0A12-F01F6529F687}"/>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8" name="object 18">
              <a:extLst>
                <a:ext uri="{FF2B5EF4-FFF2-40B4-BE49-F238E27FC236}">
                  <a16:creationId xmlns:a16="http://schemas.microsoft.com/office/drawing/2014/main" id="{337FAA6E-6B9E-59D8-4A04-B6C1EBDA4B84}"/>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9" name="object 19">
              <a:extLst>
                <a:ext uri="{FF2B5EF4-FFF2-40B4-BE49-F238E27FC236}">
                  <a16:creationId xmlns:a16="http://schemas.microsoft.com/office/drawing/2014/main" id="{2F6BA458-CDA0-A1DD-79E5-196489527DC9}"/>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0">
              <a:extLst>
                <a:ext uri="{FF2B5EF4-FFF2-40B4-BE49-F238E27FC236}">
                  <a16:creationId xmlns:a16="http://schemas.microsoft.com/office/drawing/2014/main" id="{D6DC368D-5122-E5E1-F65F-A42A623D54D4}"/>
                </a:ext>
              </a:extLst>
            </p:cNvPr>
            <p:cNvSpPr>
              <a:spLocks/>
            </p:cNvSpPr>
            <p:nvPr/>
          </p:nvSpPr>
          <p:spPr bwMode="auto">
            <a:xfrm>
              <a:off x="3841750" y="8528049"/>
              <a:ext cx="1130300" cy="622300"/>
            </a:xfrm>
            <a:custGeom>
              <a:avLst/>
              <a:gdLst>
                <a:gd name="T0" fmla="*/ 0 w 1130300"/>
                <a:gd name="T1" fmla="*/ 0 h 622300"/>
                <a:gd name="T2" fmla="*/ 1130300 w 1130300"/>
                <a:gd name="T3" fmla="*/ 0 h 622300"/>
                <a:gd name="T4" fmla="*/ 1130300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300" y="0"/>
                  </a:lnTo>
                  <a:lnTo>
                    <a:pt x="1130300" y="622300"/>
                  </a:lnTo>
                  <a:lnTo>
                    <a:pt x="0" y="622300"/>
                  </a:lnTo>
                  <a:lnTo>
                    <a:pt x="0"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1">
              <a:extLst>
                <a:ext uri="{FF2B5EF4-FFF2-40B4-BE49-F238E27FC236}">
                  <a16:creationId xmlns:a16="http://schemas.microsoft.com/office/drawing/2014/main" id="{FE9E2EDE-7B69-3B7D-9F42-90642328285E}"/>
                </a:ext>
              </a:extLst>
            </p:cNvPr>
            <p:cNvSpPr>
              <a:spLocks/>
            </p:cNvSpPr>
            <p:nvPr/>
          </p:nvSpPr>
          <p:spPr bwMode="auto">
            <a:xfrm>
              <a:off x="3841750" y="8528049"/>
              <a:ext cx="1130300" cy="622300"/>
            </a:xfrm>
            <a:custGeom>
              <a:avLst/>
              <a:gdLst>
                <a:gd name="T0" fmla="*/ 0 w 1130300"/>
                <a:gd name="T1" fmla="*/ 0 h 622300"/>
                <a:gd name="T2" fmla="*/ 1130300 w 1130300"/>
                <a:gd name="T3" fmla="*/ 0 h 622300"/>
                <a:gd name="T4" fmla="*/ 1130300 w 1130300"/>
                <a:gd name="T5" fmla="*/ 622300 h 622300"/>
                <a:gd name="T6" fmla="*/ 0 w 1130300"/>
                <a:gd name="T7" fmla="*/ 622300 h 622300"/>
                <a:gd name="T8" fmla="*/ 0 w 11303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30300" h="622300">
                  <a:moveTo>
                    <a:pt x="0" y="0"/>
                  </a:moveTo>
                  <a:lnTo>
                    <a:pt x="1130300" y="0"/>
                  </a:lnTo>
                  <a:lnTo>
                    <a:pt x="1130300" y="622300"/>
                  </a:lnTo>
                  <a:lnTo>
                    <a:pt x="0" y="622300"/>
                  </a:lnTo>
                  <a:lnTo>
                    <a:pt x="0" y="0"/>
                  </a:lnTo>
                  <a:close/>
                </a:path>
              </a:pathLst>
            </a:custGeom>
            <a:noFill/>
            <a:ln w="12699"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2932188466"/>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3342C-D35F-55E3-1089-4125468080D6}"/>
            </a:ext>
          </a:extLst>
        </p:cNvPr>
        <p:cNvGrpSpPr/>
        <p:nvPr/>
      </p:nvGrpSpPr>
      <p:grpSpPr>
        <a:xfrm>
          <a:off x="0" y="0"/>
          <a:ext cx="0" cy="0"/>
          <a:chOff x="0" y="0"/>
          <a:chExt cx="0" cy="0"/>
        </a:xfrm>
      </p:grpSpPr>
      <p:sp>
        <p:nvSpPr>
          <p:cNvPr id="65538" name="object 3" descr="$PPTXTitle">
            <a:extLst>
              <a:ext uri="{FF2B5EF4-FFF2-40B4-BE49-F238E27FC236}">
                <a16:creationId xmlns:a16="http://schemas.microsoft.com/office/drawing/2014/main" id="{77DB18E5-F344-07B2-0E26-E2B6FE63ABDD}"/>
              </a:ext>
            </a:extLst>
          </p:cNvPr>
          <p:cNvSpPr>
            <a:spLocks noGrp="1" noChangeArrowheads="1"/>
          </p:cNvSpPr>
          <p:nvPr>
            <p:ph type="title"/>
          </p:nvPr>
        </p:nvSpPr>
        <p:spPr>
          <a:xfrm>
            <a:off x="428964" y="1480302"/>
            <a:ext cx="11809312" cy="1095364"/>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27940"/>
          <a:lstStyle/>
          <a:p>
            <a:pPr marL="469900" indent="-457200" algn="l">
              <a:lnSpc>
                <a:spcPts val="4300"/>
              </a:lnSpc>
              <a:spcBef>
                <a:spcPts val="213"/>
              </a:spcBef>
              <a:buFont typeface="Arial" panose="020B0604020202020204" pitchFamily="34" charset="0"/>
              <a:buChar char="•"/>
            </a:pPr>
            <a:r>
              <a:rPr lang="ru-RU" altLang="en-US" sz="3300" dirty="0" err="1">
                <a:solidFill>
                  <a:srgbClr val="000000"/>
                </a:solidFill>
                <a:latin typeface="Arial" panose="020B0604020202020204" pitchFamily="34" charset="0"/>
                <a:cs typeface="Calibri" panose="020F0502020204030204" pitchFamily="34" charset="0"/>
              </a:rPr>
              <a:t>Here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choose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finite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i="1" dirty="0">
                <a:solidFill>
                  <a:srgbClr val="000000"/>
                </a:solidFill>
                <a:latin typeface="Arial" panose="020B0604020202020204" pitchFamily="34" charset="0"/>
                <a:cs typeface="Arial" panose="020B060402020202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advance</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contrast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with</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small</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don’t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know</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i="1" dirty="0" err="1">
                <a:solidFill>
                  <a:srgbClr val="000000"/>
                </a:solidFill>
                <a:latin typeface="Arial" panose="020B0604020202020204" pitchFamily="34" charset="0"/>
                <a:cs typeface="Arial" panose="020B0604020202020204" pitchFamily="34" charset="0"/>
              </a:rPr>
              <a:t>K</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difficult</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to</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infer</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streaming</a:t>
            </a:r>
            <a:r>
              <a:rPr lang="ru-RU" altLang="en-US" sz="3300" dirty="0">
                <a:solidFill>
                  <a:srgbClr val="000000"/>
                </a:solidFill>
                <a:latin typeface="Arial" panose="020B0604020202020204" pitchFamily="34" charset="0"/>
                <a:cs typeface="Calibri" panose="020F0502020204030204" pitchFamily="34" charset="0"/>
              </a:rPr>
              <a:t> </a:t>
            </a:r>
            <a:r>
              <a:rPr lang="ru-RU" altLang="en-US" sz="3300" dirty="0" err="1">
                <a:solidFill>
                  <a:srgbClr val="000000"/>
                </a:solidFill>
                <a:latin typeface="Arial" panose="020B0604020202020204" pitchFamily="34" charset="0"/>
                <a:cs typeface="Calibri" panose="020F0502020204030204" pitchFamily="34" charset="0"/>
              </a:rPr>
              <a:t>dat</a:t>
            </a:r>
            <a:r>
              <a:rPr lang="en-US" altLang="en-US" sz="3300" dirty="0">
                <a:solidFill>
                  <a:srgbClr val="000000"/>
                </a:solidFill>
                <a:latin typeface="Arial" panose="020B0604020202020204" pitchFamily="34" charset="0"/>
                <a:cs typeface="Calibri" panose="020F0502020204030204" pitchFamily="34" charset="0"/>
              </a:rPr>
              <a:t>a</a:t>
            </a:r>
            <a:endParaRPr lang="ru-RU" altLang="en-US" sz="3300" dirty="0">
              <a:solidFill>
                <a:srgbClr val="000000"/>
              </a:solidFill>
              <a:latin typeface="Arial" panose="020B0604020202020204" pitchFamily="34" charset="0"/>
              <a:cs typeface="Arial" panose="020B0604020202020204" pitchFamily="34" charset="0"/>
            </a:endParaRPr>
          </a:p>
        </p:txBody>
      </p:sp>
      <p:sp>
        <p:nvSpPr>
          <p:cNvPr id="65542" name="object 9">
            <a:extLst>
              <a:ext uri="{FF2B5EF4-FFF2-40B4-BE49-F238E27FC236}">
                <a16:creationId xmlns:a16="http://schemas.microsoft.com/office/drawing/2014/main" id="{6BB5F2C6-AABC-6FBD-09D8-3D527868CA9A}"/>
              </a:ext>
            </a:extLst>
          </p:cNvPr>
          <p:cNvSpPr txBox="1">
            <a:spLocks noChangeArrowheads="1"/>
          </p:cNvSpPr>
          <p:nvPr/>
        </p:nvSpPr>
        <p:spPr bwMode="auto">
          <a:xfrm>
            <a:off x="158750" y="9501188"/>
            <a:ext cx="16668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9</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76A401A-8D26-0C93-940D-76A56A4836CB}"/>
                  </a:ext>
                </a:extLst>
              </p:cNvPr>
              <p:cNvSpPr txBox="1"/>
              <p:nvPr/>
            </p:nvSpPr>
            <p:spPr>
              <a:xfrm>
                <a:off x="428964" y="159984"/>
                <a:ext cx="5445978" cy="1015663"/>
              </a:xfrm>
              <a:prstGeom prst="rect">
                <a:avLst/>
              </a:prstGeom>
              <a:noFill/>
            </p:spPr>
            <p:txBody>
              <a:bodyPr wrap="none" rtlCol="0">
                <a:spAutoFit/>
              </a:bodyPr>
              <a:lstStyle/>
              <a:p>
                <a:r>
                  <a:rPr lang="en-US" sz="6000" dirty="0"/>
                  <a:t>Choosing </a:t>
                </a:r>
                <a14:m>
                  <m:oMath xmlns:m="http://schemas.openxmlformats.org/officeDocument/2006/math">
                    <m:r>
                      <a:rPr lang="en-US" sz="6000" b="0" i="1" smtClean="0">
                        <a:latin typeface="Cambria Math" panose="02040503050406030204" pitchFamily="18" charset="0"/>
                      </a:rPr>
                      <m:t>𝐾</m:t>
                    </m:r>
                    <m:r>
                      <a:rPr lang="en-US" sz="6000" b="0" i="1" smtClean="0">
                        <a:latin typeface="Cambria Math" panose="02040503050406030204" pitchFamily="18" charset="0"/>
                      </a:rPr>
                      <m:t>=∞</m:t>
                    </m:r>
                  </m:oMath>
                </a14:m>
                <a:endParaRPr lang="en-US" sz="6000" dirty="0"/>
              </a:p>
            </p:txBody>
          </p:sp>
        </mc:Choice>
        <mc:Fallback>
          <p:sp>
            <p:nvSpPr>
              <p:cNvPr id="2" name="TextBox 1">
                <a:extLst>
                  <a:ext uri="{FF2B5EF4-FFF2-40B4-BE49-F238E27FC236}">
                    <a16:creationId xmlns:a16="http://schemas.microsoft.com/office/drawing/2014/main" id="{376A401A-8D26-0C93-940D-76A56A4836CB}"/>
                  </a:ext>
                </a:extLst>
              </p:cNvPr>
              <p:cNvSpPr txBox="1">
                <a:spLocks noRot="1" noChangeAspect="1" noMove="1" noResize="1" noEditPoints="1" noAdjustHandles="1" noChangeArrowheads="1" noChangeShapeType="1" noTextEdit="1"/>
              </p:cNvSpPr>
              <p:nvPr/>
            </p:nvSpPr>
            <p:spPr>
              <a:xfrm>
                <a:off x="428964" y="159984"/>
                <a:ext cx="5445978" cy="1015663"/>
              </a:xfrm>
              <a:prstGeom prst="rect">
                <a:avLst/>
              </a:prstGeom>
              <a:blipFill>
                <a:blip r:embed="rId3"/>
                <a:stretch>
                  <a:fillRect l="-6744" t="-17284" r="-930" b="-395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0152C65A-C78A-A0D8-525B-9EB119EF75A0}"/>
                  </a:ext>
                </a:extLst>
              </p:cNvPr>
              <p:cNvSpPr txBox="1"/>
              <p:nvPr/>
            </p:nvSpPr>
            <p:spPr>
              <a:xfrm>
                <a:off x="325438" y="2678883"/>
                <a:ext cx="11377264" cy="1107996"/>
              </a:xfrm>
              <a:prstGeom prst="rect">
                <a:avLst/>
              </a:prstGeom>
              <a:noFill/>
            </p:spPr>
            <p:txBody>
              <a:bodyPr wrap="square" rtlCol="0">
                <a:spAutoFit/>
              </a:bodyPr>
              <a:lstStyle/>
              <a:p>
                <a:pPr marL="285750" indent="-285750">
                  <a:buFont typeface="Arial" panose="020B0604020202020204" pitchFamily="34" charset="0"/>
                  <a:buChar char="•"/>
                </a:pPr>
                <a:r>
                  <a:rPr lang="en-US" sz="3300" dirty="0"/>
                  <a:t>How to generate </a:t>
                </a:r>
                <a14:m>
                  <m:oMath xmlns:m="http://schemas.openxmlformats.org/officeDocument/2006/math">
                    <m:r>
                      <a:rPr lang="en-US" sz="3300" b="0" i="1" smtClean="0">
                        <a:latin typeface="Cambria Math" panose="02040503050406030204" pitchFamily="18" charset="0"/>
                      </a:rPr>
                      <m:t>𝐾</m:t>
                    </m:r>
                    <m:r>
                      <a:rPr lang="en-US" sz="3300" b="0" i="1" smtClean="0">
                        <a:latin typeface="Cambria Math" panose="02040503050406030204" pitchFamily="18" charset="0"/>
                      </a:rPr>
                      <m:t>=∞</m:t>
                    </m:r>
                  </m:oMath>
                </a14:m>
                <a:r>
                  <a:rPr lang="en-US" sz="3300" dirty="0"/>
                  <a:t> strictly positive frequencies that sum to one?</a:t>
                </a:r>
              </a:p>
            </p:txBody>
          </p:sp>
        </mc:Choice>
        <mc:Fallback>
          <p:sp>
            <p:nvSpPr>
              <p:cNvPr id="3" name="TextBox 2">
                <a:extLst>
                  <a:ext uri="{FF2B5EF4-FFF2-40B4-BE49-F238E27FC236}">
                    <a16:creationId xmlns:a16="http://schemas.microsoft.com/office/drawing/2014/main" id="{0152C65A-C78A-A0D8-525B-9EB119EF75A0}"/>
                  </a:ext>
                </a:extLst>
              </p:cNvPr>
              <p:cNvSpPr txBox="1">
                <a:spLocks noRot="1" noChangeAspect="1" noMove="1" noResize="1" noEditPoints="1" noAdjustHandles="1" noChangeArrowheads="1" noChangeShapeType="1" noTextEdit="1"/>
              </p:cNvSpPr>
              <p:nvPr/>
            </p:nvSpPr>
            <p:spPr>
              <a:xfrm>
                <a:off x="325438" y="2678883"/>
                <a:ext cx="11377264" cy="1107996"/>
              </a:xfrm>
              <a:prstGeom prst="rect">
                <a:avLst/>
              </a:prstGeom>
              <a:blipFill>
                <a:blip r:embed="rId4"/>
                <a:stretch>
                  <a:fillRect l="-1338" t="-6742" b="-16854"/>
                </a:stretch>
              </a:blipFill>
            </p:spPr>
            <p:txBody>
              <a:bodyPr/>
              <a:lstStyle/>
              <a:p>
                <a:r>
                  <a:rPr lang="en-US">
                    <a:noFill/>
                  </a:rPr>
                  <a:t> </a:t>
                </a:r>
              </a:p>
            </p:txBody>
          </p:sp>
        </mc:Fallback>
      </mc:AlternateContent>
      <p:grpSp>
        <p:nvGrpSpPr>
          <p:cNvPr id="5" name="object 7">
            <a:extLst>
              <a:ext uri="{FF2B5EF4-FFF2-40B4-BE49-F238E27FC236}">
                <a16:creationId xmlns:a16="http://schemas.microsoft.com/office/drawing/2014/main" id="{0C29C222-EA34-7E27-F6D8-C02A97A2AE7D}"/>
              </a:ext>
            </a:extLst>
          </p:cNvPr>
          <p:cNvGrpSpPr>
            <a:grpSpLocks/>
          </p:cNvGrpSpPr>
          <p:nvPr/>
        </p:nvGrpSpPr>
        <p:grpSpPr bwMode="auto">
          <a:xfrm>
            <a:off x="467885" y="5519285"/>
            <a:ext cx="4635500" cy="635000"/>
            <a:chOff x="342900" y="5943600"/>
            <a:chExt cx="4635500" cy="635000"/>
          </a:xfrm>
        </p:grpSpPr>
        <p:sp>
          <p:nvSpPr>
            <p:cNvPr id="17" name="object 8">
              <a:extLst>
                <a:ext uri="{FF2B5EF4-FFF2-40B4-BE49-F238E27FC236}">
                  <a16:creationId xmlns:a16="http://schemas.microsoft.com/office/drawing/2014/main" id="{3FCE20DE-895F-22D2-8779-BB2CA0637BD5}"/>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8" name="object 9">
              <a:extLst>
                <a:ext uri="{FF2B5EF4-FFF2-40B4-BE49-F238E27FC236}">
                  <a16:creationId xmlns:a16="http://schemas.microsoft.com/office/drawing/2014/main" id="{29BAE657-FA3F-8682-67FD-4B29B9DA86D7}"/>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grpSp>
        <p:nvGrpSpPr>
          <p:cNvPr id="4" name="object 3">
            <a:extLst>
              <a:ext uri="{FF2B5EF4-FFF2-40B4-BE49-F238E27FC236}">
                <a16:creationId xmlns:a16="http://schemas.microsoft.com/office/drawing/2014/main" id="{EA708AEB-3A6C-733D-997C-908226F0E232}"/>
              </a:ext>
            </a:extLst>
          </p:cNvPr>
          <p:cNvGrpSpPr>
            <a:grpSpLocks/>
          </p:cNvGrpSpPr>
          <p:nvPr/>
        </p:nvGrpSpPr>
        <p:grpSpPr bwMode="auto">
          <a:xfrm>
            <a:off x="453728" y="6172944"/>
            <a:ext cx="3505200" cy="1892300"/>
            <a:chOff x="342900" y="6642100"/>
            <a:chExt cx="3505200" cy="1892300"/>
          </a:xfrm>
        </p:grpSpPr>
        <p:sp>
          <p:nvSpPr>
            <p:cNvPr id="6" name="object 4">
              <a:extLst>
                <a:ext uri="{FF2B5EF4-FFF2-40B4-BE49-F238E27FC236}">
                  <a16:creationId xmlns:a16="http://schemas.microsoft.com/office/drawing/2014/main" id="{FA864DDE-DDD0-25C6-43CF-4EB44D41169C}"/>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7" name="object 5">
              <a:extLst>
                <a:ext uri="{FF2B5EF4-FFF2-40B4-BE49-F238E27FC236}">
                  <a16:creationId xmlns:a16="http://schemas.microsoft.com/office/drawing/2014/main" id="{FFD90932-3086-3569-3CE8-774B0B577F47}"/>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8" name="object 6">
              <a:extLst>
                <a:ext uri="{FF2B5EF4-FFF2-40B4-BE49-F238E27FC236}">
                  <a16:creationId xmlns:a16="http://schemas.microsoft.com/office/drawing/2014/main" id="{BDC51FE5-E49B-ED84-56C9-B9D579E5AC65}"/>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 name="object 7">
              <a:extLst>
                <a:ext uri="{FF2B5EF4-FFF2-40B4-BE49-F238E27FC236}">
                  <a16:creationId xmlns:a16="http://schemas.microsoft.com/office/drawing/2014/main" id="{851E2306-A421-A2CF-DB72-2CA7DC7AB721}"/>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0" name="object 8">
              <a:extLst>
                <a:ext uri="{FF2B5EF4-FFF2-40B4-BE49-F238E27FC236}">
                  <a16:creationId xmlns:a16="http://schemas.microsoft.com/office/drawing/2014/main" id="{B1EE7499-BABA-69DB-DC9A-2218AE3EDD89}"/>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1" name="object 9">
              <a:extLst>
                <a:ext uri="{FF2B5EF4-FFF2-40B4-BE49-F238E27FC236}">
                  <a16:creationId xmlns:a16="http://schemas.microsoft.com/office/drawing/2014/main" id="{2D29FD84-1C81-79ED-AE59-910C359F1759}"/>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12" name="object 17">
            <a:extLst>
              <a:ext uri="{FF2B5EF4-FFF2-40B4-BE49-F238E27FC236}">
                <a16:creationId xmlns:a16="http://schemas.microsoft.com/office/drawing/2014/main" id="{74DB1F78-68B3-C5EE-FBA9-443042566D0C}"/>
              </a:ext>
            </a:extLst>
          </p:cNvPr>
          <p:cNvSpPr txBox="1">
            <a:spLocks noChangeArrowheads="1"/>
          </p:cNvSpPr>
          <p:nvPr/>
        </p:nvSpPr>
        <p:spPr bwMode="auto">
          <a:xfrm>
            <a:off x="4212928" y="7890619"/>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p:spTree>
    <p:extLst>
      <p:ext uri="{BB962C8B-B14F-4D97-AF65-F5344CB8AC3E}">
        <p14:creationId xmlns:p14="http://schemas.microsoft.com/office/powerpoint/2010/main" val="3511331834"/>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7" name="object 2" descr="$PPTXTitle">
            <a:extLst>
              <a:ext uri="{FF2B5EF4-FFF2-40B4-BE49-F238E27FC236}">
                <a16:creationId xmlns:a16="http://schemas.microsoft.com/office/drawing/2014/main" id="{EE0140B7-65D5-C124-D1E5-2094F44BFB99}"/>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6018" name="object 3">
            <a:extLst>
              <a:ext uri="{FF2B5EF4-FFF2-40B4-BE49-F238E27FC236}">
                <a16:creationId xmlns:a16="http://schemas.microsoft.com/office/drawing/2014/main" id="{F2FE8A8B-0424-26E4-43EF-32F4BA80157B}"/>
              </a:ext>
            </a:extLst>
          </p:cNvPr>
          <p:cNvGrpSpPr>
            <a:grpSpLocks/>
          </p:cNvGrpSpPr>
          <p:nvPr/>
        </p:nvGrpSpPr>
        <p:grpSpPr bwMode="auto">
          <a:xfrm>
            <a:off x="342900" y="5943600"/>
            <a:ext cx="4635500" cy="635000"/>
            <a:chOff x="342900" y="5943600"/>
            <a:chExt cx="4635500" cy="635000"/>
          </a:xfrm>
        </p:grpSpPr>
        <p:sp>
          <p:nvSpPr>
            <p:cNvPr id="86025" name="object 4">
              <a:extLst>
                <a:ext uri="{FF2B5EF4-FFF2-40B4-BE49-F238E27FC236}">
                  <a16:creationId xmlns:a16="http://schemas.microsoft.com/office/drawing/2014/main" id="{A6516BD9-7CC5-97A1-5D92-C380CEE0A14C}"/>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6026" name="object 5">
              <a:extLst>
                <a:ext uri="{FF2B5EF4-FFF2-40B4-BE49-F238E27FC236}">
                  <a16:creationId xmlns:a16="http://schemas.microsoft.com/office/drawing/2014/main" id="{7EA9B88D-D7BE-26F9-F210-75A9C5847918}"/>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6019" name="object 6">
            <a:extLst>
              <a:ext uri="{FF2B5EF4-FFF2-40B4-BE49-F238E27FC236}">
                <a16:creationId xmlns:a16="http://schemas.microsoft.com/office/drawing/2014/main" id="{678C7F63-3711-B258-2B9A-C7196A037B81}"/>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6020" name="object 7">
            <a:extLst>
              <a:ext uri="{FF2B5EF4-FFF2-40B4-BE49-F238E27FC236}">
                <a16:creationId xmlns:a16="http://schemas.microsoft.com/office/drawing/2014/main" id="{58DEE4BB-836F-A2E2-6A31-351136ABFFA8}"/>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6021" name="object 8">
            <a:extLst>
              <a:ext uri="{FF2B5EF4-FFF2-40B4-BE49-F238E27FC236}">
                <a16:creationId xmlns:a16="http://schemas.microsoft.com/office/drawing/2014/main" id="{0145D357-992B-E87A-EEFB-A74E79A03052}"/>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6022" name="object 9">
            <a:extLst>
              <a:ext uri="{FF2B5EF4-FFF2-40B4-BE49-F238E27FC236}">
                <a16:creationId xmlns:a16="http://schemas.microsoft.com/office/drawing/2014/main" id="{163B151D-3C40-C697-7E3D-44D797D4F927}"/>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6023" name="object 10">
            <a:extLst>
              <a:ext uri="{FF2B5EF4-FFF2-40B4-BE49-F238E27FC236}">
                <a16:creationId xmlns:a16="http://schemas.microsoft.com/office/drawing/2014/main" id="{98326B9A-8909-A912-95D4-3E4E1F3E4390}"/>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6024" name="object 11">
            <a:extLst>
              <a:ext uri="{FF2B5EF4-FFF2-40B4-BE49-F238E27FC236}">
                <a16:creationId xmlns:a16="http://schemas.microsoft.com/office/drawing/2014/main" id="{400CFF64-9A18-9C0B-BEBA-86E82B3AF203}"/>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5B7B8BC5-578E-53E0-B233-31C58A3723A4}"/>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7F81CC1B-F024-FC66-C050-0CBCA3D14093}"/>
              </a:ext>
            </a:extLst>
          </p:cNvPr>
          <p:cNvGrpSpPr>
            <a:grpSpLocks/>
          </p:cNvGrpSpPr>
          <p:nvPr/>
        </p:nvGrpSpPr>
        <p:grpSpPr bwMode="auto">
          <a:xfrm>
            <a:off x="628650" y="5803574"/>
            <a:ext cx="4635500" cy="635000"/>
            <a:chOff x="342900" y="5943600"/>
            <a:chExt cx="4635500" cy="635000"/>
          </a:xfrm>
        </p:grpSpPr>
        <p:sp>
          <p:nvSpPr>
            <p:cNvPr id="87050" name="object 4">
              <a:extLst>
                <a:ext uri="{FF2B5EF4-FFF2-40B4-BE49-F238E27FC236}">
                  <a16:creationId xmlns:a16="http://schemas.microsoft.com/office/drawing/2014/main" id="{E6DB2F30-12DC-932A-FFA4-50C28919A303}"/>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451298F8-EB07-93D4-88CB-B7C507632AD7}"/>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603CCC38-B513-5A05-8BA8-664284D290B1}"/>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78D03DB7-4AEF-19C1-2AD9-BDB2207D811D}"/>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D696FA35-D068-E98B-1E1E-A6B081D4C3BC}"/>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9" name="object 12">
            <a:extLst>
              <a:ext uri="{FF2B5EF4-FFF2-40B4-BE49-F238E27FC236}">
                <a16:creationId xmlns:a16="http://schemas.microsoft.com/office/drawing/2014/main" id="{BE3BC561-BE0C-499A-A9C6-3590DC8D364D}"/>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8B283F5-D6BA-ED35-3BBA-5ED15582B5D2}"/>
                  </a:ext>
                </a:extLst>
              </p:cNvPr>
              <p:cNvSpPr txBox="1"/>
              <p:nvPr/>
            </p:nvSpPr>
            <p:spPr>
              <a:xfrm>
                <a:off x="5467783" y="6604992"/>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C8B283F5-D6BA-ED35-3BBA-5ED15582B5D2}"/>
                  </a:ext>
                </a:extLst>
              </p:cNvPr>
              <p:cNvSpPr txBox="1">
                <a:spLocks noRot="1" noChangeAspect="1" noMove="1" noResize="1" noEditPoints="1" noAdjustHandles="1" noChangeArrowheads="1" noChangeShapeType="1" noTextEdit="1"/>
              </p:cNvSpPr>
              <p:nvPr/>
            </p:nvSpPr>
            <p:spPr>
              <a:xfrm>
                <a:off x="5467783" y="6604992"/>
                <a:ext cx="2464521" cy="384721"/>
              </a:xfrm>
              <a:prstGeom prst="rect">
                <a:avLst/>
              </a:prstGeom>
              <a:blipFill>
                <a:blip r:embed="rId3"/>
                <a:stretch>
                  <a:fillRect l="-4615" b="-12500"/>
                </a:stretch>
              </a:blipFill>
            </p:spPr>
            <p:txBody>
              <a:bodyPr/>
              <a:lstStyle/>
              <a:p>
                <a:r>
                  <a:rPr lang="en-US">
                    <a:noFill/>
                  </a:rPr>
                  <a:t> </a:t>
                </a:r>
              </a:p>
            </p:txBody>
          </p:sp>
        </mc:Fallback>
      </mc:AlternateContent>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F7435-076F-F2C4-B994-AB4A1CF91936}"/>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789A8DE2-89BC-6C4C-830A-35F517764F1E}"/>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4BF7212F-9A70-E30C-99B7-68AEDC5E4687}"/>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E7301021-AA7A-394D-B9B4-1E73173BE81F}"/>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004D45FE-A7BE-5A45-CDA6-0A3917212EAE}"/>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0C1E1957-428E-7A2A-CCEB-9EF4A237763C}"/>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678C0546-974E-B2BD-A5D7-89E9A7209185}"/>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D11A7EA0-36BB-A4DD-631B-FBBDA52EE784}"/>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A1D01EB7-9B11-93A5-0EFD-B68BEC8D5E21}"/>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168BEC92-A9A5-2524-F93D-63BE3D6B7C79}"/>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E846611C-7A14-9400-0239-EF939F323D67}"/>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8EF548E-B7BD-C2F0-CEAF-0C97A8EC4129}"/>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38EF548E-B7BD-C2F0-CEAF-0C97A8EC4129}"/>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097AD112-2163-C42C-18E5-36EA55BC323D}"/>
              </a:ext>
            </a:extLst>
          </p:cNvPr>
          <p:cNvGrpSpPr>
            <a:grpSpLocks/>
          </p:cNvGrpSpPr>
          <p:nvPr/>
        </p:nvGrpSpPr>
        <p:grpSpPr bwMode="auto">
          <a:xfrm>
            <a:off x="342900" y="6642100"/>
            <a:ext cx="927100" cy="635000"/>
            <a:chOff x="342900" y="6642100"/>
            <a:chExt cx="927100" cy="635000"/>
          </a:xfrm>
        </p:grpSpPr>
        <p:sp>
          <p:nvSpPr>
            <p:cNvPr id="4" name="object 4">
              <a:extLst>
                <a:ext uri="{FF2B5EF4-FFF2-40B4-BE49-F238E27FC236}">
                  <a16:creationId xmlns:a16="http://schemas.microsoft.com/office/drawing/2014/main" id="{2186933D-C980-30D9-9754-8449CF28AF2E}"/>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140C34B5-4852-BB9E-C19C-B6322EF99352}"/>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A336790A-3AFB-5C80-A6CE-3867E803DAAF}"/>
                  </a:ext>
                </a:extLst>
              </p:cNvPr>
              <p:cNvSpPr txBox="1"/>
              <p:nvPr/>
            </p:nvSpPr>
            <p:spPr>
              <a:xfrm>
                <a:off x="9780694" y="6627248"/>
                <a:ext cx="1158266"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A336790A-3AFB-5C80-A6CE-3867E803DAAF}"/>
                  </a:ext>
                </a:extLst>
              </p:cNvPr>
              <p:cNvSpPr txBox="1">
                <a:spLocks noRot="1" noChangeAspect="1" noMove="1" noResize="1" noEditPoints="1" noAdjustHandles="1" noChangeArrowheads="1" noChangeShapeType="1" noTextEdit="1"/>
              </p:cNvSpPr>
              <p:nvPr/>
            </p:nvSpPr>
            <p:spPr>
              <a:xfrm>
                <a:off x="9780694" y="6627248"/>
                <a:ext cx="1158266" cy="384721"/>
              </a:xfrm>
              <a:prstGeom prst="rect">
                <a:avLst/>
              </a:prstGeom>
              <a:blipFill>
                <a:blip r:embed="rId4"/>
                <a:stretch>
                  <a:fillRect l="-5376" t="-9677" r="-2151" b="-38710"/>
                </a:stretch>
              </a:blipFill>
            </p:spPr>
            <p:txBody>
              <a:bodyPr/>
              <a:lstStyle/>
              <a:p>
                <a:r>
                  <a:rPr lang="en-US">
                    <a:noFill/>
                  </a:rPr>
                  <a:t> </a:t>
                </a:r>
              </a:p>
            </p:txBody>
          </p:sp>
        </mc:Fallback>
      </mc:AlternateContent>
    </p:spTree>
    <p:extLst>
      <p:ext uri="{BB962C8B-B14F-4D97-AF65-F5344CB8AC3E}">
        <p14:creationId xmlns:p14="http://schemas.microsoft.com/office/powerpoint/2010/main" val="4247036876"/>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CFE26-3154-7BA1-34BF-3CC9ED41C73A}"/>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9402399D-5C45-CB50-5126-DF1477C25323}"/>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6927B138-BAF7-CCEF-654B-D4022E0FCCBA}"/>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AEA2E33E-5318-0A83-D8A8-6240DB7AB1EC}"/>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E0564D98-D31F-4A97-AF1A-7EAC6AEE8FED}"/>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811DDF7C-4478-83A8-8D6A-D2DAA27A8248}"/>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5863008C-221E-C30F-C238-9D538892A8DB}"/>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4074CF43-EC88-BD82-F8A9-5E788F2585B7}"/>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D3F47B3C-0835-4543-0912-05BB39FF528B}"/>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4B932DB1-6474-A5F7-1D0E-6983FF5E9D2D}"/>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1550E30D-5424-24E3-FE27-69EFB20EDEDA}"/>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73E3392-B6C7-D618-272D-E9FB65314C20}"/>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273E3392-B6C7-D618-272D-E9FB65314C20}"/>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15257D91-2C45-2DE5-9CBE-33F1FA67C9DB}"/>
              </a:ext>
            </a:extLst>
          </p:cNvPr>
          <p:cNvGrpSpPr>
            <a:grpSpLocks/>
          </p:cNvGrpSpPr>
          <p:nvPr/>
        </p:nvGrpSpPr>
        <p:grpSpPr bwMode="auto">
          <a:xfrm>
            <a:off x="342900" y="6642100"/>
            <a:ext cx="927100" cy="635000"/>
            <a:chOff x="342900" y="6642100"/>
            <a:chExt cx="927100" cy="635000"/>
          </a:xfrm>
        </p:grpSpPr>
        <p:sp>
          <p:nvSpPr>
            <p:cNvPr id="4" name="object 4">
              <a:extLst>
                <a:ext uri="{FF2B5EF4-FFF2-40B4-BE49-F238E27FC236}">
                  <a16:creationId xmlns:a16="http://schemas.microsoft.com/office/drawing/2014/main" id="{8DB08460-4DB9-9498-C175-7473B707D08E}"/>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6FAD8E56-B1D1-7D13-08E3-42179533AE59}"/>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37349C4-FF17-8883-925B-3C6283FCEAFA}"/>
                  </a:ext>
                </a:extLst>
              </p:cNvPr>
              <p:cNvSpPr txBox="1"/>
              <p:nvPr/>
            </p:nvSpPr>
            <p:spPr>
              <a:xfrm>
                <a:off x="9780694" y="6627248"/>
                <a:ext cx="1158266"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237349C4-FF17-8883-925B-3C6283FCEAFA}"/>
                  </a:ext>
                </a:extLst>
              </p:cNvPr>
              <p:cNvSpPr txBox="1">
                <a:spLocks noRot="1" noChangeAspect="1" noMove="1" noResize="1" noEditPoints="1" noAdjustHandles="1" noChangeArrowheads="1" noChangeShapeType="1" noTextEdit="1"/>
              </p:cNvSpPr>
              <p:nvPr/>
            </p:nvSpPr>
            <p:spPr>
              <a:xfrm>
                <a:off x="9780694" y="6627248"/>
                <a:ext cx="1158266" cy="384721"/>
              </a:xfrm>
              <a:prstGeom prst="rect">
                <a:avLst/>
              </a:prstGeom>
              <a:blipFill>
                <a:blip r:embed="rId4"/>
                <a:stretch>
                  <a:fillRect l="-5376" t="-9677" r="-2151"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470F3F2-F8AF-28C6-F6DC-F157663906AF}"/>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1470F3F2-F8AF-28C6-F6DC-F157663906AF}"/>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p:spTree>
    <p:extLst>
      <p:ext uri="{BB962C8B-B14F-4D97-AF65-F5344CB8AC3E}">
        <p14:creationId xmlns:p14="http://schemas.microsoft.com/office/powerpoint/2010/main" val="180860749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C9517-5EA4-ECE8-131D-FA91FECAA3A8}"/>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48107A19-22F1-C667-0AD5-81F3DBE30006}"/>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D97B3696-8E98-6804-4536-FA33805D43E2}"/>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90D95A05-10A4-B4BC-26E2-66822AC721DF}"/>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2DEC709A-BD72-A46C-5B1F-6BFA406024EC}"/>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1A8BA38E-85FF-ACB3-BCE6-165001947E19}"/>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A7854405-7E33-EFC7-E99B-502544743A7B}"/>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375919A2-35AA-9FDA-11D2-32E081CEBF6C}"/>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423F9733-6B9B-1D00-90AD-40AC016F8EE0}"/>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0931CA5A-F975-2706-7439-002662876654}"/>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9C840BBC-4EBF-BCD7-6F68-850BD29A1226}"/>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0972E31-5648-151E-CD65-7F9F1886B893}"/>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C0972E31-5648-151E-CD65-7F9F1886B893}"/>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85A0A5A-C4D8-BF12-F2A3-7C0ECFD66934}"/>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185A0A5A-C4D8-BF12-F2A3-7C0ECFD66934}"/>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4"/>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3C0E3AE-ABEF-906B-CA77-13A575CA5B7F}"/>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E3C0E3AE-ABEF-906B-CA77-13A575CA5B7F}"/>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p:grpSp>
        <p:nvGrpSpPr>
          <p:cNvPr id="8" name="object 3">
            <a:extLst>
              <a:ext uri="{FF2B5EF4-FFF2-40B4-BE49-F238E27FC236}">
                <a16:creationId xmlns:a16="http://schemas.microsoft.com/office/drawing/2014/main" id="{E80C64D2-749C-627E-8745-488E8F16B45E}"/>
              </a:ext>
            </a:extLst>
          </p:cNvPr>
          <p:cNvGrpSpPr>
            <a:grpSpLocks/>
          </p:cNvGrpSpPr>
          <p:nvPr/>
        </p:nvGrpSpPr>
        <p:grpSpPr bwMode="auto">
          <a:xfrm>
            <a:off x="342900" y="6642100"/>
            <a:ext cx="2908300" cy="1257300"/>
            <a:chOff x="342900" y="6642100"/>
            <a:chExt cx="2908300" cy="1257300"/>
          </a:xfrm>
        </p:grpSpPr>
        <p:sp>
          <p:nvSpPr>
            <p:cNvPr id="9" name="object 4">
              <a:extLst>
                <a:ext uri="{FF2B5EF4-FFF2-40B4-BE49-F238E27FC236}">
                  <a16:creationId xmlns:a16="http://schemas.microsoft.com/office/drawing/2014/main" id="{149B623A-BD04-17F0-9C7D-612056070C0C}"/>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0" name="object 5">
              <a:extLst>
                <a:ext uri="{FF2B5EF4-FFF2-40B4-BE49-F238E27FC236}">
                  <a16:creationId xmlns:a16="http://schemas.microsoft.com/office/drawing/2014/main" id="{DE4C8114-CC6A-C42A-DF29-4C02C786F23A}"/>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6">
              <a:extLst>
                <a:ext uri="{FF2B5EF4-FFF2-40B4-BE49-F238E27FC236}">
                  <a16:creationId xmlns:a16="http://schemas.microsoft.com/office/drawing/2014/main" id="{641BEB63-FBCF-F0C9-A7DD-164614F906E6}"/>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2" name="object 7">
              <a:extLst>
                <a:ext uri="{FF2B5EF4-FFF2-40B4-BE49-F238E27FC236}">
                  <a16:creationId xmlns:a16="http://schemas.microsoft.com/office/drawing/2014/main" id="{8C9D7D8C-8BDF-3C8F-DE39-2996B386BE6F}"/>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04F2F87D-C2D5-6B6E-6CC7-5A526D7BC4FA}"/>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04F2F87D-C2D5-6B6E-6CC7-5A526D7BC4FA}"/>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6"/>
                <a:stretch>
                  <a:fillRect l="-2116" t="-9677" r="-1058" b="-35484"/>
                </a:stretch>
              </a:blipFill>
            </p:spPr>
            <p:txBody>
              <a:bodyPr/>
              <a:lstStyle/>
              <a:p>
                <a:r>
                  <a:rPr lang="en-US">
                    <a:noFill/>
                  </a:rPr>
                  <a:t> </a:t>
                </a:r>
              </a:p>
            </p:txBody>
          </p:sp>
        </mc:Fallback>
      </mc:AlternateContent>
    </p:spTree>
    <p:extLst>
      <p:ext uri="{BB962C8B-B14F-4D97-AF65-F5344CB8AC3E}">
        <p14:creationId xmlns:p14="http://schemas.microsoft.com/office/powerpoint/2010/main" val="8278973"/>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AF2F1-BBC5-B81E-90DE-B46D27A17771}"/>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D3D31D03-DD0A-E50F-1762-A961EC56B56D}"/>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C878C4B0-6DD0-EEB1-D613-65A673E2B5ED}"/>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F0FE38E7-A459-023D-A02E-B8D2B0806C8C}"/>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15F54A64-FDEC-1818-C6A1-33D1B11B0D2E}"/>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4F3F5A5F-7981-C7B2-EE89-6C3C598A333F}"/>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0A3B8064-BAB2-C62F-34C5-7A7E8DC07223}"/>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6ADA2FB8-4E3D-FCC3-2564-8703781E3CAE}"/>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A23D0926-AD13-E5C4-3D0C-0CF1F512F620}"/>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A2A3B2FD-7D62-0A3D-DED7-177BA036F7BE}"/>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75F80134-72D4-1D2C-B084-F2AB7C5FFA1F}"/>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D467770-3753-7A69-AEA3-EC960FC98651}"/>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ED467770-3753-7A69-AEA3-EC960FC98651}"/>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2C5D366-9AC2-4642-F889-16C24BB72BA8}"/>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62C5D366-9AC2-4642-F889-16C24BB72BA8}"/>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4"/>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487BD64-F92C-B728-47E4-D1259130493F}"/>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C487BD64-F92C-B728-47E4-D1259130493F}"/>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1C1D437A-50D4-89A7-6C4F-113F0B40B9B1}"/>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1C1D437A-50D4-89A7-6C4F-113F0B40B9B1}"/>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6"/>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F251E422-F024-14C4-DFB4-E6913699BE45}"/>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C7AA24C8-EB32-05B5-8133-075225E1F4EC}"/>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106D0649-AA87-1A0E-C1BF-11F2109D3964}"/>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B8AF1001-8E0D-B99F-5B53-CEF6D68A1B4B}"/>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E15666B9-D61B-E7D0-22E1-1FC305175A98}"/>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E03506B0-7541-DD9D-9648-4D339E6A55AB}"/>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A7C44BF8-5402-6559-B6A8-6F8F466B1C6E}"/>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Tree>
    <p:extLst>
      <p:ext uri="{BB962C8B-B14F-4D97-AF65-F5344CB8AC3E}">
        <p14:creationId xmlns:p14="http://schemas.microsoft.com/office/powerpoint/2010/main" val="1496550205"/>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53C5F-1CC1-F96C-D7D2-7C95F9693B73}"/>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6B2A1946-832D-AE29-91BD-AEC3B44E083B}"/>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236CD5B4-6E63-7424-3B45-AF4520496CC8}"/>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27160FF3-E4CE-D334-471F-A1009EB92449}"/>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8C5EE5C4-4D0E-3369-2AAC-52DDEFB41D21}"/>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33A9A6D9-0AF5-CC5B-6777-048E2A41DD97}"/>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72FC6C5A-6F08-D7BF-D172-F4580C30108E}"/>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7CFC7094-459E-3788-A407-284DD4581BC7}"/>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1CB0FCDE-F23F-E75A-C342-7174E3E14EA2}"/>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958B3963-77F6-B892-782D-52CFF66F3242}"/>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2A9F5203-7E2B-8BB6-E37D-C159E7B4C126}"/>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B57D3BF-A938-8B7C-CF05-33457B0252A7}"/>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5B57D3BF-A938-8B7C-CF05-33457B0252A7}"/>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67E120A-ED1C-3B50-A38C-A070268D47D6}"/>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B67E120A-ED1C-3B50-A38C-A070268D47D6}"/>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4"/>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0FF38B9-EC46-DE32-FEEF-DB746FB4F6E1}"/>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F0FF38B9-EC46-DE32-FEEF-DB746FB4F6E1}"/>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2861907-98BB-DF76-3F7B-AF8B32EFD3F9}"/>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42861907-98BB-DF76-3F7B-AF8B32EFD3F9}"/>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6"/>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8B599022-3305-93C4-A81E-8662C2D4E505}"/>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C28B2173-4608-B6FD-7753-6B56CA1EE3AF}"/>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37653430-B206-5310-2698-AC8B6F7832E6}"/>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1A0F144E-AD74-A6FA-BB5A-C7D5864F0095}"/>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A8810497-5E85-8F02-D550-02FBAE985956}"/>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E13D7677-0CD6-3C37-09A1-32C6C12C5884}"/>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E42CAA91-100F-B76C-80E5-44E65BD870FD}"/>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F4729C90-134A-23F4-30F1-BEB20AD05318}"/>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p:spTree>
    <p:extLst>
      <p:ext uri="{BB962C8B-B14F-4D97-AF65-F5344CB8AC3E}">
        <p14:creationId xmlns:p14="http://schemas.microsoft.com/office/powerpoint/2010/main" val="1058986840"/>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CDBD5-BD40-E4B1-B34C-AEC87B99879E}"/>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37E496F6-C6E6-2D3D-1093-01B513C1147E}"/>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B88EDB6B-A59C-0530-8283-197BEB3E65A9}"/>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CF42165F-B64A-CB0F-B68E-B1E4CB29ABED}"/>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FD4F22B7-CA84-CA44-69E1-1BFA49BFC600}"/>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3AD70893-1AEE-38AB-868C-D8C092D09162}"/>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2E1F1DE1-411F-7792-9004-C89367067B4A}"/>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61593088-21FE-8543-25F3-C4B65B6E7101}"/>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17F9DC92-FD24-BD6B-22DA-1B8B76478E8E}"/>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6F06EE87-A507-8445-ED57-249EED725F27}"/>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0BFD39B3-37E2-05D8-C942-56807860D2F7}"/>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97C5523-2B48-C858-54C0-B51E4F67AE19}"/>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E97C5523-2B48-C858-54C0-B51E4F67AE19}"/>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A2F7A6D-72FC-E9AB-F0C9-6C13E3352DC8}"/>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6A2F7A6D-72FC-E9AB-F0C9-6C13E3352DC8}"/>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4"/>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DE62D21-D941-8730-33AA-2B02F9432D5A}"/>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ADE62D21-D941-8730-33AA-2B02F9432D5A}"/>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CBFAB4D-1CD7-3AAE-8DC8-1D241C0CFC76}"/>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3CBFAB4D-1CD7-3AAE-8DC8-1D241C0CFC76}"/>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6"/>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C90C30B5-C710-F879-2A2A-06E76437135D}"/>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78396B43-F5AD-C7A0-F2E1-54F133C424FF}"/>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BCB2E819-F0D4-62D3-E188-C38A2FC7115D}"/>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55953F4E-0763-1E6A-4364-5D7798DDADE9}"/>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CDAA10E0-A0FB-9911-DD64-9A3252F050C6}"/>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6FF09F5E-8097-42DB-CD05-A7099A43056A}"/>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26D69E31-CA29-0425-6860-5D631959E277}"/>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A26A6442-0078-5785-67AE-8FF7C04D78D0}"/>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1B41900-969D-F3F2-A50A-B3E4B573F467}"/>
                  </a:ext>
                </a:extLst>
              </p:cNvPr>
              <p:cNvSpPr txBox="1"/>
              <p:nvPr/>
            </p:nvSpPr>
            <p:spPr>
              <a:xfrm>
                <a:off x="5392796" y="8524875"/>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m:rPr>
                                <m:sty m:val="p"/>
                              </m:rPr>
                              <a:rPr lang="en-US" sz="2500" b="0" i="1" dirty="0" smtClean="0">
                                <a:latin typeface="Cambria Math" panose="02040503050406030204" pitchFamily="18" charset="0"/>
                              </a:rPr>
                              <m:t>k</m:t>
                            </m:r>
                          </m:sub>
                        </m:sSub>
                      </m:e>
                    </m:d>
                  </m:oMath>
                </a14:m>
                <a:r>
                  <a:rPr lang="en-US" sz="2500" dirty="0"/>
                  <a:t> </a:t>
                </a:r>
              </a:p>
            </p:txBody>
          </p:sp>
        </mc:Choice>
        <mc:Fallback>
          <p:sp>
            <p:nvSpPr>
              <p:cNvPr id="9" name="TextBox 8">
                <a:extLst>
                  <a:ext uri="{FF2B5EF4-FFF2-40B4-BE49-F238E27FC236}">
                    <a16:creationId xmlns:a16="http://schemas.microsoft.com/office/drawing/2014/main" id="{51B41900-969D-F3F2-A50A-B3E4B573F467}"/>
                  </a:ext>
                </a:extLst>
              </p:cNvPr>
              <p:cNvSpPr txBox="1">
                <a:spLocks noRot="1" noChangeAspect="1" noMove="1" noResize="1" noEditPoints="1" noAdjustHandles="1" noChangeArrowheads="1" noChangeShapeType="1" noTextEdit="1"/>
              </p:cNvSpPr>
              <p:nvPr/>
            </p:nvSpPr>
            <p:spPr>
              <a:xfrm>
                <a:off x="5392796" y="8524875"/>
                <a:ext cx="2577180" cy="384721"/>
              </a:xfrm>
              <a:prstGeom prst="rect">
                <a:avLst/>
              </a:prstGeom>
              <a:blipFill>
                <a:blip r:embed="rId7"/>
                <a:stretch>
                  <a:fillRect l="-4412" b="-16129"/>
                </a:stretch>
              </a:blipFill>
            </p:spPr>
            <p:txBody>
              <a:bodyPr/>
              <a:lstStyle/>
              <a:p>
                <a:r>
                  <a:rPr lang="en-US">
                    <a:noFill/>
                  </a:rPr>
                  <a:t> </a:t>
                </a:r>
              </a:p>
            </p:txBody>
          </p:sp>
        </mc:Fallback>
      </mc:AlternateContent>
    </p:spTree>
    <p:extLst>
      <p:ext uri="{BB962C8B-B14F-4D97-AF65-F5344CB8AC3E}">
        <p14:creationId xmlns:p14="http://schemas.microsoft.com/office/powerpoint/2010/main" val="4058013521"/>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D846D-1B0A-4D55-E282-227AD8A6D3D3}"/>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739ED628-1E6F-9D8F-6BFB-4265A0318999}"/>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EEB14138-79EE-425E-440F-4D576412D30F}"/>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FE78234D-F620-DCA0-C29B-879A29479182}"/>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D18CC436-3910-6428-B7F0-F536FF6A6225}"/>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FAB352C0-8DB3-FB70-C36B-169F5736A986}"/>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5C190AFD-1508-23AA-25B6-6E113BBB0978}"/>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D1179AD1-DFD5-E992-10EC-7F4AB0BD3415}"/>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9991DAA7-C524-92E2-26FA-E7800A4050A5}"/>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64C01736-13CB-5D9C-F62E-FB15D9286CAB}"/>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AB31D35C-318E-54FE-D2BD-401C101576CB}"/>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83CF234-1897-4319-9D03-F85602A900D5}"/>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183CF234-1897-4319-9D03-F85602A900D5}"/>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CFEAE20-9729-8408-B0FD-B8BDD910D3C4}"/>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FCFEAE20-9729-8408-B0FD-B8BDD910D3C4}"/>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4"/>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9F24E06-866E-8173-22A0-51407557D09B}"/>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C9F24E06-866E-8173-22A0-51407557D09B}"/>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82E94DB-BA49-173B-E4EC-BAB8760EAFD9}"/>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282E94DB-BA49-173B-E4EC-BAB8760EAFD9}"/>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6"/>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86B8532E-2420-7A86-DFFB-620FA72BC5BA}"/>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5458C867-008C-4C92-69F6-72A40F6CE956}"/>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BEDAB450-C3FD-EBEF-8D7C-A5017FDFB2B4}"/>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16CC930F-53E7-8257-1AD3-3FCB804A8C42}"/>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B666866F-22E0-B975-60AD-2BED8FE49DDF}"/>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B47ACB9F-0026-281E-1E8B-BDE9D0FFDDD4}"/>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E1BF5252-DD64-0475-6DB7-31E17E5E8A51}"/>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96F4E495-5331-DFAF-581C-89485ADDB83D}"/>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23775C4-6E7A-0399-4211-F64C2EC20A88}"/>
                  </a:ext>
                </a:extLst>
              </p:cNvPr>
              <p:cNvSpPr txBox="1"/>
              <p:nvPr/>
            </p:nvSpPr>
            <p:spPr>
              <a:xfrm>
                <a:off x="5392796" y="8524875"/>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m:rPr>
                                <m:sty m:val="p"/>
                              </m:rPr>
                              <a:rPr lang="en-US" sz="2500" b="0" i="1" dirty="0" smtClean="0">
                                <a:latin typeface="Cambria Math" panose="02040503050406030204" pitchFamily="18" charset="0"/>
                              </a:rPr>
                              <m:t>k</m:t>
                            </m:r>
                          </m:sub>
                        </m:sSub>
                      </m:e>
                    </m:d>
                  </m:oMath>
                </a14:m>
                <a:r>
                  <a:rPr lang="en-US" sz="2500" dirty="0"/>
                  <a:t> </a:t>
                </a:r>
              </a:p>
            </p:txBody>
          </p:sp>
        </mc:Choice>
        <mc:Fallback>
          <p:sp>
            <p:nvSpPr>
              <p:cNvPr id="9" name="TextBox 8">
                <a:extLst>
                  <a:ext uri="{FF2B5EF4-FFF2-40B4-BE49-F238E27FC236}">
                    <a16:creationId xmlns:a16="http://schemas.microsoft.com/office/drawing/2014/main" id="{C23775C4-6E7A-0399-4211-F64C2EC20A88}"/>
                  </a:ext>
                </a:extLst>
              </p:cNvPr>
              <p:cNvSpPr txBox="1">
                <a:spLocks noRot="1" noChangeAspect="1" noMove="1" noResize="1" noEditPoints="1" noAdjustHandles="1" noChangeArrowheads="1" noChangeShapeType="1" noTextEdit="1"/>
              </p:cNvSpPr>
              <p:nvPr/>
            </p:nvSpPr>
            <p:spPr>
              <a:xfrm>
                <a:off x="5392796" y="8524875"/>
                <a:ext cx="2577180" cy="384721"/>
              </a:xfrm>
              <a:prstGeom prst="rect">
                <a:avLst/>
              </a:prstGeom>
              <a:blipFill>
                <a:blip r:embed="rId7"/>
                <a:stretch>
                  <a:fillRect l="-4412"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2AF083F-A011-31E3-E208-0632C65A9B35}"/>
                  </a:ext>
                </a:extLst>
              </p:cNvPr>
              <p:cNvSpPr txBox="1"/>
              <p:nvPr/>
            </p:nvSpPr>
            <p:spPr>
              <a:xfrm>
                <a:off x="9238704" y="8349163"/>
                <a:ext cx="3169522" cy="4591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r>
                        <a:rPr lang="en-US" sz="2500" b="0" i="1" smtClean="0">
                          <a:latin typeface="Cambria Math" panose="02040503050406030204" pitchFamily="18" charset="0"/>
                        </a:rPr>
                        <m:t>=</m:t>
                      </m:r>
                      <m:d>
                        <m:dPr>
                          <m:begChr m:val="["/>
                          <m:endChr m:val="]"/>
                          <m:ctrlPr>
                            <a:rPr lang="en-US" sz="2500" b="0" i="1" smtClean="0">
                              <a:latin typeface="Cambria Math" panose="02040503050406030204" pitchFamily="18" charset="0"/>
                            </a:rPr>
                          </m:ctrlPr>
                        </m:dPr>
                        <m:e>
                          <m:sSubSup>
                            <m:sSubSupPr>
                              <m:ctrlPr>
                                <a:rPr lang="en-US" sz="2500" b="0" i="1" smtClean="0">
                                  <a:latin typeface="Cambria Math" panose="02040503050406030204" pitchFamily="18" charset="0"/>
                                </a:rPr>
                              </m:ctrlPr>
                            </m:sSubSupPr>
                            <m:e>
                              <m:r>
                                <m:rPr>
                                  <m:sty m:val="p"/>
                                </m:rPr>
                                <a:rPr lang="en-US" sz="2500" b="0" i="0" smtClean="0">
                                  <a:latin typeface="Cambria Math" panose="02040503050406030204" pitchFamily="18" charset="0"/>
                                </a:rPr>
                                <m:t>Π</m:t>
                              </m:r>
                            </m:e>
                            <m:sub>
                              <m:r>
                                <a:rPr lang="en-US" sz="2500" b="0" i="1" smtClean="0">
                                  <a:latin typeface="Cambria Math" panose="02040503050406030204" pitchFamily="18" charset="0"/>
                                </a:rPr>
                                <m:t>𝑗</m:t>
                              </m:r>
                              <m:r>
                                <a:rPr lang="en-US" sz="2500" b="0" i="1" smtClean="0">
                                  <a:latin typeface="Cambria Math" panose="02040503050406030204" pitchFamily="18" charset="0"/>
                                </a:rPr>
                                <m:t>=1</m:t>
                              </m:r>
                            </m:sub>
                            <m:sup>
                              <m:r>
                                <a:rPr lang="en-US" sz="2500" b="0" i="1" smtClean="0">
                                  <a:latin typeface="Cambria Math" panose="02040503050406030204" pitchFamily="18" charset="0"/>
                                </a:rPr>
                                <m:t>𝑘</m:t>
                              </m:r>
                              <m:r>
                                <a:rPr lang="en-US" sz="2500" b="0" i="1" smtClean="0">
                                  <a:latin typeface="Cambria Math" panose="02040503050406030204" pitchFamily="18" charset="0"/>
                                </a:rPr>
                                <m:t>−1</m:t>
                              </m:r>
                            </m:sup>
                          </m:sSubSup>
                          <m:d>
                            <m:dPr>
                              <m:ctrlPr>
                                <a:rPr lang="en-US" sz="2500" b="0" i="1" smtClean="0">
                                  <a:latin typeface="Cambria Math" panose="02040503050406030204" pitchFamily="18" charset="0"/>
                                </a:rPr>
                              </m:ctrlPr>
                            </m:dPr>
                            <m:e>
                              <m:r>
                                <a:rPr lang="en-US" sz="2500" b="0" i="1" smtClean="0">
                                  <a:latin typeface="Cambria Math" panose="02040503050406030204" pitchFamily="18" charset="0"/>
                                </a:rPr>
                                <m:t>1−</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𝑗</m:t>
                                  </m:r>
                                </m:sub>
                              </m:sSub>
                            </m:e>
                          </m:d>
                        </m:e>
                      </m:d>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𝑘</m:t>
                          </m:r>
                        </m:sub>
                      </m:sSub>
                    </m:oMath>
                  </m:oMathPara>
                </a14:m>
                <a:endParaRPr lang="en-US" sz="2500" dirty="0"/>
              </a:p>
            </p:txBody>
          </p:sp>
        </mc:Choice>
        <mc:Fallback>
          <p:sp>
            <p:nvSpPr>
              <p:cNvPr id="10" name="TextBox 9">
                <a:extLst>
                  <a:ext uri="{FF2B5EF4-FFF2-40B4-BE49-F238E27FC236}">
                    <a16:creationId xmlns:a16="http://schemas.microsoft.com/office/drawing/2014/main" id="{72AF083F-A011-31E3-E208-0632C65A9B35}"/>
                  </a:ext>
                </a:extLst>
              </p:cNvPr>
              <p:cNvSpPr txBox="1">
                <a:spLocks noRot="1" noChangeAspect="1" noMove="1" noResize="1" noEditPoints="1" noAdjustHandles="1" noChangeArrowheads="1" noChangeShapeType="1" noTextEdit="1"/>
              </p:cNvSpPr>
              <p:nvPr/>
            </p:nvSpPr>
            <p:spPr>
              <a:xfrm>
                <a:off x="9238704" y="8349163"/>
                <a:ext cx="3169522" cy="459100"/>
              </a:xfrm>
              <a:prstGeom prst="rect">
                <a:avLst/>
              </a:prstGeom>
              <a:blipFill>
                <a:blip r:embed="rId8"/>
                <a:stretch>
                  <a:fillRect l="-2000" r="-400" b="-18919"/>
                </a:stretch>
              </a:blipFill>
            </p:spPr>
            <p:txBody>
              <a:bodyPr/>
              <a:lstStyle/>
              <a:p>
                <a:r>
                  <a:rPr lang="en-US">
                    <a:noFill/>
                  </a:rPr>
                  <a:t> </a:t>
                </a:r>
              </a:p>
            </p:txBody>
          </p:sp>
        </mc:Fallback>
      </mc:AlternateContent>
    </p:spTree>
    <p:extLst>
      <p:ext uri="{BB962C8B-B14F-4D97-AF65-F5344CB8AC3E}">
        <p14:creationId xmlns:p14="http://schemas.microsoft.com/office/powerpoint/2010/main" val="1189503310"/>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145B3-1BD4-7EB0-82D4-9C8E58F47DA8}"/>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452EBDEA-BC75-B06D-9F00-065A7B96B23F}"/>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5B7FE73D-B19A-2425-FF12-13EA021DE465}"/>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C0C8BC2A-52AC-8DD8-BA5A-35084CC23650}"/>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DD652C94-431C-003E-D330-35545198DA6F}"/>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4D401C9B-66C2-CAAB-2E4D-4EEC6E6C62D3}"/>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D2774044-70F6-E9F8-CC4A-8C1293F7FBCD}"/>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7D723F30-613E-BC4B-9A09-08C7F665D4B5}"/>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6" name="object 9">
            <a:extLst>
              <a:ext uri="{FF2B5EF4-FFF2-40B4-BE49-F238E27FC236}">
                <a16:creationId xmlns:a16="http://schemas.microsoft.com/office/drawing/2014/main" id="{1B832754-FD5D-304C-2A68-31023E4AD72A}"/>
              </a:ext>
            </a:extLst>
          </p:cNvPr>
          <p:cNvSpPr txBox="1">
            <a:spLocks noChangeArrowheads="1"/>
          </p:cNvSpPr>
          <p:nvPr/>
        </p:nvSpPr>
        <p:spPr bwMode="auto">
          <a:xfrm>
            <a:off x="889000" y="4024313"/>
            <a:ext cx="1132205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a:latin typeface="Arial" panose="020B0604020202020204" pitchFamily="34" charset="0"/>
              </a:rPr>
              <a:t>•	</a:t>
            </a:r>
            <a:r>
              <a:rPr lang="ru-RU" altLang="en-US" sz="3600" b="1">
                <a:latin typeface="Arial" panose="020B0604020202020204" pitchFamily="34" charset="0"/>
              </a:rPr>
              <a:t>Dirichlet process stick-breaking</a:t>
            </a:r>
            <a:r>
              <a:rPr lang="ru-RU" altLang="en-US" sz="3600">
                <a:latin typeface="Arial" panose="020B0604020202020204" pitchFamily="34" charset="0"/>
              </a:rPr>
              <a:t>: </a:t>
            </a:r>
            <a:r>
              <a:rPr lang="ru-RU" altLang="en-US" sz="5300" baseline="3000">
                <a:latin typeface="Cambria" panose="02040503050406030204" pitchFamily="18" charset="0"/>
              </a:rPr>
              <a:t>a</a:t>
            </a:r>
            <a:r>
              <a:rPr lang="ru-RU" altLang="en-US" sz="3700" i="1" baseline="-7000">
                <a:latin typeface="Cambria" panose="02040503050406030204" pitchFamily="18" charset="0"/>
              </a:rPr>
              <a:t>k	</a:t>
            </a:r>
            <a:r>
              <a:rPr lang="ru-RU" altLang="en-US" sz="5300" baseline="3000">
                <a:latin typeface="Cambria" panose="02040503050406030204" pitchFamily="18" charset="0"/>
              </a:rPr>
              <a:t>= 1, b</a:t>
            </a:r>
            <a:r>
              <a:rPr lang="ru-RU" altLang="en-US" sz="3700" i="1" baseline="-7000">
                <a:latin typeface="Cambria" panose="02040503050406030204" pitchFamily="18" charset="0"/>
              </a:rPr>
              <a:t>k	</a:t>
            </a:r>
            <a:r>
              <a:rPr lang="ru-RU" altLang="en-US" sz="5300" baseline="3000">
                <a:latin typeface="Cambria" panose="02040503050406030204" pitchFamily="18" charset="0"/>
              </a:rPr>
              <a:t>= ↵ &gt; 0</a:t>
            </a:r>
          </a:p>
          <a:p>
            <a:pPr eaLnBrk="1" hangingPunct="1">
              <a:spcBef>
                <a:spcPts val="1975"/>
              </a:spcBef>
              <a:buSzPct val="100000"/>
              <a:buFont typeface="Calibri" panose="020F0502020204030204" pitchFamily="34" charset="0"/>
              <a:buNone/>
            </a:pPr>
            <a:r>
              <a:rPr lang="ru-RU" altLang="en-US" sz="4000" baseline="7000">
                <a:latin typeface="Arial" panose="020B0604020202020204" pitchFamily="34" charset="0"/>
              </a:rPr>
              <a:t>•	</a:t>
            </a:r>
            <a:r>
              <a:rPr lang="ru-RU" altLang="en-US" sz="3600">
                <a:latin typeface="Arial" panose="020B0604020202020204" pitchFamily="34" charset="0"/>
              </a:rPr>
              <a:t>Griffiths-Engen-McCloskey (</a:t>
            </a:r>
            <a:r>
              <a:rPr lang="ru-RU" altLang="en-US" sz="3600" b="1">
                <a:latin typeface="Arial" panose="020B0604020202020204" pitchFamily="34" charset="0"/>
              </a:rPr>
              <a:t>GEM</a:t>
            </a:r>
            <a:r>
              <a:rPr lang="ru-RU" altLang="en-US" sz="3600">
                <a:latin typeface="Arial" panose="020B0604020202020204" pitchFamily="34" charset="0"/>
              </a:rPr>
              <a:t>) distribution:</a:t>
            </a:r>
          </a:p>
        </p:txBody>
      </p:sp>
      <p:sp>
        <p:nvSpPr>
          <p:cNvPr id="87047" name="object 10">
            <a:extLst>
              <a:ext uri="{FF2B5EF4-FFF2-40B4-BE49-F238E27FC236}">
                <a16:creationId xmlns:a16="http://schemas.microsoft.com/office/drawing/2014/main" id="{F632C897-DC2E-B9C4-4BB7-CAE41A5C08C7}"/>
              </a:ext>
            </a:extLst>
          </p:cNvPr>
          <p:cNvSpPr>
            <a:spLocks/>
          </p:cNvSpPr>
          <p:nvPr/>
        </p:nvSpPr>
        <p:spPr bwMode="auto">
          <a:xfrm>
            <a:off x="177800" y="3835400"/>
            <a:ext cx="12827000" cy="191770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DF4BBFD1-61F2-1B0A-BF14-F1A05DC3404D}"/>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0DE6BFE9-B609-7468-88D2-BB0C22BB1134}"/>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0DE6BFE9-B609-7468-88D2-BB0C22BB1134}"/>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3"/>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5A0FC28-CAE7-9389-43A7-1BE26CCE0B38}"/>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65A0FC28-CAE7-9389-43A7-1BE26CCE0B38}"/>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4"/>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B77AF53-A14B-6AB6-E2D6-D075D680E472}"/>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0B77AF53-A14B-6AB6-E2D6-D075D680E472}"/>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5"/>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3E18FAA-CF9A-3E5F-4CEA-1D29BF83CCFD}"/>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73E18FAA-CF9A-3E5F-4CEA-1D29BF83CCFD}"/>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6"/>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12CECCAD-AED9-4343-B02B-FE8EFA542839}"/>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FC600FBD-BDC5-57B8-6BDE-5492CC44568E}"/>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6914CDD3-9354-32DD-376A-1DE0AB4E8D2A}"/>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ECD3EB68-2305-6F85-47C9-D1AD4D8A64C9}"/>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82E1DBD2-FCC3-C4C8-D181-13B000EA997B}"/>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657CD415-CA4A-5595-A51D-5C801003C488}"/>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22570FE8-0F55-1046-6D8D-C7B9F86C5C44}"/>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0DAC7AB7-6E99-698E-71DD-0FBD18FE6342}"/>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5698066-3E41-E93E-CF45-DFB9EA63DAF2}"/>
                  </a:ext>
                </a:extLst>
              </p:cNvPr>
              <p:cNvSpPr txBox="1"/>
              <p:nvPr/>
            </p:nvSpPr>
            <p:spPr>
              <a:xfrm>
                <a:off x="5392796" y="8524875"/>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m:rPr>
                                <m:sty m:val="p"/>
                              </m:rPr>
                              <a:rPr lang="en-US" sz="2500" b="0" i="1" dirty="0" smtClean="0">
                                <a:latin typeface="Cambria Math" panose="02040503050406030204" pitchFamily="18" charset="0"/>
                              </a:rPr>
                              <m:t>k</m:t>
                            </m:r>
                          </m:sub>
                        </m:sSub>
                      </m:e>
                    </m:d>
                  </m:oMath>
                </a14:m>
                <a:r>
                  <a:rPr lang="en-US" sz="2500" dirty="0"/>
                  <a:t> </a:t>
                </a:r>
              </a:p>
            </p:txBody>
          </p:sp>
        </mc:Choice>
        <mc:Fallback>
          <p:sp>
            <p:nvSpPr>
              <p:cNvPr id="9" name="TextBox 8">
                <a:extLst>
                  <a:ext uri="{FF2B5EF4-FFF2-40B4-BE49-F238E27FC236}">
                    <a16:creationId xmlns:a16="http://schemas.microsoft.com/office/drawing/2014/main" id="{25698066-3E41-E93E-CF45-DFB9EA63DAF2}"/>
                  </a:ext>
                </a:extLst>
              </p:cNvPr>
              <p:cNvSpPr txBox="1">
                <a:spLocks noRot="1" noChangeAspect="1" noMove="1" noResize="1" noEditPoints="1" noAdjustHandles="1" noChangeArrowheads="1" noChangeShapeType="1" noTextEdit="1"/>
              </p:cNvSpPr>
              <p:nvPr/>
            </p:nvSpPr>
            <p:spPr>
              <a:xfrm>
                <a:off x="5392796" y="8524875"/>
                <a:ext cx="2577180" cy="384721"/>
              </a:xfrm>
              <a:prstGeom prst="rect">
                <a:avLst/>
              </a:prstGeom>
              <a:blipFill>
                <a:blip r:embed="rId7"/>
                <a:stretch>
                  <a:fillRect l="-4412"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A1EFA3D-093C-2495-2C48-D25BF75FD3B2}"/>
                  </a:ext>
                </a:extLst>
              </p:cNvPr>
              <p:cNvSpPr txBox="1"/>
              <p:nvPr/>
            </p:nvSpPr>
            <p:spPr>
              <a:xfrm>
                <a:off x="9238704" y="8349163"/>
                <a:ext cx="3169522" cy="4591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r>
                        <a:rPr lang="en-US" sz="2500" b="0" i="1" smtClean="0">
                          <a:latin typeface="Cambria Math" panose="02040503050406030204" pitchFamily="18" charset="0"/>
                        </a:rPr>
                        <m:t>=</m:t>
                      </m:r>
                      <m:d>
                        <m:dPr>
                          <m:begChr m:val="["/>
                          <m:endChr m:val="]"/>
                          <m:ctrlPr>
                            <a:rPr lang="en-US" sz="2500" b="0" i="1" smtClean="0">
                              <a:latin typeface="Cambria Math" panose="02040503050406030204" pitchFamily="18" charset="0"/>
                            </a:rPr>
                          </m:ctrlPr>
                        </m:dPr>
                        <m:e>
                          <m:sSubSup>
                            <m:sSubSupPr>
                              <m:ctrlPr>
                                <a:rPr lang="en-US" sz="2500" b="0" i="1" smtClean="0">
                                  <a:latin typeface="Cambria Math" panose="02040503050406030204" pitchFamily="18" charset="0"/>
                                </a:rPr>
                              </m:ctrlPr>
                            </m:sSubSupPr>
                            <m:e>
                              <m:r>
                                <m:rPr>
                                  <m:sty m:val="p"/>
                                </m:rPr>
                                <a:rPr lang="en-US" sz="2500" b="0" i="0" smtClean="0">
                                  <a:latin typeface="Cambria Math" panose="02040503050406030204" pitchFamily="18" charset="0"/>
                                </a:rPr>
                                <m:t>Π</m:t>
                              </m:r>
                            </m:e>
                            <m:sub>
                              <m:r>
                                <a:rPr lang="en-US" sz="2500" b="0" i="1" smtClean="0">
                                  <a:latin typeface="Cambria Math" panose="02040503050406030204" pitchFamily="18" charset="0"/>
                                </a:rPr>
                                <m:t>𝑗</m:t>
                              </m:r>
                              <m:r>
                                <a:rPr lang="en-US" sz="2500" b="0" i="1" smtClean="0">
                                  <a:latin typeface="Cambria Math" panose="02040503050406030204" pitchFamily="18" charset="0"/>
                                </a:rPr>
                                <m:t>=1</m:t>
                              </m:r>
                            </m:sub>
                            <m:sup>
                              <m:r>
                                <a:rPr lang="en-US" sz="2500" b="0" i="1" smtClean="0">
                                  <a:latin typeface="Cambria Math" panose="02040503050406030204" pitchFamily="18" charset="0"/>
                                </a:rPr>
                                <m:t>𝑘</m:t>
                              </m:r>
                              <m:r>
                                <a:rPr lang="en-US" sz="2500" b="0" i="1" smtClean="0">
                                  <a:latin typeface="Cambria Math" panose="02040503050406030204" pitchFamily="18" charset="0"/>
                                </a:rPr>
                                <m:t>−1</m:t>
                              </m:r>
                            </m:sup>
                          </m:sSubSup>
                          <m:d>
                            <m:dPr>
                              <m:ctrlPr>
                                <a:rPr lang="en-US" sz="2500" b="0" i="1" smtClean="0">
                                  <a:latin typeface="Cambria Math" panose="02040503050406030204" pitchFamily="18" charset="0"/>
                                </a:rPr>
                              </m:ctrlPr>
                            </m:dPr>
                            <m:e>
                              <m:r>
                                <a:rPr lang="en-US" sz="2500" b="0" i="1" smtClean="0">
                                  <a:latin typeface="Cambria Math" panose="02040503050406030204" pitchFamily="18" charset="0"/>
                                </a:rPr>
                                <m:t>1−</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𝑗</m:t>
                                  </m:r>
                                </m:sub>
                              </m:sSub>
                            </m:e>
                          </m:d>
                        </m:e>
                      </m:d>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𝑘</m:t>
                          </m:r>
                        </m:sub>
                      </m:sSub>
                    </m:oMath>
                  </m:oMathPara>
                </a14:m>
                <a:endParaRPr lang="en-US" sz="2500" dirty="0"/>
              </a:p>
            </p:txBody>
          </p:sp>
        </mc:Choice>
        <mc:Fallback>
          <p:sp>
            <p:nvSpPr>
              <p:cNvPr id="10" name="TextBox 9">
                <a:extLst>
                  <a:ext uri="{FF2B5EF4-FFF2-40B4-BE49-F238E27FC236}">
                    <a16:creationId xmlns:a16="http://schemas.microsoft.com/office/drawing/2014/main" id="{AA1EFA3D-093C-2495-2C48-D25BF75FD3B2}"/>
                  </a:ext>
                </a:extLst>
              </p:cNvPr>
              <p:cNvSpPr txBox="1">
                <a:spLocks noRot="1" noChangeAspect="1" noMove="1" noResize="1" noEditPoints="1" noAdjustHandles="1" noChangeArrowheads="1" noChangeShapeType="1" noTextEdit="1"/>
              </p:cNvSpPr>
              <p:nvPr/>
            </p:nvSpPr>
            <p:spPr>
              <a:xfrm>
                <a:off x="9238704" y="8349163"/>
                <a:ext cx="3169522" cy="459100"/>
              </a:xfrm>
              <a:prstGeom prst="rect">
                <a:avLst/>
              </a:prstGeom>
              <a:blipFill>
                <a:blip r:embed="rId8"/>
                <a:stretch>
                  <a:fillRect l="-2000" r="-400" b="-18919"/>
                </a:stretch>
              </a:blipFill>
            </p:spPr>
            <p:txBody>
              <a:bodyPr/>
              <a:lstStyle/>
              <a:p>
                <a:r>
                  <a:rPr lang="en-US">
                    <a:noFill/>
                  </a:rPr>
                  <a:t> </a:t>
                </a:r>
              </a:p>
            </p:txBody>
          </p:sp>
        </mc:Fallback>
      </mc:AlternateContent>
      <p:sp>
        <p:nvSpPr>
          <p:cNvPr id="11" name="object 32">
            <a:extLst>
              <a:ext uri="{FF2B5EF4-FFF2-40B4-BE49-F238E27FC236}">
                <a16:creationId xmlns:a16="http://schemas.microsoft.com/office/drawing/2014/main" id="{C5E602FA-ED73-BAFC-B2F9-F0F405C0AAD7}"/>
              </a:ext>
            </a:extLst>
          </p:cNvPr>
          <p:cNvSpPr txBox="1">
            <a:spLocks noChangeArrowheads="1"/>
          </p:cNvSpPr>
          <p:nvPr/>
        </p:nvSpPr>
        <p:spPr bwMode="auto">
          <a:xfrm>
            <a:off x="10213975" y="9437688"/>
            <a:ext cx="2749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dirty="0">
                <a:solidFill>
                  <a:srgbClr val="000000"/>
                </a:solidFill>
                <a:latin typeface="Arial" panose="020B0604020202020204" pitchFamily="34" charset="0"/>
              </a:rPr>
              <a:t>[Ishwaran, James 2001]</a:t>
            </a:r>
            <a:endParaRPr lang="en-US" altLang="en-US" sz="2000" dirty="0">
              <a:latin typeface="Arial" panose="020B0604020202020204" pitchFamily="34" charset="0"/>
            </a:endParaRPr>
          </a:p>
        </p:txBody>
      </p:sp>
    </p:spTree>
    <p:extLst>
      <p:ext uri="{BB962C8B-B14F-4D97-AF65-F5344CB8AC3E}">
        <p14:creationId xmlns:p14="http://schemas.microsoft.com/office/powerpoint/2010/main" val="578768644"/>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01737-B4E4-8ADE-B58F-8FA67B1E38CE}"/>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A995A600-390B-CF70-F486-6D803EB696D1}"/>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DED047D7-1607-2C8E-580C-FE051D191F64}"/>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58A1C5FA-93EE-75CB-CC21-C64BCD4948DE}"/>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B33FC746-B813-336E-D84C-D9A6D1D9584D}"/>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33FB9F39-B7E9-C47B-E9BC-44BB3C6DE35F}"/>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063AB42E-5984-E46D-104B-C1B73DDE51EF}"/>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E6B62B6C-6150-E7E5-39B9-A425B5DB1562}"/>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mc:AlternateContent xmlns:mc="http://schemas.openxmlformats.org/markup-compatibility/2006">
        <mc:Choice xmlns:a14="http://schemas.microsoft.com/office/drawing/2010/main" Requires="a14">
          <p:sp>
            <p:nvSpPr>
              <p:cNvPr id="87046" name="object 9">
                <a:extLst>
                  <a:ext uri="{FF2B5EF4-FFF2-40B4-BE49-F238E27FC236}">
                    <a16:creationId xmlns:a16="http://schemas.microsoft.com/office/drawing/2014/main" id="{1905CBDC-ECB0-C106-BC34-C3E9F5C7CB15}"/>
                  </a:ext>
                </a:extLst>
              </p:cNvPr>
              <p:cNvSpPr txBox="1">
                <a:spLocks noChangeArrowheads="1"/>
              </p:cNvSpPr>
              <p:nvPr/>
            </p:nvSpPr>
            <p:spPr bwMode="auto">
              <a:xfrm>
                <a:off x="889000" y="4024313"/>
                <a:ext cx="11519226" cy="1384995"/>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dirty="0">
                    <a:latin typeface="Arial" panose="020B0604020202020204" pitchFamily="34" charset="0"/>
                  </a:rPr>
                  <a:t>•	</a:t>
                </a:r>
                <a:r>
                  <a:rPr lang="ru-RU" altLang="en-US" sz="3600" b="1" dirty="0" err="1">
                    <a:latin typeface="Arial" panose="020B0604020202020204" pitchFamily="34" charset="0"/>
                  </a:rPr>
                  <a:t>Dirichlet</a:t>
                </a:r>
                <a:r>
                  <a:rPr lang="ru-RU" altLang="en-US" sz="3600" b="1" dirty="0">
                    <a:latin typeface="Arial" panose="020B0604020202020204" pitchFamily="34" charset="0"/>
                  </a:rPr>
                  <a:t> </a:t>
                </a:r>
                <a:r>
                  <a:rPr lang="ru-RU" altLang="en-US" sz="3600" b="1" dirty="0" err="1">
                    <a:latin typeface="Arial" panose="020B0604020202020204" pitchFamily="34" charset="0"/>
                  </a:rPr>
                  <a:t>process</a:t>
                </a:r>
                <a:r>
                  <a:rPr lang="ru-RU" altLang="en-US" sz="3600" b="1" dirty="0">
                    <a:latin typeface="Arial" panose="020B0604020202020204" pitchFamily="34" charset="0"/>
                  </a:rPr>
                  <a:t> </a:t>
                </a:r>
                <a:r>
                  <a:rPr lang="ru-RU" altLang="en-US" sz="3600" b="1" dirty="0" err="1">
                    <a:latin typeface="Arial" panose="020B0604020202020204" pitchFamily="34" charset="0"/>
                  </a:rPr>
                  <a:t>stick-breaking</a:t>
                </a:r>
                <a:r>
                  <a:rPr lang="ru-RU" altLang="en-US" sz="3600" dirty="0">
                    <a:latin typeface="Arial" panose="020B0604020202020204" pitchFamily="34" charset="0"/>
                  </a:rPr>
                  <a:t>:</a:t>
                </a:r>
                <a:r>
                  <a:rPr lang="en-US" altLang="en-US" sz="3600" dirty="0">
                    <a:latin typeface="Arial" panose="020B0604020202020204" pitchFamily="34" charset="0"/>
                  </a:rPr>
                  <a:t> </a:t>
                </a:r>
                <a14:m>
                  <m:oMath xmlns:m="http://schemas.openxmlformats.org/officeDocument/2006/math">
                    <m:sSub>
                      <m:sSubPr>
                        <m:ctrlPr>
                          <a:rPr lang="en-US" altLang="en-US" sz="3600" b="0" i="1" smtClean="0">
                            <a:latin typeface="Cambria Math" panose="02040503050406030204" pitchFamily="18" charset="0"/>
                          </a:rPr>
                        </m:ctrlPr>
                      </m:sSubPr>
                      <m:e>
                        <m:r>
                          <a:rPr lang="en-US" altLang="en-US" sz="3600" b="0" i="1" smtClean="0">
                            <a:latin typeface="Cambria Math" panose="02040503050406030204" pitchFamily="18" charset="0"/>
                          </a:rPr>
                          <m:t>𝑎</m:t>
                        </m:r>
                      </m:e>
                      <m:sub>
                        <m:r>
                          <a:rPr lang="en-US" altLang="en-US" sz="3600" b="0" i="1" smtClean="0">
                            <a:latin typeface="Cambria Math" panose="02040503050406030204" pitchFamily="18" charset="0"/>
                          </a:rPr>
                          <m:t>𝑘</m:t>
                        </m:r>
                      </m:sub>
                    </m:sSub>
                    <m:r>
                      <a:rPr lang="en-US" altLang="en-US" sz="3600" b="0" i="1" smtClean="0">
                        <a:latin typeface="Cambria Math" panose="02040503050406030204" pitchFamily="18" charset="0"/>
                      </a:rPr>
                      <m:t>=1,</m:t>
                    </m:r>
                    <m:sSub>
                      <m:sSubPr>
                        <m:ctrlPr>
                          <a:rPr lang="en-US" altLang="en-US" sz="3600" b="0" i="1" smtClean="0">
                            <a:latin typeface="Cambria Math" panose="02040503050406030204" pitchFamily="18" charset="0"/>
                          </a:rPr>
                        </m:ctrlPr>
                      </m:sSubPr>
                      <m:e>
                        <m:r>
                          <a:rPr lang="en-US" altLang="en-US" sz="3600" b="0" i="1" smtClean="0">
                            <a:latin typeface="Cambria Math" panose="02040503050406030204" pitchFamily="18" charset="0"/>
                          </a:rPr>
                          <m:t>𝑏</m:t>
                        </m:r>
                      </m:e>
                      <m:sub>
                        <m:r>
                          <a:rPr lang="en-US" altLang="en-US" sz="3600" b="0" i="1" smtClean="0">
                            <a:latin typeface="Cambria Math" panose="02040503050406030204" pitchFamily="18" charset="0"/>
                          </a:rPr>
                          <m:t>𝑘</m:t>
                        </m:r>
                      </m:sub>
                    </m:sSub>
                    <m:r>
                      <a:rPr lang="en-US" altLang="en-US" sz="3600" b="0" i="1" smtClean="0">
                        <a:latin typeface="Cambria Math" panose="02040503050406030204" pitchFamily="18" charset="0"/>
                      </a:rPr>
                      <m:t>=</m:t>
                    </m:r>
                    <m:r>
                      <a:rPr lang="en-US" altLang="en-US" sz="3600" b="0" i="1" smtClean="0">
                        <a:latin typeface="Cambria Math" panose="02040503050406030204" pitchFamily="18" charset="0"/>
                      </a:rPr>
                      <m:t>𝛼</m:t>
                    </m:r>
                    <m:r>
                      <a:rPr lang="en-US" altLang="en-US" sz="3600" b="0" i="1" smtClean="0">
                        <a:latin typeface="Cambria Math" panose="02040503050406030204" pitchFamily="18" charset="0"/>
                      </a:rPr>
                      <m:t>&gt;0</m:t>
                    </m:r>
                  </m:oMath>
                </a14:m>
                <a:r>
                  <a:rPr lang="ru-RU" altLang="en-US" sz="3600" dirty="0">
                    <a:latin typeface="Arial" panose="020B0604020202020204" pitchFamily="34" charset="0"/>
                  </a:rPr>
                  <a:t> </a:t>
                </a:r>
                <a:endParaRPr lang="en-US" altLang="en-US" sz="3600" dirty="0">
                  <a:latin typeface="Arial" panose="020B0604020202020204" pitchFamily="34" charset="0"/>
                </a:endParaRPr>
              </a:p>
              <a:p>
                <a:pPr eaLnBrk="1" hangingPunct="1">
                  <a:lnSpc>
                    <a:spcPts val="3600"/>
                  </a:lnSpc>
                  <a:buSzPct val="100000"/>
                  <a:buFont typeface="Calibri" panose="020F0502020204030204" pitchFamily="34" charset="0"/>
                  <a:buNone/>
                </a:pPr>
                <a:endParaRPr lang="en-US" altLang="en-US" sz="3600" baseline="7000" dirty="0">
                  <a:latin typeface="Arial" panose="020B0604020202020204" pitchFamily="34" charset="0"/>
                </a:endParaRPr>
              </a:p>
              <a:p>
                <a:pPr eaLnBrk="1" hangingPunct="1">
                  <a:lnSpc>
                    <a:spcPts val="3600"/>
                  </a:lnSpc>
                  <a:buSzPct val="100000"/>
                  <a:buFont typeface="Calibri" panose="020F0502020204030204" pitchFamily="34" charset="0"/>
                  <a:buNone/>
                </a:pPr>
                <a:r>
                  <a:rPr lang="ru-RU" altLang="en-US" sz="4000" baseline="7000" dirty="0">
                    <a:latin typeface="Arial" panose="020B0604020202020204" pitchFamily="34" charset="0"/>
                  </a:rPr>
                  <a:t>•	</a:t>
                </a:r>
                <a:r>
                  <a:rPr lang="ru-RU" altLang="en-US" sz="3600" dirty="0" err="1">
                    <a:latin typeface="Arial" panose="020B0604020202020204" pitchFamily="34" charset="0"/>
                  </a:rPr>
                  <a:t>Griffiths-Engen-McCloskey</a:t>
                </a:r>
                <a:r>
                  <a:rPr lang="ru-RU" altLang="en-US" sz="3600" dirty="0">
                    <a:latin typeface="Arial" panose="020B0604020202020204" pitchFamily="34" charset="0"/>
                  </a:rPr>
                  <a:t> (</a:t>
                </a:r>
                <a:r>
                  <a:rPr lang="ru-RU" altLang="en-US" sz="3600" b="1" dirty="0">
                    <a:latin typeface="Arial" panose="020B0604020202020204" pitchFamily="34" charset="0"/>
                  </a:rPr>
                  <a:t>GEM</a:t>
                </a:r>
                <a:r>
                  <a:rPr lang="ru-RU" altLang="en-US" sz="3600" dirty="0">
                    <a:latin typeface="Arial" panose="020B0604020202020204" pitchFamily="34" charset="0"/>
                  </a:rPr>
                  <a:t>) </a:t>
                </a:r>
                <a:r>
                  <a:rPr lang="ru-RU" altLang="en-US" sz="3600" dirty="0" err="1">
                    <a:latin typeface="Arial" panose="020B0604020202020204" pitchFamily="34" charset="0"/>
                  </a:rPr>
                  <a:t>distribution</a:t>
                </a:r>
                <a:r>
                  <a:rPr lang="ru-RU" altLang="en-US" sz="3600" dirty="0">
                    <a:latin typeface="Arial" panose="020B0604020202020204" pitchFamily="34" charset="0"/>
                  </a:rPr>
                  <a:t>:</a:t>
                </a:r>
              </a:p>
            </p:txBody>
          </p:sp>
        </mc:Choice>
        <mc:Fallback>
          <p:sp>
            <p:nvSpPr>
              <p:cNvPr id="87046" name="object 9">
                <a:extLst>
                  <a:ext uri="{FF2B5EF4-FFF2-40B4-BE49-F238E27FC236}">
                    <a16:creationId xmlns:a16="http://schemas.microsoft.com/office/drawing/2014/main" id="{1905CBDC-ECB0-C106-BC34-C3E9F5C7CB15}"/>
                  </a:ext>
                </a:extLst>
              </p:cNvPr>
              <p:cNvSpPr txBox="1">
                <a:spLocks noRot="1" noChangeAspect="1" noMove="1" noResize="1" noEditPoints="1" noAdjustHandles="1" noChangeArrowheads="1" noChangeShapeType="1" noTextEdit="1"/>
              </p:cNvSpPr>
              <p:nvPr/>
            </p:nvSpPr>
            <p:spPr bwMode="auto">
              <a:xfrm>
                <a:off x="889000" y="4024313"/>
                <a:ext cx="11519226" cy="1384995"/>
              </a:xfrm>
              <a:prstGeom prst="rect">
                <a:avLst/>
              </a:prstGeom>
              <a:blipFill>
                <a:blip r:embed="rId3"/>
                <a:stretch>
                  <a:fillRect l="-1874" t="-15455" b="-1909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p:sp>
        <p:nvSpPr>
          <p:cNvPr id="87047" name="object 10">
            <a:extLst>
              <a:ext uri="{FF2B5EF4-FFF2-40B4-BE49-F238E27FC236}">
                <a16:creationId xmlns:a16="http://schemas.microsoft.com/office/drawing/2014/main" id="{B3CD4018-1A76-839B-58DB-0E023B9F07D1}"/>
              </a:ext>
            </a:extLst>
          </p:cNvPr>
          <p:cNvSpPr>
            <a:spLocks/>
          </p:cNvSpPr>
          <p:nvPr/>
        </p:nvSpPr>
        <p:spPr bwMode="auto">
          <a:xfrm>
            <a:off x="177800" y="4603750"/>
            <a:ext cx="12827000" cy="1149350"/>
          </a:xfrm>
          <a:custGeom>
            <a:avLst/>
            <a:gdLst>
              <a:gd name="T0" fmla="*/ 12827000 w 12827000"/>
              <a:gd name="T1" fmla="*/ 0 h 1917700"/>
              <a:gd name="T2" fmla="*/ 0 w 12827000"/>
              <a:gd name="T3" fmla="*/ 0 h 1917700"/>
              <a:gd name="T4" fmla="*/ 0 w 12827000"/>
              <a:gd name="T5" fmla="*/ 1917700 h 1917700"/>
              <a:gd name="T6" fmla="*/ 12827000 w 12827000"/>
              <a:gd name="T7" fmla="*/ 1917700 h 1917700"/>
              <a:gd name="T8" fmla="*/ 12827000 w 12827000"/>
              <a:gd name="T9" fmla="*/ 0 h 19177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27000" h="1917700">
                <a:moveTo>
                  <a:pt x="12827000" y="0"/>
                </a:moveTo>
                <a:lnTo>
                  <a:pt x="0" y="0"/>
                </a:lnTo>
                <a:lnTo>
                  <a:pt x="0" y="1917700"/>
                </a:lnTo>
                <a:lnTo>
                  <a:pt x="12827000" y="1917700"/>
                </a:lnTo>
                <a:lnTo>
                  <a:pt x="1282700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49" name="object 12">
            <a:extLst>
              <a:ext uri="{FF2B5EF4-FFF2-40B4-BE49-F238E27FC236}">
                <a16:creationId xmlns:a16="http://schemas.microsoft.com/office/drawing/2014/main" id="{CC6338CE-475B-2CF2-8F5E-7F146CCC9397}"/>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C415D48-9675-0C93-54EB-63907724C6B1}"/>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3C415D48-9675-0C93-54EB-63907724C6B1}"/>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4"/>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577C5F26-E6D9-58D2-C51A-341C3B30C058}"/>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577C5F26-E6D9-58D2-C51A-341C3B30C058}"/>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5"/>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D8E30CB-D8A3-414B-6C5E-49871E7A3F5C}"/>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AD8E30CB-D8A3-414B-6C5E-49871E7A3F5C}"/>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6"/>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0D3359D-093B-6F24-9EF4-B9B79181B28E}"/>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A0D3359D-093B-6F24-9EF4-B9B79181B28E}"/>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7"/>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6D22BEF8-1935-7918-1188-144039A0D92F}"/>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2BE97604-A76A-5527-F326-49BAFC4E8C6A}"/>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EDECA5F7-CE58-5F9A-9551-26FCFBA55615}"/>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463166B2-9A33-7B9E-15A3-155FFD49AFE1}"/>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DD334A02-E581-85B6-366D-8D4C770DC50C}"/>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15D9FE9F-E1A3-7BB8-ADD5-8CD2D681DEA5}"/>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1145B566-55A1-B3CF-D927-8976EA4DFED2}"/>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7356B94E-8B08-F26C-AED7-A5F76F206CDA}"/>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76C359B-66D8-C4BB-A73B-6181BAF9876E}"/>
                  </a:ext>
                </a:extLst>
              </p:cNvPr>
              <p:cNvSpPr txBox="1"/>
              <p:nvPr/>
            </p:nvSpPr>
            <p:spPr>
              <a:xfrm>
                <a:off x="5392796" y="8524875"/>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m:rPr>
                                <m:sty m:val="p"/>
                              </m:rPr>
                              <a:rPr lang="en-US" sz="2500" b="0" i="1" dirty="0" smtClean="0">
                                <a:latin typeface="Cambria Math" panose="02040503050406030204" pitchFamily="18" charset="0"/>
                              </a:rPr>
                              <m:t>k</m:t>
                            </m:r>
                          </m:sub>
                        </m:sSub>
                      </m:e>
                    </m:d>
                  </m:oMath>
                </a14:m>
                <a:r>
                  <a:rPr lang="en-US" sz="2500" dirty="0"/>
                  <a:t> </a:t>
                </a:r>
              </a:p>
            </p:txBody>
          </p:sp>
        </mc:Choice>
        <mc:Fallback>
          <p:sp>
            <p:nvSpPr>
              <p:cNvPr id="9" name="TextBox 8">
                <a:extLst>
                  <a:ext uri="{FF2B5EF4-FFF2-40B4-BE49-F238E27FC236}">
                    <a16:creationId xmlns:a16="http://schemas.microsoft.com/office/drawing/2014/main" id="{576C359B-66D8-C4BB-A73B-6181BAF9876E}"/>
                  </a:ext>
                </a:extLst>
              </p:cNvPr>
              <p:cNvSpPr txBox="1">
                <a:spLocks noRot="1" noChangeAspect="1" noMove="1" noResize="1" noEditPoints="1" noAdjustHandles="1" noChangeArrowheads="1" noChangeShapeType="1" noTextEdit="1"/>
              </p:cNvSpPr>
              <p:nvPr/>
            </p:nvSpPr>
            <p:spPr>
              <a:xfrm>
                <a:off x="5392796" y="8524875"/>
                <a:ext cx="2577180" cy="384721"/>
              </a:xfrm>
              <a:prstGeom prst="rect">
                <a:avLst/>
              </a:prstGeom>
              <a:blipFill>
                <a:blip r:embed="rId8"/>
                <a:stretch>
                  <a:fillRect l="-4412"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3C10CA0-EDEA-534B-6A1E-181A36F68BC8}"/>
                  </a:ext>
                </a:extLst>
              </p:cNvPr>
              <p:cNvSpPr txBox="1"/>
              <p:nvPr/>
            </p:nvSpPr>
            <p:spPr>
              <a:xfrm>
                <a:off x="9238704" y="8349163"/>
                <a:ext cx="3169522" cy="4591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r>
                        <a:rPr lang="en-US" sz="2500" b="0" i="1" smtClean="0">
                          <a:latin typeface="Cambria Math" panose="02040503050406030204" pitchFamily="18" charset="0"/>
                        </a:rPr>
                        <m:t>=</m:t>
                      </m:r>
                      <m:d>
                        <m:dPr>
                          <m:begChr m:val="["/>
                          <m:endChr m:val="]"/>
                          <m:ctrlPr>
                            <a:rPr lang="en-US" sz="2500" b="0" i="1" smtClean="0">
                              <a:latin typeface="Cambria Math" panose="02040503050406030204" pitchFamily="18" charset="0"/>
                            </a:rPr>
                          </m:ctrlPr>
                        </m:dPr>
                        <m:e>
                          <m:sSubSup>
                            <m:sSubSupPr>
                              <m:ctrlPr>
                                <a:rPr lang="en-US" sz="2500" b="0" i="1" smtClean="0">
                                  <a:latin typeface="Cambria Math" panose="02040503050406030204" pitchFamily="18" charset="0"/>
                                </a:rPr>
                              </m:ctrlPr>
                            </m:sSubSupPr>
                            <m:e>
                              <m:r>
                                <m:rPr>
                                  <m:sty m:val="p"/>
                                </m:rPr>
                                <a:rPr lang="en-US" sz="2500" b="0" i="0" smtClean="0">
                                  <a:latin typeface="Cambria Math" panose="02040503050406030204" pitchFamily="18" charset="0"/>
                                </a:rPr>
                                <m:t>Π</m:t>
                              </m:r>
                            </m:e>
                            <m:sub>
                              <m:r>
                                <a:rPr lang="en-US" sz="2500" b="0" i="1" smtClean="0">
                                  <a:latin typeface="Cambria Math" panose="02040503050406030204" pitchFamily="18" charset="0"/>
                                </a:rPr>
                                <m:t>𝑗</m:t>
                              </m:r>
                              <m:r>
                                <a:rPr lang="en-US" sz="2500" b="0" i="1" smtClean="0">
                                  <a:latin typeface="Cambria Math" panose="02040503050406030204" pitchFamily="18" charset="0"/>
                                </a:rPr>
                                <m:t>=1</m:t>
                              </m:r>
                            </m:sub>
                            <m:sup>
                              <m:r>
                                <a:rPr lang="en-US" sz="2500" b="0" i="1" smtClean="0">
                                  <a:latin typeface="Cambria Math" panose="02040503050406030204" pitchFamily="18" charset="0"/>
                                </a:rPr>
                                <m:t>𝑘</m:t>
                              </m:r>
                              <m:r>
                                <a:rPr lang="en-US" sz="2500" b="0" i="1" smtClean="0">
                                  <a:latin typeface="Cambria Math" panose="02040503050406030204" pitchFamily="18" charset="0"/>
                                </a:rPr>
                                <m:t>−1</m:t>
                              </m:r>
                            </m:sup>
                          </m:sSubSup>
                          <m:d>
                            <m:dPr>
                              <m:ctrlPr>
                                <a:rPr lang="en-US" sz="2500" b="0" i="1" smtClean="0">
                                  <a:latin typeface="Cambria Math" panose="02040503050406030204" pitchFamily="18" charset="0"/>
                                </a:rPr>
                              </m:ctrlPr>
                            </m:dPr>
                            <m:e>
                              <m:r>
                                <a:rPr lang="en-US" sz="2500" b="0" i="1" smtClean="0">
                                  <a:latin typeface="Cambria Math" panose="02040503050406030204" pitchFamily="18" charset="0"/>
                                </a:rPr>
                                <m:t>1−</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𝑗</m:t>
                                  </m:r>
                                </m:sub>
                              </m:sSub>
                            </m:e>
                          </m:d>
                        </m:e>
                      </m:d>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𝑘</m:t>
                          </m:r>
                        </m:sub>
                      </m:sSub>
                    </m:oMath>
                  </m:oMathPara>
                </a14:m>
                <a:endParaRPr lang="en-US" sz="2500" dirty="0"/>
              </a:p>
            </p:txBody>
          </p:sp>
        </mc:Choice>
        <mc:Fallback>
          <p:sp>
            <p:nvSpPr>
              <p:cNvPr id="10" name="TextBox 9">
                <a:extLst>
                  <a:ext uri="{FF2B5EF4-FFF2-40B4-BE49-F238E27FC236}">
                    <a16:creationId xmlns:a16="http://schemas.microsoft.com/office/drawing/2014/main" id="{23C10CA0-EDEA-534B-6A1E-181A36F68BC8}"/>
                  </a:ext>
                </a:extLst>
              </p:cNvPr>
              <p:cNvSpPr txBox="1">
                <a:spLocks noRot="1" noChangeAspect="1" noMove="1" noResize="1" noEditPoints="1" noAdjustHandles="1" noChangeArrowheads="1" noChangeShapeType="1" noTextEdit="1"/>
              </p:cNvSpPr>
              <p:nvPr/>
            </p:nvSpPr>
            <p:spPr>
              <a:xfrm>
                <a:off x="9238704" y="8349163"/>
                <a:ext cx="3169522" cy="459100"/>
              </a:xfrm>
              <a:prstGeom prst="rect">
                <a:avLst/>
              </a:prstGeom>
              <a:blipFill>
                <a:blip r:embed="rId9"/>
                <a:stretch>
                  <a:fillRect l="-2000" r="-400" b="-18919"/>
                </a:stretch>
              </a:blipFill>
            </p:spPr>
            <p:txBody>
              <a:bodyPr/>
              <a:lstStyle/>
              <a:p>
                <a:r>
                  <a:rPr lang="en-US">
                    <a:noFill/>
                  </a:rPr>
                  <a:t> </a:t>
                </a:r>
              </a:p>
            </p:txBody>
          </p:sp>
        </mc:Fallback>
      </mc:AlternateContent>
      <p:sp>
        <p:nvSpPr>
          <p:cNvPr id="11" name="object 32">
            <a:extLst>
              <a:ext uri="{FF2B5EF4-FFF2-40B4-BE49-F238E27FC236}">
                <a16:creationId xmlns:a16="http://schemas.microsoft.com/office/drawing/2014/main" id="{5B75BCBE-8A5F-E443-AE53-425440FA5752}"/>
              </a:ext>
            </a:extLst>
          </p:cNvPr>
          <p:cNvSpPr txBox="1">
            <a:spLocks noChangeArrowheads="1"/>
          </p:cNvSpPr>
          <p:nvPr/>
        </p:nvSpPr>
        <p:spPr bwMode="auto">
          <a:xfrm>
            <a:off x="10213975" y="9437688"/>
            <a:ext cx="2749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dirty="0">
                <a:solidFill>
                  <a:srgbClr val="000000"/>
                </a:solidFill>
                <a:latin typeface="Arial" panose="020B0604020202020204" pitchFamily="34" charset="0"/>
              </a:rPr>
              <a:t>[Ishwaran, James 2001]</a:t>
            </a:r>
            <a:endParaRPr lang="en-US" altLang="en-US" sz="2000" dirty="0">
              <a:latin typeface="Arial" panose="020B0604020202020204" pitchFamily="34" charset="0"/>
            </a:endParaRPr>
          </a:p>
        </p:txBody>
      </p:sp>
    </p:spTree>
    <p:extLst>
      <p:ext uri="{BB962C8B-B14F-4D97-AF65-F5344CB8AC3E}">
        <p14:creationId xmlns:p14="http://schemas.microsoft.com/office/powerpoint/2010/main" val="720202155"/>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25A0-44AC-7C6A-4645-213BBC6680E8}"/>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624CD65E-9249-EF5F-601B-35A7A31B17AF}"/>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F1A7892E-2A82-F945-713F-CB58D0E78316}"/>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CA39BF2B-FE67-5475-5E5F-FC9BF3396A1D}"/>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BE7DA143-84AE-6916-31AD-07027C5ED0B4}"/>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A6CB5379-A520-ED85-455E-278306E624BD}"/>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28A2A3EE-3955-E7FC-7426-DBD3384FF5C4}"/>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7AFF40C5-D449-3440-717C-600EA920DA5E}"/>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mc:AlternateContent xmlns:mc="http://schemas.openxmlformats.org/markup-compatibility/2006">
        <mc:Choice xmlns:a14="http://schemas.microsoft.com/office/drawing/2010/main" Requires="a14">
          <p:sp>
            <p:nvSpPr>
              <p:cNvPr id="87046" name="object 9">
                <a:extLst>
                  <a:ext uri="{FF2B5EF4-FFF2-40B4-BE49-F238E27FC236}">
                    <a16:creationId xmlns:a16="http://schemas.microsoft.com/office/drawing/2014/main" id="{8EE3DD4C-4509-E45A-9096-C324FBAFA174}"/>
                  </a:ext>
                </a:extLst>
              </p:cNvPr>
              <p:cNvSpPr txBox="1">
                <a:spLocks noChangeArrowheads="1"/>
              </p:cNvSpPr>
              <p:nvPr/>
            </p:nvSpPr>
            <p:spPr bwMode="auto">
              <a:xfrm>
                <a:off x="829871" y="4045784"/>
                <a:ext cx="12074525" cy="923330"/>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dirty="0">
                    <a:latin typeface="Arial" panose="020B0604020202020204" pitchFamily="34" charset="0"/>
                  </a:rPr>
                  <a:t>•	</a:t>
                </a:r>
                <a:r>
                  <a:rPr lang="ru-RU" altLang="en-US" sz="3600" b="1" dirty="0" err="1">
                    <a:latin typeface="Arial" panose="020B0604020202020204" pitchFamily="34" charset="0"/>
                  </a:rPr>
                  <a:t>Dirichlet</a:t>
                </a:r>
                <a:r>
                  <a:rPr lang="ru-RU" altLang="en-US" sz="3600" b="1" dirty="0">
                    <a:latin typeface="Arial" panose="020B0604020202020204" pitchFamily="34" charset="0"/>
                  </a:rPr>
                  <a:t> </a:t>
                </a:r>
                <a:r>
                  <a:rPr lang="ru-RU" altLang="en-US" sz="3600" b="1" dirty="0" err="1">
                    <a:latin typeface="Arial" panose="020B0604020202020204" pitchFamily="34" charset="0"/>
                  </a:rPr>
                  <a:t>process</a:t>
                </a:r>
                <a:r>
                  <a:rPr lang="ru-RU" altLang="en-US" sz="3600" b="1" dirty="0">
                    <a:latin typeface="Arial" panose="020B0604020202020204" pitchFamily="34" charset="0"/>
                  </a:rPr>
                  <a:t> </a:t>
                </a:r>
                <a:r>
                  <a:rPr lang="ru-RU" altLang="en-US" sz="3600" b="1" dirty="0" err="1">
                    <a:latin typeface="Arial" panose="020B0604020202020204" pitchFamily="34" charset="0"/>
                  </a:rPr>
                  <a:t>stick-breaking</a:t>
                </a:r>
                <a:r>
                  <a:rPr lang="ru-RU" altLang="en-US" sz="3600" dirty="0">
                    <a:latin typeface="Arial" panose="020B0604020202020204" pitchFamily="34" charset="0"/>
                  </a:rPr>
                  <a:t>: </a:t>
                </a:r>
                <a14:m>
                  <m:oMath xmlns:m="http://schemas.openxmlformats.org/officeDocument/2006/math">
                    <m:sSub>
                      <m:sSubPr>
                        <m:ctrlPr>
                          <a:rPr lang="en-US" altLang="en-US" sz="4000" b="0" i="1" smtClean="0">
                            <a:latin typeface="Cambria Math" panose="02040503050406030204" pitchFamily="18" charset="0"/>
                          </a:rPr>
                        </m:ctrlPr>
                      </m:sSubPr>
                      <m:e>
                        <m:r>
                          <a:rPr lang="en-US" altLang="en-US" sz="4000" b="0" i="1" smtClean="0">
                            <a:latin typeface="Cambria Math" panose="02040503050406030204" pitchFamily="18" charset="0"/>
                          </a:rPr>
                          <m:t>𝑎</m:t>
                        </m:r>
                      </m:e>
                      <m:sub>
                        <m:r>
                          <a:rPr lang="en-US" altLang="en-US" sz="4000" b="0" i="1" smtClean="0">
                            <a:latin typeface="Cambria Math" panose="02040503050406030204" pitchFamily="18" charset="0"/>
                          </a:rPr>
                          <m:t>𝑘</m:t>
                        </m:r>
                      </m:sub>
                    </m:sSub>
                    <m:r>
                      <a:rPr lang="en-US" altLang="en-US" sz="4000" b="0" i="1" smtClean="0">
                        <a:latin typeface="Cambria Math" panose="02040503050406030204" pitchFamily="18" charset="0"/>
                      </a:rPr>
                      <m:t>=1,</m:t>
                    </m:r>
                    <m:sSub>
                      <m:sSubPr>
                        <m:ctrlPr>
                          <a:rPr lang="en-US" altLang="en-US" sz="4000" b="0" i="1" smtClean="0">
                            <a:latin typeface="Cambria Math" panose="02040503050406030204" pitchFamily="18" charset="0"/>
                          </a:rPr>
                        </m:ctrlPr>
                      </m:sSubPr>
                      <m:e>
                        <m:r>
                          <a:rPr lang="en-US" altLang="en-US" sz="4000" b="0" i="1" smtClean="0">
                            <a:latin typeface="Cambria Math" panose="02040503050406030204" pitchFamily="18" charset="0"/>
                          </a:rPr>
                          <m:t>𝑏</m:t>
                        </m:r>
                      </m:e>
                      <m:sub>
                        <m:r>
                          <a:rPr lang="en-US" altLang="en-US" sz="4000" b="0" i="1" smtClean="0">
                            <a:latin typeface="Cambria Math" panose="02040503050406030204" pitchFamily="18" charset="0"/>
                          </a:rPr>
                          <m:t>𝑘</m:t>
                        </m:r>
                      </m:sub>
                    </m:sSub>
                    <m:r>
                      <a:rPr lang="en-US" altLang="en-US" sz="4000" b="0" i="1" smtClean="0">
                        <a:latin typeface="Cambria Math" panose="02040503050406030204" pitchFamily="18" charset="0"/>
                      </a:rPr>
                      <m:t>=</m:t>
                    </m:r>
                    <m:r>
                      <a:rPr lang="en-US" altLang="en-US" sz="4000" b="0" i="1" smtClean="0">
                        <a:latin typeface="Cambria Math" panose="02040503050406030204" pitchFamily="18" charset="0"/>
                      </a:rPr>
                      <m:t>𝛼</m:t>
                    </m:r>
                    <m:r>
                      <a:rPr lang="en-US" altLang="en-US" sz="4000" b="0" i="1" smtClean="0">
                        <a:latin typeface="Cambria Math" panose="02040503050406030204" pitchFamily="18" charset="0"/>
                      </a:rPr>
                      <m:t>&gt;0</m:t>
                    </m:r>
                  </m:oMath>
                </a14:m>
                <a:r>
                  <a:rPr lang="ru-RU" altLang="en-US" sz="4000" dirty="0">
                    <a:latin typeface="Arial" panose="020B0604020202020204" pitchFamily="34" charset="0"/>
                  </a:rPr>
                  <a:t> </a:t>
                </a:r>
                <a:endParaRPr lang="en-US" altLang="en-US" sz="4000" dirty="0">
                  <a:latin typeface="Arial" panose="020B0604020202020204" pitchFamily="34" charset="0"/>
                </a:endParaRPr>
              </a:p>
              <a:p>
                <a:pPr eaLnBrk="1" hangingPunct="1">
                  <a:lnSpc>
                    <a:spcPts val="3600"/>
                  </a:lnSpc>
                  <a:buSzPct val="100000"/>
                  <a:buFont typeface="Calibri" panose="020F0502020204030204" pitchFamily="34" charset="0"/>
                  <a:buNone/>
                </a:pPr>
                <a:r>
                  <a:rPr lang="ru-RU" altLang="en-US" sz="4000" baseline="7000" dirty="0">
                    <a:latin typeface="Arial" panose="020B0604020202020204" pitchFamily="34" charset="0"/>
                  </a:rPr>
                  <a:t>•	</a:t>
                </a:r>
                <a:r>
                  <a:rPr lang="ru-RU" altLang="en-US" sz="3600" dirty="0" err="1">
                    <a:latin typeface="Arial" panose="020B0604020202020204" pitchFamily="34" charset="0"/>
                  </a:rPr>
                  <a:t>Griffiths-Engen-McCloskey</a:t>
                </a:r>
                <a:r>
                  <a:rPr lang="ru-RU" altLang="en-US" sz="3600" dirty="0">
                    <a:latin typeface="Arial" panose="020B0604020202020204" pitchFamily="34" charset="0"/>
                  </a:rPr>
                  <a:t> (</a:t>
                </a:r>
                <a:r>
                  <a:rPr lang="ru-RU" altLang="en-US" sz="3600" b="1" dirty="0">
                    <a:latin typeface="Arial" panose="020B0604020202020204" pitchFamily="34" charset="0"/>
                  </a:rPr>
                  <a:t>GEM</a:t>
                </a:r>
                <a:r>
                  <a:rPr lang="ru-RU" altLang="en-US" sz="3600" dirty="0">
                    <a:latin typeface="Arial" panose="020B0604020202020204" pitchFamily="34" charset="0"/>
                  </a:rPr>
                  <a:t>) </a:t>
                </a:r>
                <a:r>
                  <a:rPr lang="ru-RU" altLang="en-US" sz="3600" dirty="0" err="1">
                    <a:latin typeface="Arial" panose="020B0604020202020204" pitchFamily="34" charset="0"/>
                  </a:rPr>
                  <a:t>distribution</a:t>
                </a:r>
                <a:r>
                  <a:rPr lang="ru-RU" altLang="en-US" sz="3600" dirty="0">
                    <a:latin typeface="Arial" panose="020B0604020202020204" pitchFamily="34" charset="0"/>
                  </a:rPr>
                  <a:t>:</a:t>
                </a:r>
              </a:p>
            </p:txBody>
          </p:sp>
        </mc:Choice>
        <mc:Fallback>
          <p:sp>
            <p:nvSpPr>
              <p:cNvPr id="87046" name="object 9">
                <a:extLst>
                  <a:ext uri="{FF2B5EF4-FFF2-40B4-BE49-F238E27FC236}">
                    <a16:creationId xmlns:a16="http://schemas.microsoft.com/office/drawing/2014/main" id="{8EE3DD4C-4509-E45A-9096-C324FBAFA174}"/>
                  </a:ext>
                </a:extLst>
              </p:cNvPr>
              <p:cNvSpPr txBox="1">
                <a:spLocks noRot="1" noChangeAspect="1" noMove="1" noResize="1" noEditPoints="1" noAdjustHandles="1" noChangeArrowheads="1" noChangeShapeType="1" noTextEdit="1"/>
              </p:cNvSpPr>
              <p:nvPr/>
            </p:nvSpPr>
            <p:spPr bwMode="auto">
              <a:xfrm>
                <a:off x="829871" y="4045784"/>
                <a:ext cx="12074525" cy="923330"/>
              </a:xfrm>
              <a:prstGeom prst="rect">
                <a:avLst/>
              </a:prstGeom>
              <a:blipFill>
                <a:blip r:embed="rId3"/>
                <a:stretch>
                  <a:fillRect l="-1786" t="-25676" b="-283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p:sp>
        <p:nvSpPr>
          <p:cNvPr id="87049" name="object 12">
            <a:extLst>
              <a:ext uri="{FF2B5EF4-FFF2-40B4-BE49-F238E27FC236}">
                <a16:creationId xmlns:a16="http://schemas.microsoft.com/office/drawing/2014/main" id="{224726CE-BA41-0173-44F1-B284842D8CE5}"/>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8C237DFF-0AB5-A910-BBA4-F18D950509EB}"/>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8C237DFF-0AB5-A910-BBA4-F18D950509EB}"/>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4"/>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C417323F-22B4-D7FF-E6D9-46853A4CD6FC}"/>
                  </a:ext>
                </a:extLst>
              </p:cNvPr>
              <p:cNvSpPr txBox="1"/>
              <p:nvPr/>
            </p:nvSpPr>
            <p:spPr>
              <a:xfrm>
                <a:off x="9780694" y="6627248"/>
                <a:ext cx="1169487"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C417323F-22B4-D7FF-E6D9-46853A4CD6FC}"/>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5"/>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86BF91F-31DE-95FC-0748-598506211B30}"/>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F86BF91F-31DE-95FC-0748-598506211B30}"/>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6"/>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A15A7469-3CDF-52AE-727E-9B1FD404C645}"/>
                  </a:ext>
                </a:extLst>
              </p:cNvPr>
              <p:cNvSpPr txBox="1"/>
              <p:nvPr/>
            </p:nvSpPr>
            <p:spPr>
              <a:xfrm>
                <a:off x="9780694" y="7011969"/>
                <a:ext cx="2378600"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A15A7469-3CDF-52AE-727E-9B1FD404C645}"/>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7"/>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948B14EA-E087-9FD0-3DEC-C91352042645}"/>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C14C7F3A-7D2D-1055-F6A9-29149E02EAAA}"/>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77447ED8-FA19-4558-0382-6CFD78D1EB1E}"/>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6B2B3D26-002C-D4BA-21DF-265E6BE2F3CD}"/>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86EAE24F-EECA-30A2-6D9A-6A036DBDEB64}"/>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6F53CF4F-24D2-E6C1-A159-EC441C8F9732}"/>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8628D04D-1918-3A78-48D9-F48776511F57}"/>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C2AB41D8-8DB1-9022-F0A7-D305ED54F005}"/>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D325F82-6927-8F19-F84E-DF2B6A674A73}"/>
                  </a:ext>
                </a:extLst>
              </p:cNvPr>
              <p:cNvSpPr txBox="1"/>
              <p:nvPr/>
            </p:nvSpPr>
            <p:spPr>
              <a:xfrm>
                <a:off x="5392796" y="8524875"/>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m:rPr>
                                <m:sty m:val="p"/>
                              </m:rPr>
                              <a:rPr lang="en-US" sz="2500" b="0" i="1" dirty="0" smtClean="0">
                                <a:latin typeface="Cambria Math" panose="02040503050406030204" pitchFamily="18" charset="0"/>
                              </a:rPr>
                              <m:t>k</m:t>
                            </m:r>
                          </m:sub>
                        </m:sSub>
                      </m:e>
                    </m:d>
                  </m:oMath>
                </a14:m>
                <a:r>
                  <a:rPr lang="en-US" sz="2500" dirty="0"/>
                  <a:t> </a:t>
                </a:r>
              </a:p>
            </p:txBody>
          </p:sp>
        </mc:Choice>
        <mc:Fallback>
          <p:sp>
            <p:nvSpPr>
              <p:cNvPr id="9" name="TextBox 8">
                <a:extLst>
                  <a:ext uri="{FF2B5EF4-FFF2-40B4-BE49-F238E27FC236}">
                    <a16:creationId xmlns:a16="http://schemas.microsoft.com/office/drawing/2014/main" id="{2D325F82-6927-8F19-F84E-DF2B6A674A73}"/>
                  </a:ext>
                </a:extLst>
              </p:cNvPr>
              <p:cNvSpPr txBox="1">
                <a:spLocks noRot="1" noChangeAspect="1" noMove="1" noResize="1" noEditPoints="1" noAdjustHandles="1" noChangeArrowheads="1" noChangeShapeType="1" noTextEdit="1"/>
              </p:cNvSpPr>
              <p:nvPr/>
            </p:nvSpPr>
            <p:spPr>
              <a:xfrm>
                <a:off x="5392796" y="8524875"/>
                <a:ext cx="2577180" cy="384721"/>
              </a:xfrm>
              <a:prstGeom prst="rect">
                <a:avLst/>
              </a:prstGeom>
              <a:blipFill>
                <a:blip r:embed="rId8"/>
                <a:stretch>
                  <a:fillRect l="-4412"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9772151-CA41-E0FD-5AB4-A74104E4A14B}"/>
                  </a:ext>
                </a:extLst>
              </p:cNvPr>
              <p:cNvSpPr txBox="1"/>
              <p:nvPr/>
            </p:nvSpPr>
            <p:spPr>
              <a:xfrm>
                <a:off x="9238704" y="8349163"/>
                <a:ext cx="3169522" cy="45910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r>
                        <a:rPr lang="en-US" sz="2500" b="0" i="1" smtClean="0">
                          <a:latin typeface="Cambria Math" panose="02040503050406030204" pitchFamily="18" charset="0"/>
                        </a:rPr>
                        <m:t>=</m:t>
                      </m:r>
                      <m:d>
                        <m:dPr>
                          <m:begChr m:val="["/>
                          <m:endChr m:val="]"/>
                          <m:ctrlPr>
                            <a:rPr lang="en-US" sz="2500" b="0" i="1" smtClean="0">
                              <a:latin typeface="Cambria Math" panose="02040503050406030204" pitchFamily="18" charset="0"/>
                            </a:rPr>
                          </m:ctrlPr>
                        </m:dPr>
                        <m:e>
                          <m:sSubSup>
                            <m:sSubSupPr>
                              <m:ctrlPr>
                                <a:rPr lang="en-US" sz="2500" b="0" i="1" smtClean="0">
                                  <a:latin typeface="Cambria Math" panose="02040503050406030204" pitchFamily="18" charset="0"/>
                                </a:rPr>
                              </m:ctrlPr>
                            </m:sSubSupPr>
                            <m:e>
                              <m:r>
                                <m:rPr>
                                  <m:sty m:val="p"/>
                                </m:rPr>
                                <a:rPr lang="en-US" sz="2500" b="0" i="0" smtClean="0">
                                  <a:latin typeface="Cambria Math" panose="02040503050406030204" pitchFamily="18" charset="0"/>
                                </a:rPr>
                                <m:t>Π</m:t>
                              </m:r>
                            </m:e>
                            <m:sub>
                              <m:r>
                                <a:rPr lang="en-US" sz="2500" b="0" i="1" smtClean="0">
                                  <a:latin typeface="Cambria Math" panose="02040503050406030204" pitchFamily="18" charset="0"/>
                                </a:rPr>
                                <m:t>𝑗</m:t>
                              </m:r>
                              <m:r>
                                <a:rPr lang="en-US" sz="2500" b="0" i="1" smtClean="0">
                                  <a:latin typeface="Cambria Math" panose="02040503050406030204" pitchFamily="18" charset="0"/>
                                </a:rPr>
                                <m:t>=1</m:t>
                              </m:r>
                            </m:sub>
                            <m:sup>
                              <m:r>
                                <a:rPr lang="en-US" sz="2500" b="0" i="1" smtClean="0">
                                  <a:latin typeface="Cambria Math" panose="02040503050406030204" pitchFamily="18" charset="0"/>
                                </a:rPr>
                                <m:t>𝑘</m:t>
                              </m:r>
                              <m:r>
                                <a:rPr lang="en-US" sz="2500" b="0" i="1" smtClean="0">
                                  <a:latin typeface="Cambria Math" panose="02040503050406030204" pitchFamily="18" charset="0"/>
                                </a:rPr>
                                <m:t>−1</m:t>
                              </m:r>
                            </m:sup>
                          </m:sSubSup>
                          <m:d>
                            <m:dPr>
                              <m:ctrlPr>
                                <a:rPr lang="en-US" sz="2500" b="0" i="1" smtClean="0">
                                  <a:latin typeface="Cambria Math" panose="02040503050406030204" pitchFamily="18" charset="0"/>
                                </a:rPr>
                              </m:ctrlPr>
                            </m:dPr>
                            <m:e>
                              <m:r>
                                <a:rPr lang="en-US" sz="2500" b="0" i="1" smtClean="0">
                                  <a:latin typeface="Cambria Math" panose="02040503050406030204" pitchFamily="18" charset="0"/>
                                </a:rPr>
                                <m:t>1−</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𝑗</m:t>
                                  </m:r>
                                </m:sub>
                              </m:sSub>
                            </m:e>
                          </m:d>
                        </m:e>
                      </m:d>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𝑘</m:t>
                          </m:r>
                        </m:sub>
                      </m:sSub>
                    </m:oMath>
                  </m:oMathPara>
                </a14:m>
                <a:endParaRPr lang="en-US" sz="2500" dirty="0"/>
              </a:p>
            </p:txBody>
          </p:sp>
        </mc:Choice>
        <mc:Fallback>
          <p:sp>
            <p:nvSpPr>
              <p:cNvPr id="10" name="TextBox 9">
                <a:extLst>
                  <a:ext uri="{FF2B5EF4-FFF2-40B4-BE49-F238E27FC236}">
                    <a16:creationId xmlns:a16="http://schemas.microsoft.com/office/drawing/2014/main" id="{89772151-CA41-E0FD-5AB4-A74104E4A14B}"/>
                  </a:ext>
                </a:extLst>
              </p:cNvPr>
              <p:cNvSpPr txBox="1">
                <a:spLocks noRot="1" noChangeAspect="1" noMove="1" noResize="1" noEditPoints="1" noAdjustHandles="1" noChangeArrowheads="1" noChangeShapeType="1" noTextEdit="1"/>
              </p:cNvSpPr>
              <p:nvPr/>
            </p:nvSpPr>
            <p:spPr>
              <a:xfrm>
                <a:off x="9238704" y="8349163"/>
                <a:ext cx="3169522" cy="459100"/>
              </a:xfrm>
              <a:prstGeom prst="rect">
                <a:avLst/>
              </a:prstGeom>
              <a:blipFill>
                <a:blip r:embed="rId9"/>
                <a:stretch>
                  <a:fillRect l="-2000" r="-400" b="-18919"/>
                </a:stretch>
              </a:blipFill>
            </p:spPr>
            <p:txBody>
              <a:bodyPr/>
              <a:lstStyle/>
              <a:p>
                <a:r>
                  <a:rPr lang="en-US">
                    <a:noFill/>
                  </a:rPr>
                  <a:t> </a:t>
                </a:r>
              </a:p>
            </p:txBody>
          </p:sp>
        </mc:Fallback>
      </mc:AlternateContent>
      <p:sp>
        <p:nvSpPr>
          <p:cNvPr id="11" name="object 32">
            <a:extLst>
              <a:ext uri="{FF2B5EF4-FFF2-40B4-BE49-F238E27FC236}">
                <a16:creationId xmlns:a16="http://schemas.microsoft.com/office/drawing/2014/main" id="{04666709-C49E-E676-22A4-BD10893E56D1}"/>
              </a:ext>
            </a:extLst>
          </p:cNvPr>
          <p:cNvSpPr txBox="1">
            <a:spLocks noChangeArrowheads="1"/>
          </p:cNvSpPr>
          <p:nvPr/>
        </p:nvSpPr>
        <p:spPr bwMode="auto">
          <a:xfrm>
            <a:off x="10213975" y="9437688"/>
            <a:ext cx="2749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dirty="0">
                <a:solidFill>
                  <a:srgbClr val="000000"/>
                </a:solidFill>
                <a:latin typeface="Arial" panose="020B0604020202020204" pitchFamily="34" charset="0"/>
              </a:rPr>
              <a:t>[Ishwaran, James 2001]</a:t>
            </a:r>
            <a:endParaRPr lang="en-US" altLang="en-US" sz="2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8D4553B-8B03-8D02-8F4F-D4C5A2A5474F}"/>
                  </a:ext>
                </a:extLst>
              </p:cNvPr>
              <p:cNvSpPr txBox="1"/>
              <p:nvPr/>
            </p:nvSpPr>
            <p:spPr>
              <a:xfrm>
                <a:off x="8467931" y="5028739"/>
                <a:ext cx="438953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e>
                      </m:d>
                    </m:oMath>
                  </m:oMathPara>
                </a14:m>
                <a:endParaRPr lang="en-US" sz="3000" dirty="0"/>
              </a:p>
            </p:txBody>
          </p:sp>
        </mc:Choice>
        <mc:Fallback>
          <p:sp>
            <p:nvSpPr>
              <p:cNvPr id="12" name="TextBox 11">
                <a:extLst>
                  <a:ext uri="{FF2B5EF4-FFF2-40B4-BE49-F238E27FC236}">
                    <a16:creationId xmlns:a16="http://schemas.microsoft.com/office/drawing/2014/main" id="{08D4553B-8B03-8D02-8F4F-D4C5A2A5474F}"/>
                  </a:ext>
                </a:extLst>
              </p:cNvPr>
              <p:cNvSpPr txBox="1">
                <a:spLocks noRot="1" noChangeAspect="1" noMove="1" noResize="1" noEditPoints="1" noAdjustHandles="1" noChangeArrowheads="1" noChangeShapeType="1" noTextEdit="1"/>
              </p:cNvSpPr>
              <p:nvPr/>
            </p:nvSpPr>
            <p:spPr>
              <a:xfrm>
                <a:off x="8467931" y="5028739"/>
                <a:ext cx="4389535" cy="461665"/>
              </a:xfrm>
              <a:prstGeom prst="rect">
                <a:avLst/>
              </a:prstGeom>
              <a:blipFill>
                <a:blip r:embed="rId10"/>
                <a:stretch>
                  <a:fillRect l="-1441" b="-21622"/>
                </a:stretch>
              </a:blipFill>
            </p:spPr>
            <p:txBody>
              <a:bodyPr/>
              <a:lstStyle/>
              <a:p>
                <a:r>
                  <a:rPr lang="en-US">
                    <a:noFill/>
                  </a:rPr>
                  <a:t> </a:t>
                </a:r>
              </a:p>
            </p:txBody>
          </p:sp>
        </mc:Fallback>
      </mc:AlternateContent>
    </p:spTree>
    <p:extLst>
      <p:ext uri="{BB962C8B-B14F-4D97-AF65-F5344CB8AC3E}">
        <p14:creationId xmlns:p14="http://schemas.microsoft.com/office/powerpoint/2010/main" val="3868249148"/>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EC6CC-0D4B-937E-AA52-DCCF045295AB}"/>
            </a:ext>
          </a:extLst>
        </p:cNvPr>
        <p:cNvGrpSpPr/>
        <p:nvPr/>
      </p:nvGrpSpPr>
      <p:grpSpPr>
        <a:xfrm>
          <a:off x="0" y="0"/>
          <a:ext cx="0" cy="0"/>
          <a:chOff x="0" y="0"/>
          <a:chExt cx="0" cy="0"/>
        </a:xfrm>
      </p:grpSpPr>
      <p:sp>
        <p:nvSpPr>
          <p:cNvPr id="87041" name="object 2" descr="$PPTXTitle">
            <a:extLst>
              <a:ext uri="{FF2B5EF4-FFF2-40B4-BE49-F238E27FC236}">
                <a16:creationId xmlns:a16="http://schemas.microsoft.com/office/drawing/2014/main" id="{53718D66-0DC9-B449-1823-F3D9B5F21221}"/>
              </a:ext>
            </a:extLst>
          </p:cNvPr>
          <p:cNvSpPr>
            <a:spLocks noGrp="1" noChangeArrowheads="1"/>
          </p:cNvSpPr>
          <p:nvPr>
            <p:ph type="title"/>
          </p:nvPr>
        </p:nvSpPr>
        <p:spPr>
          <a:xfrm>
            <a:off x="684213" y="261938"/>
            <a:ext cx="5981700"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Choosing </a:t>
            </a:r>
            <a:r>
              <a:rPr lang="ru-RU" altLang="en-US" i="1">
                <a:solidFill>
                  <a:srgbClr val="000000"/>
                </a:solidFill>
                <a:latin typeface="Arial" panose="020B0604020202020204" pitchFamily="34" charset="0"/>
                <a:cs typeface="Arial" panose="020B0604020202020204" pitchFamily="34" charset="0"/>
              </a:rPr>
              <a:t>K </a:t>
            </a:r>
            <a:r>
              <a:rPr lang="ru-RU" altLang="en-US">
                <a:solidFill>
                  <a:srgbClr val="000000"/>
                </a:solidFill>
                <a:latin typeface="Arial" panose="020B0604020202020204" pitchFamily="34" charset="0"/>
                <a:cs typeface="Calibri" panose="020F0502020204030204" pitchFamily="34" charset="0"/>
              </a:rPr>
              <a:t>= ∞</a:t>
            </a:r>
          </a:p>
        </p:txBody>
      </p:sp>
      <p:grpSp>
        <p:nvGrpSpPr>
          <p:cNvPr id="87042" name="object 3">
            <a:extLst>
              <a:ext uri="{FF2B5EF4-FFF2-40B4-BE49-F238E27FC236}">
                <a16:creationId xmlns:a16="http://schemas.microsoft.com/office/drawing/2014/main" id="{7C8D1155-6450-D022-0AA8-AE054C96A651}"/>
              </a:ext>
            </a:extLst>
          </p:cNvPr>
          <p:cNvGrpSpPr>
            <a:grpSpLocks/>
          </p:cNvGrpSpPr>
          <p:nvPr/>
        </p:nvGrpSpPr>
        <p:grpSpPr bwMode="auto">
          <a:xfrm>
            <a:off x="342900" y="5943600"/>
            <a:ext cx="4635500" cy="635000"/>
            <a:chOff x="342900" y="5943600"/>
            <a:chExt cx="4635500" cy="635000"/>
          </a:xfrm>
        </p:grpSpPr>
        <p:sp>
          <p:nvSpPr>
            <p:cNvPr id="87050" name="object 4">
              <a:extLst>
                <a:ext uri="{FF2B5EF4-FFF2-40B4-BE49-F238E27FC236}">
                  <a16:creationId xmlns:a16="http://schemas.microsoft.com/office/drawing/2014/main" id="{FAB5C25B-0498-AC79-0CA5-C9B15140E83B}"/>
                </a:ext>
              </a:extLst>
            </p:cNvPr>
            <p:cNvSpPr>
              <a:spLocks/>
            </p:cNvSpPr>
            <p:nvPr/>
          </p:nvSpPr>
          <p:spPr bwMode="auto">
            <a:xfrm>
              <a:off x="349249"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solidFill>
              <a:srgbClr val="A6AAA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7051" name="object 5">
              <a:extLst>
                <a:ext uri="{FF2B5EF4-FFF2-40B4-BE49-F238E27FC236}">
                  <a16:creationId xmlns:a16="http://schemas.microsoft.com/office/drawing/2014/main" id="{8C0DB438-02DE-C310-0870-448F8DF3FC4B}"/>
                </a:ext>
              </a:extLst>
            </p:cNvPr>
            <p:cNvSpPr>
              <a:spLocks/>
            </p:cNvSpPr>
            <p:nvPr/>
          </p:nvSpPr>
          <p:spPr bwMode="auto">
            <a:xfrm>
              <a:off x="349250" y="5949950"/>
              <a:ext cx="4622800" cy="622300"/>
            </a:xfrm>
            <a:custGeom>
              <a:avLst/>
              <a:gdLst>
                <a:gd name="T0" fmla="*/ 0 w 4622800"/>
                <a:gd name="T1" fmla="*/ 0 h 622300"/>
                <a:gd name="T2" fmla="*/ 4622800 w 4622800"/>
                <a:gd name="T3" fmla="*/ 0 h 622300"/>
                <a:gd name="T4" fmla="*/ 4622800 w 4622800"/>
                <a:gd name="T5" fmla="*/ 622300 h 622300"/>
                <a:gd name="T6" fmla="*/ 0 w 4622800"/>
                <a:gd name="T7" fmla="*/ 622300 h 622300"/>
                <a:gd name="T8" fmla="*/ 0 w 46228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2800" h="622300">
                  <a:moveTo>
                    <a:pt x="0" y="0"/>
                  </a:moveTo>
                  <a:lnTo>
                    <a:pt x="4622800" y="0"/>
                  </a:lnTo>
                  <a:lnTo>
                    <a:pt x="4622800" y="622300"/>
                  </a:lnTo>
                  <a:lnTo>
                    <a:pt x="0" y="622300"/>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7043" name="object 6">
            <a:extLst>
              <a:ext uri="{FF2B5EF4-FFF2-40B4-BE49-F238E27FC236}">
                <a16:creationId xmlns:a16="http://schemas.microsoft.com/office/drawing/2014/main" id="{6B30482A-8DD4-5845-0678-72175139F627}"/>
              </a:ext>
            </a:extLst>
          </p:cNvPr>
          <p:cNvSpPr txBox="1">
            <a:spLocks noChangeArrowheads="1"/>
          </p:cNvSpPr>
          <p:nvPr/>
        </p:nvSpPr>
        <p:spPr bwMode="auto">
          <a:xfrm>
            <a:off x="431800" y="13001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p:sp>
        <p:nvSpPr>
          <p:cNvPr id="87044" name="object 7">
            <a:extLst>
              <a:ext uri="{FF2B5EF4-FFF2-40B4-BE49-F238E27FC236}">
                <a16:creationId xmlns:a16="http://schemas.microsoft.com/office/drawing/2014/main" id="{C7C1A618-1170-18CE-7042-778C48EE2D71}"/>
              </a:ext>
            </a:extLst>
          </p:cNvPr>
          <p:cNvSpPr txBox="1">
            <a:spLocks noChangeArrowheads="1"/>
          </p:cNvSpPr>
          <p:nvPr/>
        </p:nvSpPr>
        <p:spPr bwMode="auto">
          <a:xfrm>
            <a:off x="876300" y="1228725"/>
            <a:ext cx="11647488" cy="246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330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lnSpc>
                <a:spcPts val="4300"/>
              </a:lnSpc>
              <a:spcBef>
                <a:spcPts val="250"/>
              </a:spcBef>
              <a:buSzPct val="100000"/>
              <a:buFont typeface="Calibri" panose="020F0502020204030204" pitchFamily="34" charset="0"/>
              <a:buNone/>
            </a:pPr>
            <a:r>
              <a:rPr lang="ru-RU" altLang="en-US" sz="3600">
                <a:latin typeface="Arial" panose="020B0604020202020204" pitchFamily="34" charset="0"/>
              </a:rPr>
              <a:t>Here, difficult to choose finite </a:t>
            </a:r>
            <a:r>
              <a:rPr lang="ru-RU" altLang="en-US" sz="3600" i="1">
                <a:latin typeface="Arial" panose="020B0604020202020204" pitchFamily="34" charset="0"/>
              </a:rPr>
              <a:t>K </a:t>
            </a:r>
            <a:r>
              <a:rPr lang="ru-RU" altLang="en-US" sz="3600">
                <a:latin typeface="Arial" panose="020B0604020202020204" pitchFamily="34" charset="0"/>
              </a:rPr>
              <a:t>in advance (contrast with small </a:t>
            </a:r>
            <a:r>
              <a:rPr lang="ru-RU" altLang="en-US" sz="3600" i="1">
                <a:latin typeface="Arial" panose="020B0604020202020204" pitchFamily="34" charset="0"/>
              </a:rPr>
              <a:t>K</a:t>
            </a:r>
            <a:r>
              <a:rPr lang="ru-RU" altLang="en-US" sz="3600">
                <a:latin typeface="Arial" panose="020B0604020202020204" pitchFamily="34" charset="0"/>
              </a:rPr>
              <a:t>): don’t know </a:t>
            </a:r>
            <a:r>
              <a:rPr lang="ru-RU" altLang="en-US" sz="3600" i="1">
                <a:latin typeface="Arial" panose="020B0604020202020204" pitchFamily="34" charset="0"/>
              </a:rPr>
              <a:t>K</a:t>
            </a:r>
            <a:r>
              <a:rPr lang="ru-RU" altLang="en-US" sz="3600">
                <a:latin typeface="Arial" panose="020B0604020202020204" pitchFamily="34" charset="0"/>
              </a:rPr>
              <a:t>, difficult to infer, streaming data</a:t>
            </a:r>
          </a:p>
          <a:p>
            <a:pPr eaLnBrk="1" hangingPunct="1">
              <a:lnSpc>
                <a:spcPts val="4300"/>
              </a:lnSpc>
              <a:spcBef>
                <a:spcPts val="1950"/>
              </a:spcBef>
              <a:buSzPct val="100000"/>
              <a:buFont typeface="Calibri" panose="020F0502020204030204" pitchFamily="34" charset="0"/>
              <a:buNone/>
            </a:pPr>
            <a:r>
              <a:rPr lang="ru-RU" altLang="en-US" sz="3600">
                <a:latin typeface="Arial" panose="020B0604020202020204" pitchFamily="34" charset="0"/>
              </a:rPr>
              <a:t>How to generate </a:t>
            </a:r>
            <a:r>
              <a:rPr lang="ru-RU" altLang="en-US" sz="3600" i="1">
                <a:latin typeface="Arial" panose="020B0604020202020204" pitchFamily="34" charset="0"/>
              </a:rPr>
              <a:t>K </a:t>
            </a:r>
            <a:r>
              <a:rPr lang="ru-RU" altLang="en-US" sz="3600">
                <a:latin typeface="Arial" panose="020B0604020202020204" pitchFamily="34" charset="0"/>
              </a:rPr>
              <a:t>= ∞ strictly positive frequencies that sum to one?</a:t>
            </a:r>
          </a:p>
        </p:txBody>
      </p:sp>
      <p:sp>
        <p:nvSpPr>
          <p:cNvPr id="87045" name="object 8">
            <a:extLst>
              <a:ext uri="{FF2B5EF4-FFF2-40B4-BE49-F238E27FC236}">
                <a16:creationId xmlns:a16="http://schemas.microsoft.com/office/drawing/2014/main" id="{C648B8E6-D68F-8E74-5CF3-9F9D9B47EEF2}"/>
              </a:ext>
            </a:extLst>
          </p:cNvPr>
          <p:cNvSpPr txBox="1">
            <a:spLocks noChangeArrowheads="1"/>
          </p:cNvSpPr>
          <p:nvPr/>
        </p:nvSpPr>
        <p:spPr bwMode="auto">
          <a:xfrm>
            <a:off x="431800" y="2646363"/>
            <a:ext cx="196850"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700">
                <a:solidFill>
                  <a:srgbClr val="000000"/>
                </a:solidFill>
                <a:latin typeface="Arial" panose="020B0604020202020204" pitchFamily="34" charset="0"/>
              </a:rPr>
              <a:t>•</a:t>
            </a:r>
            <a:endParaRPr lang="en-US" altLang="en-US" sz="2700">
              <a:latin typeface="Arial" panose="020B0604020202020204" pitchFamily="34" charset="0"/>
            </a:endParaRPr>
          </a:p>
        </p:txBody>
      </p:sp>
      <mc:AlternateContent xmlns:mc="http://schemas.openxmlformats.org/markup-compatibility/2006">
        <mc:Choice xmlns:a14="http://schemas.microsoft.com/office/drawing/2010/main" Requires="a14">
          <p:sp>
            <p:nvSpPr>
              <p:cNvPr id="87046" name="object 9">
                <a:extLst>
                  <a:ext uri="{FF2B5EF4-FFF2-40B4-BE49-F238E27FC236}">
                    <a16:creationId xmlns:a16="http://schemas.microsoft.com/office/drawing/2014/main" id="{DCAA0C45-E37C-DF73-BE52-30E1B5355492}"/>
                  </a:ext>
                </a:extLst>
              </p:cNvPr>
              <p:cNvSpPr txBox="1">
                <a:spLocks noChangeArrowheads="1"/>
              </p:cNvSpPr>
              <p:nvPr/>
            </p:nvSpPr>
            <p:spPr bwMode="auto">
              <a:xfrm>
                <a:off x="829871" y="4045784"/>
                <a:ext cx="12074525" cy="923330"/>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wrap="square" lIns="0" tIns="0" rIns="0" bIns="0">
                <a:spAutoFit/>
              </a:bodyPr>
              <a:lstStyle>
                <a:lvl1pPr>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1pPr>
                <a:lvl2pPr marL="742950" indent="-28575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2pPr>
                <a:lvl3pPr marL="11430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3pPr>
                <a:lvl4pPr marL="16002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4pPr>
                <a:lvl5pPr marL="2057400" indent="-228600">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42913" algn="l"/>
                    <a:tab pos="8255000" algn="l"/>
                    <a:tab pos="9712325"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3600"/>
                  </a:lnSpc>
                  <a:buSzPct val="100000"/>
                  <a:buFont typeface="Calibri" panose="020F0502020204030204" pitchFamily="34" charset="0"/>
                  <a:buNone/>
                </a:pPr>
                <a:r>
                  <a:rPr lang="ru-RU" altLang="en-US" sz="4000" baseline="7000" dirty="0">
                    <a:latin typeface="Arial" panose="020B0604020202020204" pitchFamily="34" charset="0"/>
                  </a:rPr>
                  <a:t>•	</a:t>
                </a:r>
                <a:r>
                  <a:rPr lang="ru-RU" altLang="en-US" sz="3600" b="1" dirty="0" err="1">
                    <a:latin typeface="Arial" panose="020B0604020202020204" pitchFamily="34" charset="0"/>
                  </a:rPr>
                  <a:t>Dirichlet</a:t>
                </a:r>
                <a:r>
                  <a:rPr lang="ru-RU" altLang="en-US" sz="3600" b="1" dirty="0">
                    <a:latin typeface="Arial" panose="020B0604020202020204" pitchFamily="34" charset="0"/>
                  </a:rPr>
                  <a:t> </a:t>
                </a:r>
                <a:r>
                  <a:rPr lang="ru-RU" altLang="en-US" sz="3600" b="1" dirty="0" err="1">
                    <a:latin typeface="Arial" panose="020B0604020202020204" pitchFamily="34" charset="0"/>
                  </a:rPr>
                  <a:t>process</a:t>
                </a:r>
                <a:r>
                  <a:rPr lang="ru-RU" altLang="en-US" sz="3600" b="1" dirty="0">
                    <a:latin typeface="Arial" panose="020B0604020202020204" pitchFamily="34" charset="0"/>
                  </a:rPr>
                  <a:t> </a:t>
                </a:r>
                <a:r>
                  <a:rPr lang="ru-RU" altLang="en-US" sz="3600" b="1" dirty="0" err="1">
                    <a:latin typeface="Arial" panose="020B0604020202020204" pitchFamily="34" charset="0"/>
                  </a:rPr>
                  <a:t>stick-breaking</a:t>
                </a:r>
                <a:r>
                  <a:rPr lang="ru-RU" altLang="en-US" sz="3600" dirty="0">
                    <a:latin typeface="Arial" panose="020B0604020202020204" pitchFamily="34" charset="0"/>
                  </a:rPr>
                  <a:t>: </a:t>
                </a:r>
                <a14:m>
                  <m:oMath xmlns:m="http://schemas.openxmlformats.org/officeDocument/2006/math">
                    <m:sSub>
                      <m:sSubPr>
                        <m:ctrlPr>
                          <a:rPr lang="en-US" altLang="en-US" sz="4000" b="0" i="1" smtClean="0">
                            <a:latin typeface="Cambria Math" panose="02040503050406030204" pitchFamily="18" charset="0"/>
                          </a:rPr>
                        </m:ctrlPr>
                      </m:sSubPr>
                      <m:e>
                        <m:r>
                          <a:rPr lang="en-US" altLang="en-US" sz="4000" b="0" i="1" smtClean="0">
                            <a:latin typeface="Cambria Math" panose="02040503050406030204" pitchFamily="18" charset="0"/>
                          </a:rPr>
                          <m:t>𝑎</m:t>
                        </m:r>
                      </m:e>
                      <m:sub>
                        <m:r>
                          <a:rPr lang="en-US" altLang="en-US" sz="4000" b="0" i="1" smtClean="0">
                            <a:latin typeface="Cambria Math" panose="02040503050406030204" pitchFamily="18" charset="0"/>
                          </a:rPr>
                          <m:t>𝑘</m:t>
                        </m:r>
                      </m:sub>
                    </m:sSub>
                    <m:r>
                      <a:rPr lang="en-US" altLang="en-US" sz="4000" b="0" i="1" smtClean="0">
                        <a:latin typeface="Cambria Math" panose="02040503050406030204" pitchFamily="18" charset="0"/>
                      </a:rPr>
                      <m:t>=1,</m:t>
                    </m:r>
                    <m:sSub>
                      <m:sSubPr>
                        <m:ctrlPr>
                          <a:rPr lang="en-US" altLang="en-US" sz="4000" b="0" i="1" smtClean="0">
                            <a:latin typeface="Cambria Math" panose="02040503050406030204" pitchFamily="18" charset="0"/>
                          </a:rPr>
                        </m:ctrlPr>
                      </m:sSubPr>
                      <m:e>
                        <m:r>
                          <a:rPr lang="en-US" altLang="en-US" sz="4000" b="0" i="1" smtClean="0">
                            <a:latin typeface="Cambria Math" panose="02040503050406030204" pitchFamily="18" charset="0"/>
                          </a:rPr>
                          <m:t>𝑏</m:t>
                        </m:r>
                      </m:e>
                      <m:sub>
                        <m:r>
                          <a:rPr lang="en-US" altLang="en-US" sz="4000" b="0" i="1" smtClean="0">
                            <a:latin typeface="Cambria Math" panose="02040503050406030204" pitchFamily="18" charset="0"/>
                          </a:rPr>
                          <m:t>𝑘</m:t>
                        </m:r>
                      </m:sub>
                    </m:sSub>
                    <m:r>
                      <a:rPr lang="en-US" altLang="en-US" sz="4000" b="0" i="1" smtClean="0">
                        <a:latin typeface="Cambria Math" panose="02040503050406030204" pitchFamily="18" charset="0"/>
                      </a:rPr>
                      <m:t>=</m:t>
                    </m:r>
                    <m:r>
                      <a:rPr lang="en-US" altLang="en-US" sz="4000" b="0" i="1" smtClean="0">
                        <a:latin typeface="Cambria Math" panose="02040503050406030204" pitchFamily="18" charset="0"/>
                      </a:rPr>
                      <m:t>𝛼</m:t>
                    </m:r>
                    <m:r>
                      <a:rPr lang="en-US" altLang="en-US" sz="4000" b="0" i="1" smtClean="0">
                        <a:latin typeface="Cambria Math" panose="02040503050406030204" pitchFamily="18" charset="0"/>
                      </a:rPr>
                      <m:t>&gt;0</m:t>
                    </m:r>
                  </m:oMath>
                </a14:m>
                <a:r>
                  <a:rPr lang="ru-RU" altLang="en-US" sz="4000" dirty="0">
                    <a:latin typeface="Arial" panose="020B0604020202020204" pitchFamily="34" charset="0"/>
                  </a:rPr>
                  <a:t> </a:t>
                </a:r>
                <a:endParaRPr lang="en-US" altLang="en-US" sz="4000" dirty="0">
                  <a:latin typeface="Arial" panose="020B0604020202020204" pitchFamily="34" charset="0"/>
                </a:endParaRPr>
              </a:p>
              <a:p>
                <a:pPr eaLnBrk="1" hangingPunct="1">
                  <a:lnSpc>
                    <a:spcPts val="3600"/>
                  </a:lnSpc>
                  <a:buSzPct val="100000"/>
                  <a:buFont typeface="Calibri" panose="020F0502020204030204" pitchFamily="34" charset="0"/>
                  <a:buNone/>
                </a:pPr>
                <a:r>
                  <a:rPr lang="ru-RU" altLang="en-US" sz="4000" baseline="7000" dirty="0">
                    <a:latin typeface="Arial" panose="020B0604020202020204" pitchFamily="34" charset="0"/>
                  </a:rPr>
                  <a:t>•	</a:t>
                </a:r>
                <a:r>
                  <a:rPr lang="ru-RU" altLang="en-US" sz="3600" dirty="0" err="1">
                    <a:latin typeface="Arial" panose="020B0604020202020204" pitchFamily="34" charset="0"/>
                  </a:rPr>
                  <a:t>Griffiths-Engen-McCloskey</a:t>
                </a:r>
                <a:r>
                  <a:rPr lang="ru-RU" altLang="en-US" sz="3600" dirty="0">
                    <a:latin typeface="Arial" panose="020B0604020202020204" pitchFamily="34" charset="0"/>
                  </a:rPr>
                  <a:t> (</a:t>
                </a:r>
                <a:r>
                  <a:rPr lang="ru-RU" altLang="en-US" sz="3600" b="1" dirty="0">
                    <a:latin typeface="Arial" panose="020B0604020202020204" pitchFamily="34" charset="0"/>
                  </a:rPr>
                  <a:t>GEM</a:t>
                </a:r>
                <a:r>
                  <a:rPr lang="ru-RU" altLang="en-US" sz="3600" dirty="0">
                    <a:latin typeface="Arial" panose="020B0604020202020204" pitchFamily="34" charset="0"/>
                  </a:rPr>
                  <a:t>) </a:t>
                </a:r>
                <a:r>
                  <a:rPr lang="ru-RU" altLang="en-US" sz="3600" dirty="0" err="1">
                    <a:latin typeface="Arial" panose="020B0604020202020204" pitchFamily="34" charset="0"/>
                  </a:rPr>
                  <a:t>distribution</a:t>
                </a:r>
                <a:r>
                  <a:rPr lang="ru-RU" altLang="en-US" sz="3600" dirty="0">
                    <a:latin typeface="Arial" panose="020B0604020202020204" pitchFamily="34" charset="0"/>
                  </a:rPr>
                  <a:t>:</a:t>
                </a:r>
              </a:p>
            </p:txBody>
          </p:sp>
        </mc:Choice>
        <mc:Fallback>
          <p:sp>
            <p:nvSpPr>
              <p:cNvPr id="87046" name="object 9">
                <a:extLst>
                  <a:ext uri="{FF2B5EF4-FFF2-40B4-BE49-F238E27FC236}">
                    <a16:creationId xmlns:a16="http://schemas.microsoft.com/office/drawing/2014/main" id="{DCAA0C45-E37C-DF73-BE52-30E1B5355492}"/>
                  </a:ext>
                </a:extLst>
              </p:cNvPr>
              <p:cNvSpPr txBox="1">
                <a:spLocks noRot="1" noChangeAspect="1" noMove="1" noResize="1" noEditPoints="1" noAdjustHandles="1" noChangeArrowheads="1" noChangeShapeType="1" noTextEdit="1"/>
              </p:cNvSpPr>
              <p:nvPr/>
            </p:nvSpPr>
            <p:spPr bwMode="auto">
              <a:xfrm>
                <a:off x="829871" y="4045784"/>
                <a:ext cx="12074525" cy="923330"/>
              </a:xfrm>
              <a:prstGeom prst="rect">
                <a:avLst/>
              </a:prstGeom>
              <a:blipFill>
                <a:blip r:embed="rId3"/>
                <a:stretch>
                  <a:fillRect l="-1786" t="-25676" b="-283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p:sp>
        <p:nvSpPr>
          <p:cNvPr id="87049" name="object 12">
            <a:extLst>
              <a:ext uri="{FF2B5EF4-FFF2-40B4-BE49-F238E27FC236}">
                <a16:creationId xmlns:a16="http://schemas.microsoft.com/office/drawing/2014/main" id="{B7F3D9F4-6E28-0383-A54A-D10DD0C39C08}"/>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10</a:t>
            </a:r>
            <a:endParaRPr lang="en-US" altLang="en-US" sz="2000">
              <a:latin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12B7247-36D0-F33E-6EEB-6776B2A3279F}"/>
                  </a:ext>
                </a:extLst>
              </p:cNvPr>
              <p:cNvSpPr txBox="1"/>
              <p:nvPr/>
            </p:nvSpPr>
            <p:spPr>
              <a:xfrm>
                <a:off x="5433652" y="6648449"/>
                <a:ext cx="2464521"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1</m:t>
                            </m:r>
                          </m:sub>
                        </m:sSub>
                      </m:e>
                    </m:d>
                  </m:oMath>
                </a14:m>
                <a:r>
                  <a:rPr lang="en-US" sz="2500" dirty="0"/>
                  <a:t> </a:t>
                </a:r>
              </a:p>
            </p:txBody>
          </p:sp>
        </mc:Choice>
        <mc:Fallback>
          <p:sp>
            <p:nvSpPr>
              <p:cNvPr id="2" name="TextBox 1">
                <a:extLst>
                  <a:ext uri="{FF2B5EF4-FFF2-40B4-BE49-F238E27FC236}">
                    <a16:creationId xmlns:a16="http://schemas.microsoft.com/office/drawing/2014/main" id="{112B7247-36D0-F33E-6EEB-6776B2A3279F}"/>
                  </a:ext>
                </a:extLst>
              </p:cNvPr>
              <p:cNvSpPr txBox="1">
                <a:spLocks noRot="1" noChangeAspect="1" noMove="1" noResize="1" noEditPoints="1" noAdjustHandles="1" noChangeArrowheads="1" noChangeShapeType="1" noTextEdit="1"/>
              </p:cNvSpPr>
              <p:nvPr/>
            </p:nvSpPr>
            <p:spPr>
              <a:xfrm>
                <a:off x="5433652" y="6648449"/>
                <a:ext cx="2464521" cy="384721"/>
              </a:xfrm>
              <a:prstGeom prst="rect">
                <a:avLst/>
              </a:prstGeom>
              <a:blipFill>
                <a:blip r:embed="rId4"/>
                <a:stretch>
                  <a:fillRect l="-408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7FF24BC-B64E-35E3-8A80-D644726C075D}"/>
                  </a:ext>
                </a:extLst>
              </p:cNvPr>
              <p:cNvSpPr txBox="1"/>
              <p:nvPr/>
            </p:nvSpPr>
            <p:spPr>
              <a:xfrm>
                <a:off x="9780694" y="6627248"/>
                <a:ext cx="1169487"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oMath>
                  </m:oMathPara>
                </a14:m>
                <a:endParaRPr lang="en-US" sz="2500" dirty="0"/>
              </a:p>
            </p:txBody>
          </p:sp>
        </mc:Choice>
        <mc:Fallback>
          <p:sp>
            <p:nvSpPr>
              <p:cNvPr id="6" name="TextBox 5">
                <a:extLst>
                  <a:ext uri="{FF2B5EF4-FFF2-40B4-BE49-F238E27FC236}">
                    <a16:creationId xmlns:a16="http://schemas.microsoft.com/office/drawing/2014/main" id="{F7FF24BC-B64E-35E3-8A80-D644726C075D}"/>
                  </a:ext>
                </a:extLst>
              </p:cNvPr>
              <p:cNvSpPr txBox="1">
                <a:spLocks noRot="1" noChangeAspect="1" noMove="1" noResize="1" noEditPoints="1" noAdjustHandles="1" noChangeArrowheads="1" noChangeShapeType="1" noTextEdit="1"/>
              </p:cNvSpPr>
              <p:nvPr/>
            </p:nvSpPr>
            <p:spPr>
              <a:xfrm>
                <a:off x="9780694" y="6627248"/>
                <a:ext cx="1169487" cy="384721"/>
              </a:xfrm>
              <a:prstGeom prst="rect">
                <a:avLst/>
              </a:prstGeom>
              <a:blipFill>
                <a:blip r:embed="rId5"/>
                <a:stretch>
                  <a:fillRect l="-5319" t="-9677" r="-2128" b="-38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3EB8A85-BC98-6765-667A-AB58D58332DB}"/>
                  </a:ext>
                </a:extLst>
              </p:cNvPr>
              <p:cNvSpPr txBox="1"/>
              <p:nvPr/>
            </p:nvSpPr>
            <p:spPr>
              <a:xfrm>
                <a:off x="5406031" y="7181056"/>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a:rPr lang="en-US" sz="2500" b="0" i="1" dirty="0" smtClean="0">
                                <a:latin typeface="Cambria Math" panose="02040503050406030204" pitchFamily="18" charset="0"/>
                              </a:rPr>
                              <m:t>2</m:t>
                            </m:r>
                          </m:sub>
                        </m:sSub>
                      </m:e>
                    </m:d>
                  </m:oMath>
                </a14:m>
                <a:r>
                  <a:rPr lang="en-US" sz="2500" dirty="0"/>
                  <a:t> </a:t>
                </a:r>
              </a:p>
            </p:txBody>
          </p:sp>
        </mc:Choice>
        <mc:Fallback>
          <p:sp>
            <p:nvSpPr>
              <p:cNvPr id="7" name="TextBox 6">
                <a:extLst>
                  <a:ext uri="{FF2B5EF4-FFF2-40B4-BE49-F238E27FC236}">
                    <a16:creationId xmlns:a16="http://schemas.microsoft.com/office/drawing/2014/main" id="{D3EB8A85-BC98-6765-667A-AB58D58332DB}"/>
                  </a:ext>
                </a:extLst>
              </p:cNvPr>
              <p:cNvSpPr txBox="1">
                <a:spLocks noRot="1" noChangeAspect="1" noMove="1" noResize="1" noEditPoints="1" noAdjustHandles="1" noChangeArrowheads="1" noChangeShapeType="1" noTextEdit="1"/>
              </p:cNvSpPr>
              <p:nvPr/>
            </p:nvSpPr>
            <p:spPr>
              <a:xfrm>
                <a:off x="5406031" y="7181056"/>
                <a:ext cx="2577180" cy="384721"/>
              </a:xfrm>
              <a:prstGeom prst="rect">
                <a:avLst/>
              </a:prstGeom>
              <a:blipFill>
                <a:blip r:embed="rId6"/>
                <a:stretch>
                  <a:fillRect l="-3922" b="-1290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0ACDB6CA-7790-509E-5DAE-529540B2A124}"/>
                  </a:ext>
                </a:extLst>
              </p:cNvPr>
              <p:cNvSpPr txBox="1"/>
              <p:nvPr/>
            </p:nvSpPr>
            <p:spPr>
              <a:xfrm>
                <a:off x="9780694" y="7011969"/>
                <a:ext cx="2378600" cy="3847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dirty="0" smtClean="0">
                              <a:latin typeface="Cambria Math" panose="02040503050406030204" pitchFamily="18" charset="0"/>
                            </a:rPr>
                          </m:ctrlPr>
                        </m:sSub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𝜌</m:t>
                              </m:r>
                            </m:e>
                            <m:sub>
                              <m:r>
                                <a:rPr lang="en-US" sz="2500" b="0" i="1" dirty="0" smtClean="0">
                                  <a:latin typeface="Cambria Math" panose="02040503050406030204" pitchFamily="18" charset="0"/>
                                </a:rPr>
                                <m:t>2</m:t>
                              </m:r>
                            </m:sub>
                          </m:sSub>
                          <m:r>
                            <a:rPr lang="en-US" sz="2500" b="0" i="1" dirty="0" smtClean="0">
                              <a:latin typeface="Cambria Math" panose="02040503050406030204" pitchFamily="18" charset="0"/>
                            </a:rPr>
                            <m:t> =(1−</m:t>
                          </m:r>
                          <m:r>
                            <a:rPr lang="en-US" sz="2500" i="1" dirty="0">
                              <a:latin typeface="Cambria Math" panose="02040503050406030204" pitchFamily="18" charset="0"/>
                            </a:rPr>
                            <m:t>𝑉</m:t>
                          </m:r>
                        </m:e>
                        <m:sub>
                          <m:r>
                            <a:rPr lang="en-US" sz="2500" b="0" i="1" dirty="0" smtClean="0">
                              <a:latin typeface="Cambria Math" panose="02040503050406030204" pitchFamily="18" charset="0"/>
                            </a:rPr>
                            <m:t>1</m:t>
                          </m:r>
                        </m:sub>
                      </m:sSub>
                      <m:r>
                        <a:rPr lang="en-US" sz="2500" b="0" i="1" dirty="0" smtClean="0">
                          <a:latin typeface="Cambria Math" panose="02040503050406030204" pitchFamily="18" charset="0"/>
                        </a:rPr>
                        <m:t>) </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𝑉</m:t>
                          </m:r>
                        </m:e>
                        <m:sub>
                          <m:r>
                            <a:rPr lang="en-US" sz="2500" b="0" i="1" dirty="0" smtClean="0">
                              <a:latin typeface="Cambria Math" panose="02040503050406030204" pitchFamily="18" charset="0"/>
                            </a:rPr>
                            <m:t>2</m:t>
                          </m:r>
                        </m:sub>
                      </m:sSub>
                    </m:oMath>
                  </m:oMathPara>
                </a14:m>
                <a:endParaRPr lang="en-US" sz="2500" dirty="0"/>
              </a:p>
            </p:txBody>
          </p:sp>
        </mc:Choice>
        <mc:Fallback>
          <p:sp>
            <p:nvSpPr>
              <p:cNvPr id="13" name="TextBox 12">
                <a:extLst>
                  <a:ext uri="{FF2B5EF4-FFF2-40B4-BE49-F238E27FC236}">
                    <a16:creationId xmlns:a16="http://schemas.microsoft.com/office/drawing/2014/main" id="{0ACDB6CA-7790-509E-5DAE-529540B2A124}"/>
                  </a:ext>
                </a:extLst>
              </p:cNvPr>
              <p:cNvSpPr txBox="1">
                <a:spLocks noRot="1" noChangeAspect="1" noMove="1" noResize="1" noEditPoints="1" noAdjustHandles="1" noChangeArrowheads="1" noChangeShapeType="1" noTextEdit="1"/>
              </p:cNvSpPr>
              <p:nvPr/>
            </p:nvSpPr>
            <p:spPr>
              <a:xfrm>
                <a:off x="9780694" y="7011969"/>
                <a:ext cx="2378600" cy="384721"/>
              </a:xfrm>
              <a:prstGeom prst="rect">
                <a:avLst/>
              </a:prstGeom>
              <a:blipFill>
                <a:blip r:embed="rId7"/>
                <a:stretch>
                  <a:fillRect l="-2116" t="-9677" r="-1058" b="-35484"/>
                </a:stretch>
              </a:blipFill>
            </p:spPr>
            <p:txBody>
              <a:bodyPr/>
              <a:lstStyle/>
              <a:p>
                <a:r>
                  <a:rPr lang="en-US">
                    <a:noFill/>
                  </a:rPr>
                  <a:t> </a:t>
                </a:r>
              </a:p>
            </p:txBody>
          </p:sp>
        </mc:Fallback>
      </mc:AlternateContent>
      <p:grpSp>
        <p:nvGrpSpPr>
          <p:cNvPr id="3" name="object 3">
            <a:extLst>
              <a:ext uri="{FF2B5EF4-FFF2-40B4-BE49-F238E27FC236}">
                <a16:creationId xmlns:a16="http://schemas.microsoft.com/office/drawing/2014/main" id="{F606E2F9-1A8D-50E7-53DB-C29C136B167F}"/>
              </a:ext>
            </a:extLst>
          </p:cNvPr>
          <p:cNvGrpSpPr>
            <a:grpSpLocks/>
          </p:cNvGrpSpPr>
          <p:nvPr/>
        </p:nvGrpSpPr>
        <p:grpSpPr bwMode="auto">
          <a:xfrm>
            <a:off x="342900" y="6642100"/>
            <a:ext cx="3505200" cy="1892300"/>
            <a:chOff x="342900" y="6642100"/>
            <a:chExt cx="3505200" cy="1892300"/>
          </a:xfrm>
        </p:grpSpPr>
        <p:sp>
          <p:nvSpPr>
            <p:cNvPr id="4" name="object 4">
              <a:extLst>
                <a:ext uri="{FF2B5EF4-FFF2-40B4-BE49-F238E27FC236}">
                  <a16:creationId xmlns:a16="http://schemas.microsoft.com/office/drawing/2014/main" id="{7853D78B-D9EB-9097-EA35-36EEB3F1A8F7}"/>
                </a:ext>
              </a:extLst>
            </p:cNvPr>
            <p:cNvSpPr>
              <a:spLocks/>
            </p:cNvSpPr>
            <p:nvPr/>
          </p:nvSpPr>
          <p:spPr bwMode="auto">
            <a:xfrm>
              <a:off x="349249" y="6648449"/>
              <a:ext cx="914400" cy="622300"/>
            </a:xfrm>
            <a:custGeom>
              <a:avLst/>
              <a:gdLst>
                <a:gd name="T0" fmla="*/ 0 w 914400"/>
                <a:gd name="T1" fmla="*/ 0 h 622300"/>
                <a:gd name="T2" fmla="*/ 914400 w 914400"/>
                <a:gd name="T3" fmla="*/ 0 h 622300"/>
                <a:gd name="T4" fmla="*/ 914400 w 914400"/>
                <a:gd name="T5" fmla="*/ 622300 h 622300"/>
                <a:gd name="T6" fmla="*/ 0 w 914400"/>
                <a:gd name="T7" fmla="*/ 622300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400" y="0"/>
                  </a:lnTo>
                  <a:lnTo>
                    <a:pt x="914400" y="622300"/>
                  </a:lnTo>
                  <a:lnTo>
                    <a:pt x="0" y="622300"/>
                  </a:lnTo>
                  <a:lnTo>
                    <a:pt x="0" y="0"/>
                  </a:lnTo>
                  <a:close/>
                </a:path>
              </a:pathLst>
            </a:custGeom>
            <a:solidFill>
              <a:srgbClr val="51A7F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5" name="object 5">
              <a:extLst>
                <a:ext uri="{FF2B5EF4-FFF2-40B4-BE49-F238E27FC236}">
                  <a16:creationId xmlns:a16="http://schemas.microsoft.com/office/drawing/2014/main" id="{A7CF8219-3AA1-90CD-0BFA-9E2274AC94AD}"/>
                </a:ext>
              </a:extLst>
            </p:cNvPr>
            <p:cNvSpPr>
              <a:spLocks/>
            </p:cNvSpPr>
            <p:nvPr/>
          </p:nvSpPr>
          <p:spPr bwMode="auto">
            <a:xfrm>
              <a:off x="349250" y="6648450"/>
              <a:ext cx="914400" cy="622300"/>
            </a:xfrm>
            <a:custGeom>
              <a:avLst/>
              <a:gdLst>
                <a:gd name="T0" fmla="*/ 0 w 914400"/>
                <a:gd name="T1" fmla="*/ 0 h 622300"/>
                <a:gd name="T2" fmla="*/ 914399 w 914400"/>
                <a:gd name="T3" fmla="*/ 0 h 622300"/>
                <a:gd name="T4" fmla="*/ 914399 w 914400"/>
                <a:gd name="T5" fmla="*/ 622299 h 622300"/>
                <a:gd name="T6" fmla="*/ 0 w 914400"/>
                <a:gd name="T7" fmla="*/ 622299 h 622300"/>
                <a:gd name="T8" fmla="*/ 0 w 9144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4400" h="622300">
                  <a:moveTo>
                    <a:pt x="0" y="0"/>
                  </a:moveTo>
                  <a:lnTo>
                    <a:pt x="914399" y="0"/>
                  </a:lnTo>
                  <a:lnTo>
                    <a:pt x="9143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6">
              <a:extLst>
                <a:ext uri="{FF2B5EF4-FFF2-40B4-BE49-F238E27FC236}">
                  <a16:creationId xmlns:a16="http://schemas.microsoft.com/office/drawing/2014/main" id="{053CB43A-A237-8203-FA7B-337AABFDFFD7}"/>
                </a:ext>
              </a:extLst>
            </p:cNvPr>
            <p:cNvSpPr>
              <a:spLocks/>
            </p:cNvSpPr>
            <p:nvPr/>
          </p:nvSpPr>
          <p:spPr bwMode="auto">
            <a:xfrm>
              <a:off x="3257550" y="7905749"/>
              <a:ext cx="584200" cy="622300"/>
            </a:xfrm>
            <a:custGeom>
              <a:avLst/>
              <a:gdLst>
                <a:gd name="T0" fmla="*/ 0 w 584200"/>
                <a:gd name="T1" fmla="*/ 0 h 622300"/>
                <a:gd name="T2" fmla="*/ 584200 w 584200"/>
                <a:gd name="T3" fmla="*/ 0 h 622300"/>
                <a:gd name="T4" fmla="*/ 584200 w 584200"/>
                <a:gd name="T5" fmla="*/ 622300 h 622300"/>
                <a:gd name="T6" fmla="*/ 0 w 584200"/>
                <a:gd name="T7" fmla="*/ 622300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300"/>
                  </a:lnTo>
                  <a:lnTo>
                    <a:pt x="0" y="622300"/>
                  </a:lnTo>
                  <a:lnTo>
                    <a:pt x="0" y="0"/>
                  </a:lnTo>
                  <a:close/>
                </a:path>
              </a:pathLst>
            </a:custGeom>
            <a:solidFill>
              <a:srgbClr val="70BF41"/>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7">
              <a:extLst>
                <a:ext uri="{FF2B5EF4-FFF2-40B4-BE49-F238E27FC236}">
                  <a16:creationId xmlns:a16="http://schemas.microsoft.com/office/drawing/2014/main" id="{9DA30779-179B-CF6D-9926-8E5719677919}"/>
                </a:ext>
              </a:extLst>
            </p:cNvPr>
            <p:cNvSpPr>
              <a:spLocks/>
            </p:cNvSpPr>
            <p:nvPr/>
          </p:nvSpPr>
          <p:spPr bwMode="auto">
            <a:xfrm>
              <a:off x="3257550" y="7905750"/>
              <a:ext cx="584200" cy="622300"/>
            </a:xfrm>
            <a:custGeom>
              <a:avLst/>
              <a:gdLst>
                <a:gd name="T0" fmla="*/ 0 w 584200"/>
                <a:gd name="T1" fmla="*/ 0 h 622300"/>
                <a:gd name="T2" fmla="*/ 584200 w 584200"/>
                <a:gd name="T3" fmla="*/ 0 h 622300"/>
                <a:gd name="T4" fmla="*/ 584200 w 584200"/>
                <a:gd name="T5" fmla="*/ 622299 h 622300"/>
                <a:gd name="T6" fmla="*/ 0 w 584200"/>
                <a:gd name="T7" fmla="*/ 622299 h 622300"/>
                <a:gd name="T8" fmla="*/ 0 w 584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84200" h="622300">
                  <a:moveTo>
                    <a:pt x="0" y="0"/>
                  </a:moveTo>
                  <a:lnTo>
                    <a:pt x="584200" y="0"/>
                  </a:lnTo>
                  <a:lnTo>
                    <a:pt x="584200"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8">
              <a:extLst>
                <a:ext uri="{FF2B5EF4-FFF2-40B4-BE49-F238E27FC236}">
                  <a16:creationId xmlns:a16="http://schemas.microsoft.com/office/drawing/2014/main" id="{5EED2C8F-A4A0-E618-E2C9-9B527A77F748}"/>
                </a:ext>
              </a:extLst>
            </p:cNvPr>
            <p:cNvSpPr>
              <a:spLocks/>
            </p:cNvSpPr>
            <p:nvPr/>
          </p:nvSpPr>
          <p:spPr bwMode="auto">
            <a:xfrm>
              <a:off x="1263650" y="7270749"/>
              <a:ext cx="1981200" cy="622300"/>
            </a:xfrm>
            <a:custGeom>
              <a:avLst/>
              <a:gdLst>
                <a:gd name="T0" fmla="*/ 0 w 1981200"/>
                <a:gd name="T1" fmla="*/ 0 h 622300"/>
                <a:gd name="T2" fmla="*/ 1981200 w 1981200"/>
                <a:gd name="T3" fmla="*/ 0 h 622300"/>
                <a:gd name="T4" fmla="*/ 1981200 w 1981200"/>
                <a:gd name="T5" fmla="*/ 622300 h 622300"/>
                <a:gd name="T6" fmla="*/ 0 w 1981200"/>
                <a:gd name="T7" fmla="*/ 622300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200" y="0"/>
                  </a:lnTo>
                  <a:lnTo>
                    <a:pt x="1981200" y="622300"/>
                  </a:lnTo>
                  <a:lnTo>
                    <a:pt x="0" y="6223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9">
              <a:extLst>
                <a:ext uri="{FF2B5EF4-FFF2-40B4-BE49-F238E27FC236}">
                  <a16:creationId xmlns:a16="http://schemas.microsoft.com/office/drawing/2014/main" id="{D587055A-5554-026E-5079-AF289A39C1C6}"/>
                </a:ext>
              </a:extLst>
            </p:cNvPr>
            <p:cNvSpPr>
              <a:spLocks/>
            </p:cNvSpPr>
            <p:nvPr/>
          </p:nvSpPr>
          <p:spPr bwMode="auto">
            <a:xfrm>
              <a:off x="1263650" y="7270750"/>
              <a:ext cx="1981200" cy="622300"/>
            </a:xfrm>
            <a:custGeom>
              <a:avLst/>
              <a:gdLst>
                <a:gd name="T0" fmla="*/ 0 w 1981200"/>
                <a:gd name="T1" fmla="*/ 0 h 622300"/>
                <a:gd name="T2" fmla="*/ 1981199 w 1981200"/>
                <a:gd name="T3" fmla="*/ 0 h 622300"/>
                <a:gd name="T4" fmla="*/ 1981199 w 1981200"/>
                <a:gd name="T5" fmla="*/ 622299 h 622300"/>
                <a:gd name="T6" fmla="*/ 0 w 1981200"/>
                <a:gd name="T7" fmla="*/ 622299 h 622300"/>
                <a:gd name="T8" fmla="*/ 0 w 1981200"/>
                <a:gd name="T9" fmla="*/ 0 h 6223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81200" h="622300">
                  <a:moveTo>
                    <a:pt x="0" y="0"/>
                  </a:moveTo>
                  <a:lnTo>
                    <a:pt x="1981199" y="0"/>
                  </a:lnTo>
                  <a:lnTo>
                    <a:pt x="1981199" y="622299"/>
                  </a:lnTo>
                  <a:lnTo>
                    <a:pt x="0" y="622299"/>
                  </a:lnTo>
                  <a:lnTo>
                    <a:pt x="0" y="0"/>
                  </a:lnTo>
                  <a:close/>
                </a:path>
              </a:pathLst>
            </a:custGeom>
            <a:noFill/>
            <a:ln w="127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8" name="object 17">
            <a:extLst>
              <a:ext uri="{FF2B5EF4-FFF2-40B4-BE49-F238E27FC236}">
                <a16:creationId xmlns:a16="http://schemas.microsoft.com/office/drawing/2014/main" id="{CA890FB0-14F1-1F24-17F5-FBE14BCB0792}"/>
              </a:ext>
            </a:extLst>
          </p:cNvPr>
          <p:cNvSpPr txBox="1">
            <a:spLocks noChangeArrowheads="1"/>
          </p:cNvSpPr>
          <p:nvPr/>
        </p:nvSpPr>
        <p:spPr bwMode="auto">
          <a:xfrm>
            <a:off x="4102100" y="8359775"/>
            <a:ext cx="4826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600" dirty="0">
                <a:solidFill>
                  <a:srgbClr val="000000"/>
                </a:solidFill>
                <a:latin typeface="Arial" panose="020B0604020202020204" pitchFamily="34" charset="0"/>
              </a:rPr>
              <a:t>…</a:t>
            </a:r>
            <a:endParaRPr lang="en-US" altLang="en-US" sz="36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B72B26F-7D60-B8A7-DAFF-E25C8DBB9FFB}"/>
                  </a:ext>
                </a:extLst>
              </p:cNvPr>
              <p:cNvSpPr txBox="1"/>
              <p:nvPr/>
            </p:nvSpPr>
            <p:spPr>
              <a:xfrm>
                <a:off x="5392796" y="8524875"/>
                <a:ext cx="2577180" cy="384721"/>
              </a:xfrm>
              <a:prstGeom prst="rect">
                <a:avLst/>
              </a:prstGeom>
              <a:noFill/>
            </p:spPr>
            <p:txBody>
              <a:bodyPr wrap="none" lIns="0" tIns="0" rIns="0" bIns="0" rtlCol="0">
                <a:spAutoFit/>
              </a:bodyPr>
              <a:lstStyle/>
              <a:p>
                <a14:m>
                  <m:oMath xmlns:m="http://schemas.openxmlformats.org/officeDocument/2006/math">
                    <m:sSub>
                      <m:sSubPr>
                        <m:ctrlPr>
                          <a:rPr lang="en-US" sz="2500" b="0" i="1" dirty="0" smtClean="0">
                            <a:latin typeface="Cambria Math" panose="02040503050406030204" pitchFamily="18" charset="0"/>
                          </a:rPr>
                        </m:ctrlPr>
                      </m:sSubPr>
                      <m:e>
                        <m:r>
                          <a:rPr lang="en-US" sz="2500" i="1" dirty="0">
                            <a:latin typeface="Cambria Math" panose="02040503050406030204" pitchFamily="18" charset="0"/>
                          </a:rPr>
                          <m:t>𝑉</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r>
                      <a:rPr lang="en-US" sz="2500" b="0" i="1" dirty="0" smtClean="0">
                        <a:latin typeface="Cambria Math" panose="02040503050406030204" pitchFamily="18" charset="0"/>
                      </a:rPr>
                      <m:t>𝐵𝑒𝑡𝑎</m:t>
                    </m:r>
                    <m:d>
                      <m:dPr>
                        <m:ctrlPr>
                          <a:rPr lang="en-US" sz="2500" b="0" i="1" dirty="0" smtClean="0">
                            <a:latin typeface="Cambria Math" panose="02040503050406030204" pitchFamily="18" charset="0"/>
                          </a:rPr>
                        </m:ctrlPr>
                      </m:dPr>
                      <m:e>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𝑎</m:t>
                            </m:r>
                          </m:e>
                          <m:sub>
                            <m:r>
                              <m:rPr>
                                <m:sty m:val="p"/>
                              </m:rPr>
                              <a:rPr lang="en-US" sz="2500" b="0" i="1" dirty="0" smtClean="0">
                                <a:latin typeface="Cambria Math" panose="02040503050406030204" pitchFamily="18" charset="0"/>
                              </a:rPr>
                              <m:t>k</m:t>
                            </m:r>
                          </m:sub>
                        </m:sSub>
                        <m:r>
                          <a:rPr lang="en-US" sz="2500" b="0" i="1" dirty="0" smtClean="0">
                            <a:latin typeface="Cambria Math" panose="02040503050406030204" pitchFamily="18" charset="0"/>
                          </a:rPr>
                          <m:t>,</m:t>
                        </m:r>
                        <m:sSub>
                          <m:sSubPr>
                            <m:ctrlPr>
                              <a:rPr lang="en-US" sz="2500" b="0" i="1" dirty="0" smtClean="0">
                                <a:latin typeface="Cambria Math" panose="02040503050406030204" pitchFamily="18" charset="0"/>
                              </a:rPr>
                            </m:ctrlPr>
                          </m:sSubPr>
                          <m:e>
                            <m:r>
                              <a:rPr lang="en-US" sz="2500" b="0" i="1" dirty="0" smtClean="0">
                                <a:latin typeface="Cambria Math" panose="02040503050406030204" pitchFamily="18" charset="0"/>
                              </a:rPr>
                              <m:t>𝑏</m:t>
                            </m:r>
                          </m:e>
                          <m:sub>
                            <m:r>
                              <m:rPr>
                                <m:sty m:val="p"/>
                              </m:rPr>
                              <a:rPr lang="en-US" sz="2500" b="0" i="1" dirty="0" smtClean="0">
                                <a:latin typeface="Cambria Math" panose="02040503050406030204" pitchFamily="18" charset="0"/>
                              </a:rPr>
                              <m:t>k</m:t>
                            </m:r>
                          </m:sub>
                        </m:sSub>
                      </m:e>
                    </m:d>
                  </m:oMath>
                </a14:m>
                <a:r>
                  <a:rPr lang="en-US" sz="2500" dirty="0"/>
                  <a:t> </a:t>
                </a:r>
              </a:p>
            </p:txBody>
          </p:sp>
        </mc:Choice>
        <mc:Fallback>
          <p:sp>
            <p:nvSpPr>
              <p:cNvPr id="9" name="TextBox 8">
                <a:extLst>
                  <a:ext uri="{FF2B5EF4-FFF2-40B4-BE49-F238E27FC236}">
                    <a16:creationId xmlns:a16="http://schemas.microsoft.com/office/drawing/2014/main" id="{3B72B26F-7D60-B8A7-DAFF-E25C8DBB9FFB}"/>
                  </a:ext>
                </a:extLst>
              </p:cNvPr>
              <p:cNvSpPr txBox="1">
                <a:spLocks noRot="1" noChangeAspect="1" noMove="1" noResize="1" noEditPoints="1" noAdjustHandles="1" noChangeArrowheads="1" noChangeShapeType="1" noTextEdit="1"/>
              </p:cNvSpPr>
              <p:nvPr/>
            </p:nvSpPr>
            <p:spPr>
              <a:xfrm>
                <a:off x="5392796" y="8524875"/>
                <a:ext cx="2577180" cy="384721"/>
              </a:xfrm>
              <a:prstGeom prst="rect">
                <a:avLst/>
              </a:prstGeom>
              <a:blipFill>
                <a:blip r:embed="rId8"/>
                <a:stretch>
                  <a:fillRect l="-4412" b="-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09C8FE-B37B-6095-5F83-2FEFBD257EA7}"/>
                  </a:ext>
                </a:extLst>
              </p:cNvPr>
              <p:cNvSpPr txBox="1"/>
              <p:nvPr/>
            </p:nvSpPr>
            <p:spPr>
              <a:xfrm>
                <a:off x="9238704" y="8349163"/>
                <a:ext cx="3169522" cy="4591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r>
                        <a:rPr lang="en-US" sz="2500" b="0" i="1" smtClean="0">
                          <a:latin typeface="Cambria Math" panose="02040503050406030204" pitchFamily="18" charset="0"/>
                        </a:rPr>
                        <m:t>=</m:t>
                      </m:r>
                      <m:d>
                        <m:dPr>
                          <m:begChr m:val="["/>
                          <m:endChr m:val="]"/>
                          <m:ctrlPr>
                            <a:rPr lang="en-US" sz="2500" b="0" i="1" smtClean="0">
                              <a:latin typeface="Cambria Math" panose="02040503050406030204" pitchFamily="18" charset="0"/>
                            </a:rPr>
                          </m:ctrlPr>
                        </m:dPr>
                        <m:e>
                          <m:sSubSup>
                            <m:sSubSupPr>
                              <m:ctrlPr>
                                <a:rPr lang="en-US" sz="2500" b="0" i="1" smtClean="0">
                                  <a:latin typeface="Cambria Math" panose="02040503050406030204" pitchFamily="18" charset="0"/>
                                </a:rPr>
                              </m:ctrlPr>
                            </m:sSubSupPr>
                            <m:e>
                              <m:r>
                                <m:rPr>
                                  <m:sty m:val="p"/>
                                </m:rPr>
                                <a:rPr lang="en-US" sz="2500" b="0" i="0" smtClean="0">
                                  <a:latin typeface="Cambria Math" panose="02040503050406030204" pitchFamily="18" charset="0"/>
                                </a:rPr>
                                <m:t>Π</m:t>
                              </m:r>
                            </m:e>
                            <m:sub>
                              <m:r>
                                <a:rPr lang="en-US" sz="2500" b="0" i="1" smtClean="0">
                                  <a:latin typeface="Cambria Math" panose="02040503050406030204" pitchFamily="18" charset="0"/>
                                </a:rPr>
                                <m:t>𝑗</m:t>
                              </m:r>
                              <m:r>
                                <a:rPr lang="en-US" sz="2500" b="0" i="1" smtClean="0">
                                  <a:latin typeface="Cambria Math" panose="02040503050406030204" pitchFamily="18" charset="0"/>
                                </a:rPr>
                                <m:t>=1</m:t>
                              </m:r>
                            </m:sub>
                            <m:sup>
                              <m:r>
                                <a:rPr lang="en-US" sz="2500" b="0" i="1" smtClean="0">
                                  <a:latin typeface="Cambria Math" panose="02040503050406030204" pitchFamily="18" charset="0"/>
                                </a:rPr>
                                <m:t>𝑘</m:t>
                              </m:r>
                              <m:r>
                                <a:rPr lang="en-US" sz="2500" b="0" i="1" smtClean="0">
                                  <a:latin typeface="Cambria Math" panose="02040503050406030204" pitchFamily="18" charset="0"/>
                                </a:rPr>
                                <m:t>−1</m:t>
                              </m:r>
                            </m:sup>
                          </m:sSubSup>
                          <m:d>
                            <m:dPr>
                              <m:ctrlPr>
                                <a:rPr lang="en-US" sz="2500" b="0" i="1" smtClean="0">
                                  <a:latin typeface="Cambria Math" panose="02040503050406030204" pitchFamily="18" charset="0"/>
                                </a:rPr>
                              </m:ctrlPr>
                            </m:dPr>
                            <m:e>
                              <m:r>
                                <a:rPr lang="en-US" sz="2500" b="0" i="1" smtClean="0">
                                  <a:latin typeface="Cambria Math" panose="02040503050406030204" pitchFamily="18" charset="0"/>
                                </a:rPr>
                                <m:t>1−</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𝑗</m:t>
                                  </m:r>
                                </m:sub>
                              </m:sSub>
                            </m:e>
                          </m:d>
                        </m:e>
                      </m:d>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𝑉</m:t>
                          </m:r>
                        </m:e>
                        <m:sub>
                          <m:r>
                            <a:rPr lang="en-US" sz="2500" b="0" i="1" smtClean="0">
                              <a:latin typeface="Cambria Math" panose="02040503050406030204" pitchFamily="18" charset="0"/>
                            </a:rPr>
                            <m:t>𝑘</m:t>
                          </m:r>
                        </m:sub>
                      </m:sSub>
                    </m:oMath>
                  </m:oMathPara>
                </a14:m>
                <a:endParaRPr lang="en-US" sz="2500" dirty="0"/>
              </a:p>
            </p:txBody>
          </p:sp>
        </mc:Choice>
        <mc:Fallback>
          <p:sp>
            <p:nvSpPr>
              <p:cNvPr id="10" name="TextBox 9">
                <a:extLst>
                  <a:ext uri="{FF2B5EF4-FFF2-40B4-BE49-F238E27FC236}">
                    <a16:creationId xmlns:a16="http://schemas.microsoft.com/office/drawing/2014/main" id="{0D09C8FE-B37B-6095-5F83-2FEFBD257EA7}"/>
                  </a:ext>
                </a:extLst>
              </p:cNvPr>
              <p:cNvSpPr txBox="1">
                <a:spLocks noRot="1" noChangeAspect="1" noMove="1" noResize="1" noEditPoints="1" noAdjustHandles="1" noChangeArrowheads="1" noChangeShapeType="1" noTextEdit="1"/>
              </p:cNvSpPr>
              <p:nvPr/>
            </p:nvSpPr>
            <p:spPr>
              <a:xfrm>
                <a:off x="9238704" y="8349163"/>
                <a:ext cx="3169522" cy="459100"/>
              </a:xfrm>
              <a:prstGeom prst="rect">
                <a:avLst/>
              </a:prstGeom>
              <a:blipFill>
                <a:blip r:embed="rId9"/>
                <a:stretch>
                  <a:fillRect l="-2000" r="-400" b="-18919"/>
                </a:stretch>
              </a:blipFill>
            </p:spPr>
            <p:txBody>
              <a:bodyPr/>
              <a:lstStyle/>
              <a:p>
                <a:r>
                  <a:rPr lang="en-US">
                    <a:noFill/>
                  </a:rPr>
                  <a:t> </a:t>
                </a:r>
              </a:p>
            </p:txBody>
          </p:sp>
        </mc:Fallback>
      </mc:AlternateContent>
      <p:sp>
        <p:nvSpPr>
          <p:cNvPr id="11" name="object 32">
            <a:extLst>
              <a:ext uri="{FF2B5EF4-FFF2-40B4-BE49-F238E27FC236}">
                <a16:creationId xmlns:a16="http://schemas.microsoft.com/office/drawing/2014/main" id="{0519B821-0731-0B90-850C-6647576346FB}"/>
              </a:ext>
            </a:extLst>
          </p:cNvPr>
          <p:cNvSpPr txBox="1">
            <a:spLocks noChangeArrowheads="1"/>
          </p:cNvSpPr>
          <p:nvPr/>
        </p:nvSpPr>
        <p:spPr bwMode="auto">
          <a:xfrm>
            <a:off x="10213975" y="9437688"/>
            <a:ext cx="274955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dirty="0">
                <a:solidFill>
                  <a:srgbClr val="000000"/>
                </a:solidFill>
                <a:latin typeface="Arial" panose="020B0604020202020204" pitchFamily="34" charset="0"/>
              </a:rPr>
              <a:t>[Ishwaran, James 2001]</a:t>
            </a:r>
            <a:endParaRPr lang="en-US" altLang="en-US" sz="2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6951BFF-376A-7E93-026E-97CDD95121E3}"/>
                  </a:ext>
                </a:extLst>
              </p:cNvPr>
              <p:cNvSpPr txBox="1"/>
              <p:nvPr/>
            </p:nvSpPr>
            <p:spPr>
              <a:xfrm>
                <a:off x="8467931" y="5028739"/>
                <a:ext cx="438953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e>
                      </m:d>
                    </m:oMath>
                  </m:oMathPara>
                </a14:m>
                <a:endParaRPr lang="en-US" sz="3000" dirty="0"/>
              </a:p>
            </p:txBody>
          </p:sp>
        </mc:Choice>
        <mc:Fallback>
          <p:sp>
            <p:nvSpPr>
              <p:cNvPr id="12" name="TextBox 11">
                <a:extLst>
                  <a:ext uri="{FF2B5EF4-FFF2-40B4-BE49-F238E27FC236}">
                    <a16:creationId xmlns:a16="http://schemas.microsoft.com/office/drawing/2014/main" id="{56951BFF-376A-7E93-026E-97CDD95121E3}"/>
                  </a:ext>
                </a:extLst>
              </p:cNvPr>
              <p:cNvSpPr txBox="1">
                <a:spLocks noRot="1" noChangeAspect="1" noMove="1" noResize="1" noEditPoints="1" noAdjustHandles="1" noChangeArrowheads="1" noChangeShapeType="1" noTextEdit="1"/>
              </p:cNvSpPr>
              <p:nvPr/>
            </p:nvSpPr>
            <p:spPr>
              <a:xfrm>
                <a:off x="8467931" y="5028739"/>
                <a:ext cx="4389535" cy="461665"/>
              </a:xfrm>
              <a:prstGeom prst="rect">
                <a:avLst/>
              </a:prstGeom>
              <a:blipFill>
                <a:blip r:embed="rId10"/>
                <a:stretch>
                  <a:fillRect l="-1441" b="-21622"/>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467B93DE-9EF3-90E4-ABB0-3BE8E8103A3A}"/>
              </a:ext>
            </a:extLst>
          </p:cNvPr>
          <p:cNvSpPr txBox="1"/>
          <p:nvPr/>
        </p:nvSpPr>
        <p:spPr>
          <a:xfrm>
            <a:off x="10665722" y="5743650"/>
            <a:ext cx="1039067" cy="369332"/>
          </a:xfrm>
          <a:prstGeom prst="rect">
            <a:avLst/>
          </a:prstGeom>
          <a:noFill/>
        </p:spPr>
        <p:txBody>
          <a:bodyPr wrap="none" rtlCol="0">
            <a:spAutoFit/>
          </a:bodyPr>
          <a:lstStyle/>
          <a:p>
            <a:r>
              <a:rPr lang="en-US" dirty="0"/>
              <a:t>[demo 5]</a:t>
            </a:r>
          </a:p>
        </p:txBody>
      </p:sp>
    </p:spTree>
    <p:extLst>
      <p:ext uri="{BB962C8B-B14F-4D97-AF65-F5344CB8AC3E}">
        <p14:creationId xmlns:p14="http://schemas.microsoft.com/office/powerpoint/2010/main" val="42815449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876C930A-E1D8-BE64-3AE9-233217858841}"/>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1" name="object 4">
            <a:extLst>
              <a:ext uri="{FF2B5EF4-FFF2-40B4-BE49-F238E27FC236}">
                <a16:creationId xmlns:a16="http://schemas.microsoft.com/office/drawing/2014/main" id="{9A27B692-677C-431B-2B12-1BE26B0F181C}"/>
              </a:ext>
            </a:extLst>
          </p:cNvPr>
          <p:cNvSpPr txBox="1">
            <a:spLocks noChangeArrowheads="1"/>
          </p:cNvSpPr>
          <p:nvPr/>
        </p:nvSpPr>
        <p:spPr bwMode="auto">
          <a:xfrm>
            <a:off x="2112963" y="6397625"/>
            <a:ext cx="158115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273050">
              <a:tabLst>
                <a:tab pos="647700" algn="l"/>
              </a:tabLst>
              <a:defRPr>
                <a:solidFill>
                  <a:schemeClr val="tx1"/>
                </a:solidFill>
                <a:latin typeface="Calibri" panose="020F0502020204030204" pitchFamily="34" charset="0"/>
                <a:cs typeface="Calibri" panose="020F0502020204030204" pitchFamily="34" charset="0"/>
              </a:defRPr>
            </a:lvl1pPr>
            <a:lvl2pPr marL="742950" indent="-285750">
              <a:tabLst>
                <a:tab pos="647700" algn="l"/>
              </a:tabLst>
              <a:defRPr>
                <a:solidFill>
                  <a:schemeClr val="tx1"/>
                </a:solidFill>
                <a:latin typeface="Calibri" panose="020F0502020204030204" pitchFamily="34" charset="0"/>
                <a:cs typeface="Calibri" panose="020F0502020204030204" pitchFamily="34" charset="0"/>
              </a:defRPr>
            </a:lvl2pPr>
            <a:lvl3pPr marL="1143000" indent="-228600">
              <a:tabLst>
                <a:tab pos="647700" algn="l"/>
              </a:tabLst>
              <a:defRPr>
                <a:solidFill>
                  <a:schemeClr val="tx1"/>
                </a:solidFill>
                <a:latin typeface="Calibri" panose="020F0502020204030204" pitchFamily="34" charset="0"/>
                <a:cs typeface="Calibri" panose="020F0502020204030204" pitchFamily="34" charset="0"/>
              </a:defRPr>
            </a:lvl3pPr>
            <a:lvl4pPr marL="1600200" indent="-228600">
              <a:tabLst>
                <a:tab pos="647700" algn="l"/>
              </a:tabLst>
              <a:defRPr>
                <a:solidFill>
                  <a:schemeClr val="tx1"/>
                </a:solidFill>
                <a:latin typeface="Calibri" panose="020F0502020204030204" pitchFamily="34" charset="0"/>
                <a:cs typeface="Calibri" panose="020F0502020204030204" pitchFamily="34" charset="0"/>
              </a:defRPr>
            </a:lvl4pPr>
            <a:lvl5pPr marL="2057400" indent="-228600">
              <a:tabLst>
                <a:tab pos="64770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2450"/>
              </a:lnSpc>
              <a:buSzPct val="100000"/>
              <a:buFont typeface="Calibri" panose="020F0502020204030204" pitchFamily="34" charset="0"/>
              <a:buNone/>
            </a:pPr>
            <a:r>
              <a:rPr lang="ru-RU" altLang="en-US" sz="5300" i="1" baseline="-32000">
                <a:latin typeface="Cambria" panose="02040503050406030204" pitchFamily="18" charset="0"/>
              </a:rPr>
              <a:t>µ</a:t>
            </a:r>
            <a:r>
              <a:rPr lang="ru-RU" altLang="en-US" sz="3700" baseline="-12000">
                <a:latin typeface="Lucida Sans Unicode" panose="020B0602030504020204" pitchFamily="34" charset="0"/>
                <a:cs typeface="Lucida Sans Unicode" panose="020B0602030504020204" pitchFamily="34" charset="0"/>
              </a:rPr>
              <a:t>⇤	</a:t>
            </a:r>
            <a:r>
              <a:rPr lang="ru-RU" altLang="en-US" sz="2500" i="1">
                <a:latin typeface="Cambria" panose="02040503050406030204" pitchFamily="18" charset="0"/>
              </a:rPr>
              <a:t>i</a:t>
            </a:r>
            <a:r>
              <a:rPr lang="ru-RU" altLang="en-US" sz="5300" baseline="-32000">
                <a:latin typeface="Lucida Sans Unicode" panose="020B0602030504020204" pitchFamily="34" charset="0"/>
                <a:cs typeface="Lucida Sans Unicode" panose="020B0602030504020204" pitchFamily="34" charset="0"/>
              </a:rPr>
              <a:t>⇠</a:t>
            </a:r>
            <a:r>
              <a:rPr lang="ru-RU" altLang="en-US" sz="2500" i="1">
                <a:latin typeface="Cambria" panose="02040503050406030204" pitchFamily="18" charset="0"/>
              </a:rPr>
              <a:t>id </a:t>
            </a:r>
            <a:r>
              <a:rPr lang="ru-RU" altLang="en-US" sz="5300" i="1" baseline="-32000">
                <a:latin typeface="Cambria" panose="02040503050406030204" pitchFamily="18" charset="0"/>
              </a:rPr>
              <a:t>G</a:t>
            </a:r>
            <a:endParaRPr lang="ru-RU" altLang="en-US" sz="5300" baseline="-32000">
              <a:latin typeface="Cambria" panose="02040503050406030204" pitchFamily="18" charset="0"/>
            </a:endParaRPr>
          </a:p>
          <a:p>
            <a:pPr eaLnBrk="1" hangingPunct="1">
              <a:lnSpc>
                <a:spcPts val="2850"/>
              </a:lnSpc>
              <a:buSzPct val="100000"/>
              <a:buFont typeface="Calibri" panose="020F0502020204030204" pitchFamily="34" charset="0"/>
              <a:buNone/>
            </a:pPr>
            <a:r>
              <a:rPr lang="ru-RU" altLang="en-US" sz="2500" i="1">
                <a:latin typeface="Cambria" panose="02040503050406030204" pitchFamily="18" charset="0"/>
              </a:rPr>
              <a:t>n</a:t>
            </a:r>
            <a:endParaRPr lang="ru-RU" altLang="en-US" sz="2500">
              <a:latin typeface="Cambria" panose="02040503050406030204" pitchFamily="18" charset="0"/>
            </a:endParaRPr>
          </a:p>
        </p:txBody>
      </p:sp>
      <p:sp>
        <p:nvSpPr>
          <p:cNvPr id="99332" name="object 5">
            <a:extLst>
              <a:ext uri="{FF2B5EF4-FFF2-40B4-BE49-F238E27FC236}">
                <a16:creationId xmlns:a16="http://schemas.microsoft.com/office/drawing/2014/main" id="{144DEB84-09E8-0618-1F5F-51DFB642D1C9}"/>
              </a:ext>
            </a:extLst>
          </p:cNvPr>
          <p:cNvSpPr>
            <a:spLocks/>
          </p:cNvSpPr>
          <p:nvPr/>
        </p:nvSpPr>
        <p:spPr bwMode="auto">
          <a:xfrm>
            <a:off x="152400" y="6400800"/>
            <a:ext cx="6985000" cy="1320800"/>
          </a:xfrm>
          <a:custGeom>
            <a:avLst/>
            <a:gdLst>
              <a:gd name="T0" fmla="*/ 0 w 6985000"/>
              <a:gd name="T1" fmla="*/ 0 h 1320800"/>
              <a:gd name="T2" fmla="*/ 6985000 w 6985000"/>
              <a:gd name="T3" fmla="*/ 0 h 1320800"/>
              <a:gd name="T4" fmla="*/ 6985000 w 6985000"/>
              <a:gd name="T5" fmla="*/ 1320800 h 1320800"/>
              <a:gd name="T6" fmla="*/ 0 w 6985000"/>
              <a:gd name="T7" fmla="*/ 1320800 h 1320800"/>
              <a:gd name="T8" fmla="*/ 0 w 6985000"/>
              <a:gd name="T9" fmla="*/ 0 h 1320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85000" h="1320800">
                <a:moveTo>
                  <a:pt x="0" y="0"/>
                </a:moveTo>
                <a:lnTo>
                  <a:pt x="6985000" y="0"/>
                </a:lnTo>
                <a:lnTo>
                  <a:pt x="6985000" y="1320800"/>
                </a:lnTo>
                <a:lnTo>
                  <a:pt x="0" y="1320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3" name="object 6">
            <a:extLst>
              <a:ext uri="{FF2B5EF4-FFF2-40B4-BE49-F238E27FC236}">
                <a16:creationId xmlns:a16="http://schemas.microsoft.com/office/drawing/2014/main" id="{C1561C40-B93B-8973-736F-D33027676ABE}"/>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6" name="object 9">
            <a:extLst>
              <a:ext uri="{FF2B5EF4-FFF2-40B4-BE49-F238E27FC236}">
                <a16:creationId xmlns:a16="http://schemas.microsoft.com/office/drawing/2014/main" id="{51283066-30C0-85D4-0018-2A6FD55F0919}"/>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65EBD44-18A8-4790-186F-8DF96613BDDC}"/>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9889413C-1170-A4A2-A35D-65861AC32E51}"/>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1" name="object 4">
            <a:extLst>
              <a:ext uri="{FF2B5EF4-FFF2-40B4-BE49-F238E27FC236}">
                <a16:creationId xmlns:a16="http://schemas.microsoft.com/office/drawing/2014/main" id="{3712D9F4-F2C6-2A01-BD64-60F0E1CCB4BB}"/>
              </a:ext>
            </a:extLst>
          </p:cNvPr>
          <p:cNvSpPr txBox="1">
            <a:spLocks noChangeArrowheads="1"/>
          </p:cNvSpPr>
          <p:nvPr/>
        </p:nvSpPr>
        <p:spPr bwMode="auto">
          <a:xfrm>
            <a:off x="2112963" y="6397625"/>
            <a:ext cx="158115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273050">
              <a:tabLst>
                <a:tab pos="647700" algn="l"/>
              </a:tabLst>
              <a:defRPr>
                <a:solidFill>
                  <a:schemeClr val="tx1"/>
                </a:solidFill>
                <a:latin typeface="Calibri" panose="020F0502020204030204" pitchFamily="34" charset="0"/>
                <a:cs typeface="Calibri" panose="020F0502020204030204" pitchFamily="34" charset="0"/>
              </a:defRPr>
            </a:lvl1pPr>
            <a:lvl2pPr marL="742950" indent="-285750">
              <a:tabLst>
                <a:tab pos="647700" algn="l"/>
              </a:tabLst>
              <a:defRPr>
                <a:solidFill>
                  <a:schemeClr val="tx1"/>
                </a:solidFill>
                <a:latin typeface="Calibri" panose="020F0502020204030204" pitchFamily="34" charset="0"/>
                <a:cs typeface="Calibri" panose="020F0502020204030204" pitchFamily="34" charset="0"/>
              </a:defRPr>
            </a:lvl2pPr>
            <a:lvl3pPr marL="1143000" indent="-228600">
              <a:tabLst>
                <a:tab pos="647700" algn="l"/>
              </a:tabLst>
              <a:defRPr>
                <a:solidFill>
                  <a:schemeClr val="tx1"/>
                </a:solidFill>
                <a:latin typeface="Calibri" panose="020F0502020204030204" pitchFamily="34" charset="0"/>
                <a:cs typeface="Calibri" panose="020F0502020204030204" pitchFamily="34" charset="0"/>
              </a:defRPr>
            </a:lvl3pPr>
            <a:lvl4pPr marL="1600200" indent="-228600">
              <a:tabLst>
                <a:tab pos="647700" algn="l"/>
              </a:tabLst>
              <a:defRPr>
                <a:solidFill>
                  <a:schemeClr val="tx1"/>
                </a:solidFill>
                <a:latin typeface="Calibri" panose="020F0502020204030204" pitchFamily="34" charset="0"/>
                <a:cs typeface="Calibri" panose="020F0502020204030204" pitchFamily="34" charset="0"/>
              </a:defRPr>
            </a:lvl4pPr>
            <a:lvl5pPr marL="2057400" indent="-228600">
              <a:tabLst>
                <a:tab pos="64770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2450"/>
              </a:lnSpc>
              <a:buSzPct val="100000"/>
              <a:buFont typeface="Calibri" panose="020F0502020204030204" pitchFamily="34" charset="0"/>
              <a:buNone/>
            </a:pPr>
            <a:r>
              <a:rPr lang="ru-RU" altLang="en-US" sz="5300" i="1" baseline="-32000">
                <a:latin typeface="Cambria" panose="02040503050406030204" pitchFamily="18" charset="0"/>
              </a:rPr>
              <a:t>µ</a:t>
            </a:r>
            <a:r>
              <a:rPr lang="ru-RU" altLang="en-US" sz="3700" baseline="-12000">
                <a:latin typeface="Lucida Sans Unicode" panose="020B0602030504020204" pitchFamily="34" charset="0"/>
                <a:cs typeface="Lucida Sans Unicode" panose="020B0602030504020204" pitchFamily="34" charset="0"/>
              </a:rPr>
              <a:t>⇤	</a:t>
            </a:r>
            <a:r>
              <a:rPr lang="ru-RU" altLang="en-US" sz="2500" i="1">
                <a:latin typeface="Cambria" panose="02040503050406030204" pitchFamily="18" charset="0"/>
              </a:rPr>
              <a:t>i</a:t>
            </a:r>
            <a:r>
              <a:rPr lang="ru-RU" altLang="en-US" sz="5300" baseline="-32000">
                <a:latin typeface="Lucida Sans Unicode" panose="020B0602030504020204" pitchFamily="34" charset="0"/>
                <a:cs typeface="Lucida Sans Unicode" panose="020B0602030504020204" pitchFamily="34" charset="0"/>
              </a:rPr>
              <a:t>⇠</a:t>
            </a:r>
            <a:r>
              <a:rPr lang="ru-RU" altLang="en-US" sz="2500" i="1">
                <a:latin typeface="Cambria" panose="02040503050406030204" pitchFamily="18" charset="0"/>
              </a:rPr>
              <a:t>id </a:t>
            </a:r>
            <a:r>
              <a:rPr lang="ru-RU" altLang="en-US" sz="5300" i="1" baseline="-32000">
                <a:latin typeface="Cambria" panose="02040503050406030204" pitchFamily="18" charset="0"/>
              </a:rPr>
              <a:t>G</a:t>
            </a:r>
            <a:endParaRPr lang="ru-RU" altLang="en-US" sz="5300" baseline="-32000">
              <a:latin typeface="Cambria" panose="02040503050406030204" pitchFamily="18" charset="0"/>
            </a:endParaRPr>
          </a:p>
          <a:p>
            <a:pPr eaLnBrk="1" hangingPunct="1">
              <a:lnSpc>
                <a:spcPts val="2850"/>
              </a:lnSpc>
              <a:buSzPct val="100000"/>
              <a:buFont typeface="Calibri" panose="020F0502020204030204" pitchFamily="34" charset="0"/>
              <a:buNone/>
            </a:pPr>
            <a:r>
              <a:rPr lang="ru-RU" altLang="en-US" sz="2500" i="1">
                <a:latin typeface="Cambria" panose="02040503050406030204" pitchFamily="18" charset="0"/>
              </a:rPr>
              <a:t>n</a:t>
            </a:r>
            <a:endParaRPr lang="ru-RU" altLang="en-US" sz="2500">
              <a:latin typeface="Cambria" panose="02040503050406030204" pitchFamily="18" charset="0"/>
            </a:endParaRPr>
          </a:p>
        </p:txBody>
      </p:sp>
      <p:sp>
        <p:nvSpPr>
          <p:cNvPr id="99332" name="object 5">
            <a:extLst>
              <a:ext uri="{FF2B5EF4-FFF2-40B4-BE49-F238E27FC236}">
                <a16:creationId xmlns:a16="http://schemas.microsoft.com/office/drawing/2014/main" id="{0B999EEC-12B8-9A6F-46F2-94AC886A975C}"/>
              </a:ext>
            </a:extLst>
          </p:cNvPr>
          <p:cNvSpPr>
            <a:spLocks/>
          </p:cNvSpPr>
          <p:nvPr/>
        </p:nvSpPr>
        <p:spPr bwMode="auto">
          <a:xfrm>
            <a:off x="152400" y="6400800"/>
            <a:ext cx="6985000" cy="1320800"/>
          </a:xfrm>
          <a:custGeom>
            <a:avLst/>
            <a:gdLst>
              <a:gd name="T0" fmla="*/ 0 w 6985000"/>
              <a:gd name="T1" fmla="*/ 0 h 1320800"/>
              <a:gd name="T2" fmla="*/ 6985000 w 6985000"/>
              <a:gd name="T3" fmla="*/ 0 h 1320800"/>
              <a:gd name="T4" fmla="*/ 6985000 w 6985000"/>
              <a:gd name="T5" fmla="*/ 1320800 h 1320800"/>
              <a:gd name="T6" fmla="*/ 0 w 6985000"/>
              <a:gd name="T7" fmla="*/ 1320800 h 1320800"/>
              <a:gd name="T8" fmla="*/ 0 w 6985000"/>
              <a:gd name="T9" fmla="*/ 0 h 1320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85000" h="1320800">
                <a:moveTo>
                  <a:pt x="0" y="0"/>
                </a:moveTo>
                <a:lnTo>
                  <a:pt x="6985000" y="0"/>
                </a:lnTo>
                <a:lnTo>
                  <a:pt x="6985000" y="1320800"/>
                </a:lnTo>
                <a:lnTo>
                  <a:pt x="0" y="1320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6" name="object 9">
            <a:extLst>
              <a:ext uri="{FF2B5EF4-FFF2-40B4-BE49-F238E27FC236}">
                <a16:creationId xmlns:a16="http://schemas.microsoft.com/office/drawing/2014/main" id="{1148F0A0-F704-1BA8-E7C5-428334AAF6A7}"/>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809074B4-F9CF-CAA5-5EA6-E238498CBA41}"/>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p:grpSp>
        <p:nvGrpSpPr>
          <p:cNvPr id="3" name="object 6">
            <a:extLst>
              <a:ext uri="{FF2B5EF4-FFF2-40B4-BE49-F238E27FC236}">
                <a16:creationId xmlns:a16="http://schemas.microsoft.com/office/drawing/2014/main" id="{C590F9BB-AA5A-93B8-DE06-042477FC6A1A}"/>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7CAE0C89-3528-6B8B-4DA3-A002876CCB09}"/>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D1E22F34-99CC-C262-D8BF-F28F24D37FED}"/>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2006CB88-7BC9-36D1-A458-EF921EBC1134}"/>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3924300 w 39243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24300" h="21600">
                  <a:moveTo>
                    <a:pt x="0" y="0"/>
                  </a:moveTo>
                  <a:lnTo>
                    <a:pt x="762000" y="0"/>
                  </a:lnTo>
                </a:path>
                <a:path w="3924300" h="21600">
                  <a:moveTo>
                    <a:pt x="863600" y="0"/>
                  </a:moveTo>
                  <a:lnTo>
                    <a:pt x="1549400" y="0"/>
                  </a:lnTo>
                </a:path>
                <a:path w="3924300" h="21600">
                  <a:moveTo>
                    <a:pt x="1651000"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081A99C1-1E69-C63D-10B9-509495817B5C}"/>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F8FC392E-C21A-5D61-D980-F26D1D7191C3}"/>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08C30606-ADE0-F5FB-A4AD-6612E3F116E5}"/>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FCA96BB-A503-738C-81A1-5F54656AFFC7}"/>
                  </a:ext>
                </a:extLst>
              </p:cNvPr>
              <p:cNvSpPr txBox="1"/>
              <p:nvPr/>
            </p:nvSpPr>
            <p:spPr>
              <a:xfrm>
                <a:off x="1029792" y="2010820"/>
                <a:ext cx="4572406"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e>
                      </m:d>
                      <m:r>
                        <a:rPr lang="en-US" sz="3000" b="0" i="1" smtClean="0">
                          <a:latin typeface="Cambria Math" panose="02040503050406030204" pitchFamily="18" charset="0"/>
                        </a:rPr>
                        <m:t>∼</m:t>
                      </m:r>
                      <m:r>
                        <a:rPr lang="en-US" sz="3000" b="0" i="1" smtClean="0">
                          <a:latin typeface="Cambria Math" panose="02040503050406030204" pitchFamily="18" charset="0"/>
                        </a:rPr>
                        <m:t>𝐵𝑒𝑡𝑎</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2</m:t>
                              </m:r>
                            </m:sub>
                          </m:sSub>
                        </m:e>
                      </m:d>
                    </m:oMath>
                  </m:oMathPara>
                </a14:m>
                <a:endParaRPr lang="en-US" sz="3000" dirty="0"/>
              </a:p>
            </p:txBody>
          </p:sp>
        </mc:Choice>
        <mc:Fallback>
          <p:sp>
            <p:nvSpPr>
              <p:cNvPr id="10" name="TextBox 9">
                <a:extLst>
                  <a:ext uri="{FF2B5EF4-FFF2-40B4-BE49-F238E27FC236}">
                    <a16:creationId xmlns:a16="http://schemas.microsoft.com/office/drawing/2014/main" id="{5FCA96BB-A503-738C-81A1-5F54656AFFC7}"/>
                  </a:ext>
                </a:extLst>
              </p:cNvPr>
              <p:cNvSpPr txBox="1">
                <a:spLocks noRot="1" noChangeAspect="1" noMove="1" noResize="1" noEditPoints="1" noAdjustHandles="1" noChangeArrowheads="1" noChangeShapeType="1" noTextEdit="1"/>
              </p:cNvSpPr>
              <p:nvPr/>
            </p:nvSpPr>
            <p:spPr>
              <a:xfrm>
                <a:off x="1029792" y="2010820"/>
                <a:ext cx="4572406" cy="461665"/>
              </a:xfrm>
              <a:prstGeom prst="rect">
                <a:avLst/>
              </a:prstGeom>
              <a:blipFill>
                <a:blip r:embed="rId3"/>
                <a:stretch>
                  <a:fillRect l="-1662" b="-21622"/>
                </a:stretch>
              </a:blipFill>
            </p:spPr>
            <p:txBody>
              <a:bodyPr/>
              <a:lstStyle/>
              <a:p>
                <a:r>
                  <a:rPr lang="en-US">
                    <a:noFill/>
                  </a:rPr>
                  <a:t> </a:t>
                </a:r>
              </a:p>
            </p:txBody>
          </p:sp>
        </mc:Fallback>
      </mc:AlternateContent>
      <p:sp>
        <p:nvSpPr>
          <p:cNvPr id="11" name="object 13">
            <a:extLst>
              <a:ext uri="{FF2B5EF4-FFF2-40B4-BE49-F238E27FC236}">
                <a16:creationId xmlns:a16="http://schemas.microsoft.com/office/drawing/2014/main" id="{2D038ED1-EF9A-8560-6DC5-96C076E77C78}"/>
              </a:ext>
            </a:extLst>
          </p:cNvPr>
          <p:cNvSpPr txBox="1">
            <a:spLocks noChangeArrowheads="1"/>
          </p:cNvSpPr>
          <p:nvPr/>
        </p:nvSpPr>
        <p:spPr bwMode="auto">
          <a:xfrm>
            <a:off x="8788400" y="2830513"/>
            <a:ext cx="103028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a:t>
            </a:r>
            <a:endParaRPr lang="en-US" altLang="en-US" sz="3000" dirty="0">
              <a:latin typeface="Arial" panose="020B0604020202020204" pitchFamily="34" charset="0"/>
            </a:endParaRPr>
          </a:p>
        </p:txBody>
      </p:sp>
    </p:spTree>
    <p:extLst>
      <p:ext uri="{BB962C8B-B14F-4D97-AF65-F5344CB8AC3E}">
        <p14:creationId xmlns:p14="http://schemas.microsoft.com/office/powerpoint/2010/main" val="188445972"/>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DA5BA-A11A-B251-5133-2F08885C9E04}"/>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D171206B-541D-7865-0E2A-9166BFEB93D2}"/>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1" name="object 4">
            <a:extLst>
              <a:ext uri="{FF2B5EF4-FFF2-40B4-BE49-F238E27FC236}">
                <a16:creationId xmlns:a16="http://schemas.microsoft.com/office/drawing/2014/main" id="{33D0FA60-D64E-6283-6B43-82E4F320EB9B}"/>
              </a:ext>
            </a:extLst>
          </p:cNvPr>
          <p:cNvSpPr txBox="1">
            <a:spLocks noChangeArrowheads="1"/>
          </p:cNvSpPr>
          <p:nvPr/>
        </p:nvSpPr>
        <p:spPr bwMode="auto">
          <a:xfrm>
            <a:off x="2112963" y="6397625"/>
            <a:ext cx="158115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273050">
              <a:tabLst>
                <a:tab pos="647700" algn="l"/>
              </a:tabLst>
              <a:defRPr>
                <a:solidFill>
                  <a:schemeClr val="tx1"/>
                </a:solidFill>
                <a:latin typeface="Calibri" panose="020F0502020204030204" pitchFamily="34" charset="0"/>
                <a:cs typeface="Calibri" panose="020F0502020204030204" pitchFamily="34" charset="0"/>
              </a:defRPr>
            </a:lvl1pPr>
            <a:lvl2pPr marL="742950" indent="-285750">
              <a:tabLst>
                <a:tab pos="647700" algn="l"/>
              </a:tabLst>
              <a:defRPr>
                <a:solidFill>
                  <a:schemeClr val="tx1"/>
                </a:solidFill>
                <a:latin typeface="Calibri" panose="020F0502020204030204" pitchFamily="34" charset="0"/>
                <a:cs typeface="Calibri" panose="020F0502020204030204" pitchFamily="34" charset="0"/>
              </a:defRPr>
            </a:lvl2pPr>
            <a:lvl3pPr marL="1143000" indent="-228600">
              <a:tabLst>
                <a:tab pos="647700" algn="l"/>
              </a:tabLst>
              <a:defRPr>
                <a:solidFill>
                  <a:schemeClr val="tx1"/>
                </a:solidFill>
                <a:latin typeface="Calibri" panose="020F0502020204030204" pitchFamily="34" charset="0"/>
                <a:cs typeface="Calibri" panose="020F0502020204030204" pitchFamily="34" charset="0"/>
              </a:defRPr>
            </a:lvl3pPr>
            <a:lvl4pPr marL="1600200" indent="-228600">
              <a:tabLst>
                <a:tab pos="647700" algn="l"/>
              </a:tabLst>
              <a:defRPr>
                <a:solidFill>
                  <a:schemeClr val="tx1"/>
                </a:solidFill>
                <a:latin typeface="Calibri" panose="020F0502020204030204" pitchFamily="34" charset="0"/>
                <a:cs typeface="Calibri" panose="020F0502020204030204" pitchFamily="34" charset="0"/>
              </a:defRPr>
            </a:lvl4pPr>
            <a:lvl5pPr marL="2057400" indent="-228600">
              <a:tabLst>
                <a:tab pos="64770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2450"/>
              </a:lnSpc>
              <a:buSzPct val="100000"/>
              <a:buFont typeface="Calibri" panose="020F0502020204030204" pitchFamily="34" charset="0"/>
              <a:buNone/>
            </a:pPr>
            <a:r>
              <a:rPr lang="ru-RU" altLang="en-US" sz="5300" i="1" baseline="-32000">
                <a:latin typeface="Cambria" panose="02040503050406030204" pitchFamily="18" charset="0"/>
              </a:rPr>
              <a:t>µ</a:t>
            </a:r>
            <a:r>
              <a:rPr lang="ru-RU" altLang="en-US" sz="3700" baseline="-12000">
                <a:latin typeface="Lucida Sans Unicode" panose="020B0602030504020204" pitchFamily="34" charset="0"/>
                <a:cs typeface="Lucida Sans Unicode" panose="020B0602030504020204" pitchFamily="34" charset="0"/>
              </a:rPr>
              <a:t>⇤	</a:t>
            </a:r>
            <a:r>
              <a:rPr lang="ru-RU" altLang="en-US" sz="2500" i="1">
                <a:latin typeface="Cambria" panose="02040503050406030204" pitchFamily="18" charset="0"/>
              </a:rPr>
              <a:t>i</a:t>
            </a:r>
            <a:r>
              <a:rPr lang="ru-RU" altLang="en-US" sz="5300" baseline="-32000">
                <a:latin typeface="Lucida Sans Unicode" panose="020B0602030504020204" pitchFamily="34" charset="0"/>
                <a:cs typeface="Lucida Sans Unicode" panose="020B0602030504020204" pitchFamily="34" charset="0"/>
              </a:rPr>
              <a:t>⇠</a:t>
            </a:r>
            <a:r>
              <a:rPr lang="ru-RU" altLang="en-US" sz="2500" i="1">
                <a:latin typeface="Cambria" panose="02040503050406030204" pitchFamily="18" charset="0"/>
              </a:rPr>
              <a:t>id </a:t>
            </a:r>
            <a:r>
              <a:rPr lang="ru-RU" altLang="en-US" sz="5300" i="1" baseline="-32000">
                <a:latin typeface="Cambria" panose="02040503050406030204" pitchFamily="18" charset="0"/>
              </a:rPr>
              <a:t>G</a:t>
            </a:r>
            <a:endParaRPr lang="ru-RU" altLang="en-US" sz="5300" baseline="-32000">
              <a:latin typeface="Cambria" panose="02040503050406030204" pitchFamily="18" charset="0"/>
            </a:endParaRPr>
          </a:p>
          <a:p>
            <a:pPr eaLnBrk="1" hangingPunct="1">
              <a:lnSpc>
                <a:spcPts val="2850"/>
              </a:lnSpc>
              <a:buSzPct val="100000"/>
              <a:buFont typeface="Calibri" panose="020F0502020204030204" pitchFamily="34" charset="0"/>
              <a:buNone/>
            </a:pPr>
            <a:r>
              <a:rPr lang="ru-RU" altLang="en-US" sz="2500" i="1">
                <a:latin typeface="Cambria" panose="02040503050406030204" pitchFamily="18" charset="0"/>
              </a:rPr>
              <a:t>n</a:t>
            </a:r>
            <a:endParaRPr lang="ru-RU" altLang="en-US" sz="2500">
              <a:latin typeface="Cambria" panose="02040503050406030204" pitchFamily="18" charset="0"/>
            </a:endParaRPr>
          </a:p>
        </p:txBody>
      </p:sp>
      <p:sp>
        <p:nvSpPr>
          <p:cNvPr id="99332" name="object 5">
            <a:extLst>
              <a:ext uri="{FF2B5EF4-FFF2-40B4-BE49-F238E27FC236}">
                <a16:creationId xmlns:a16="http://schemas.microsoft.com/office/drawing/2014/main" id="{57A94F41-67CD-86E1-183F-31AD1838389F}"/>
              </a:ext>
            </a:extLst>
          </p:cNvPr>
          <p:cNvSpPr>
            <a:spLocks/>
          </p:cNvSpPr>
          <p:nvPr/>
        </p:nvSpPr>
        <p:spPr bwMode="auto">
          <a:xfrm>
            <a:off x="152400" y="6400800"/>
            <a:ext cx="6985000" cy="1320800"/>
          </a:xfrm>
          <a:custGeom>
            <a:avLst/>
            <a:gdLst>
              <a:gd name="T0" fmla="*/ 0 w 6985000"/>
              <a:gd name="T1" fmla="*/ 0 h 1320800"/>
              <a:gd name="T2" fmla="*/ 6985000 w 6985000"/>
              <a:gd name="T3" fmla="*/ 0 h 1320800"/>
              <a:gd name="T4" fmla="*/ 6985000 w 6985000"/>
              <a:gd name="T5" fmla="*/ 1320800 h 1320800"/>
              <a:gd name="T6" fmla="*/ 0 w 6985000"/>
              <a:gd name="T7" fmla="*/ 1320800 h 1320800"/>
              <a:gd name="T8" fmla="*/ 0 w 6985000"/>
              <a:gd name="T9" fmla="*/ 0 h 1320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85000" h="1320800">
                <a:moveTo>
                  <a:pt x="0" y="0"/>
                </a:moveTo>
                <a:lnTo>
                  <a:pt x="6985000" y="0"/>
                </a:lnTo>
                <a:lnTo>
                  <a:pt x="6985000" y="1320800"/>
                </a:lnTo>
                <a:lnTo>
                  <a:pt x="0" y="1320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6" name="object 9">
            <a:extLst>
              <a:ext uri="{FF2B5EF4-FFF2-40B4-BE49-F238E27FC236}">
                <a16:creationId xmlns:a16="http://schemas.microsoft.com/office/drawing/2014/main" id="{E4FA9748-819F-6338-81ED-EF228D2E0F1A}"/>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FCF70A63-C3F0-5ACF-B609-3CEEF43A5A72}"/>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27EDF16-86E2-32DF-07A0-219E1343007D}"/>
                  </a:ext>
                </a:extLst>
              </p:cNvPr>
              <p:cNvSpPr txBox="1"/>
              <p:nvPr/>
            </p:nvSpPr>
            <p:spPr>
              <a:xfrm>
                <a:off x="1029792" y="2010820"/>
                <a:ext cx="5497659"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m:rPr>
                                  <m:sty m:val="p"/>
                                </m:rPr>
                                <a:rPr lang="en-US" sz="3000" b="0" i="1" smtClean="0">
                                  <a:latin typeface="Cambria Math" panose="02040503050406030204" pitchFamily="18" charset="0"/>
                                </a:rPr>
                                <m:t>k</m:t>
                              </m:r>
                            </m:sub>
                          </m:sSub>
                        </m:e>
                      </m:d>
                      <m:r>
                        <a:rPr lang="en-US" sz="3000" b="0" i="1" smtClean="0">
                          <a:latin typeface="Cambria Math" panose="02040503050406030204" pitchFamily="18" charset="0"/>
                        </a:rPr>
                        <m:t>∼</m:t>
                      </m:r>
                      <m:r>
                        <m:rPr>
                          <m:sty m:val="p"/>
                        </m:rPr>
                        <a:rPr lang="en-US" sz="3000" b="0" i="1" smtClean="0">
                          <a:latin typeface="Cambria Math" panose="02040503050406030204" pitchFamily="18" charset="0"/>
                        </a:rPr>
                        <m:t>Dirishlet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𝑎</m:t>
                              </m:r>
                            </m:e>
                            <m:sub>
                              <m:r>
                                <a:rPr lang="en-US" sz="3000" b="0" i="1" smtClean="0">
                                  <a:latin typeface="Cambria Math" panose="02040503050406030204" pitchFamily="18" charset="0"/>
                                </a:rPr>
                                <m:t>1:</m:t>
                              </m:r>
                              <m:r>
                                <m:rPr>
                                  <m:sty m:val="p"/>
                                </m:rPr>
                                <a:rPr lang="en-US" sz="3000" b="0" i="1" smtClean="0">
                                  <a:latin typeface="Cambria Math" panose="02040503050406030204" pitchFamily="18" charset="0"/>
                                </a:rPr>
                                <m:t>K</m:t>
                              </m:r>
                            </m:sub>
                          </m:sSub>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E27EDF16-86E2-32DF-07A0-219E1343007D}"/>
                  </a:ext>
                </a:extLst>
              </p:cNvPr>
              <p:cNvSpPr txBox="1">
                <a:spLocks noRot="1" noChangeAspect="1" noMove="1" noResize="1" noEditPoints="1" noAdjustHandles="1" noChangeArrowheads="1" noChangeShapeType="1" noTextEdit="1"/>
              </p:cNvSpPr>
              <p:nvPr/>
            </p:nvSpPr>
            <p:spPr>
              <a:xfrm>
                <a:off x="1029792" y="2010820"/>
                <a:ext cx="5497659" cy="461665"/>
              </a:xfrm>
              <a:prstGeom prst="rect">
                <a:avLst/>
              </a:prstGeom>
              <a:blipFill>
                <a:blip r:embed="rId3"/>
                <a:stretch>
                  <a:fillRect l="-1152" t="-8108" b="-37838"/>
                </a:stretch>
              </a:blipFill>
            </p:spPr>
            <p:txBody>
              <a:bodyPr/>
              <a:lstStyle/>
              <a:p>
                <a:r>
                  <a:rPr lang="en-US">
                    <a:noFill/>
                  </a:rPr>
                  <a:t> </a:t>
                </a:r>
              </a:p>
            </p:txBody>
          </p:sp>
        </mc:Fallback>
      </mc:AlternateContent>
      <p:grpSp>
        <p:nvGrpSpPr>
          <p:cNvPr id="12" name="object 6">
            <a:extLst>
              <a:ext uri="{FF2B5EF4-FFF2-40B4-BE49-F238E27FC236}">
                <a16:creationId xmlns:a16="http://schemas.microsoft.com/office/drawing/2014/main" id="{7928CB12-0F42-8CD9-4613-6D67A31E1433}"/>
              </a:ext>
            </a:extLst>
          </p:cNvPr>
          <p:cNvGrpSpPr>
            <a:grpSpLocks/>
          </p:cNvGrpSpPr>
          <p:nvPr/>
        </p:nvGrpSpPr>
        <p:grpSpPr bwMode="auto">
          <a:xfrm>
            <a:off x="8054975" y="1338263"/>
            <a:ext cx="4081463" cy="1630362"/>
            <a:chOff x="8054340" y="1338580"/>
            <a:chExt cx="4081779" cy="1630680"/>
          </a:xfrm>
        </p:grpSpPr>
        <p:sp>
          <p:nvSpPr>
            <p:cNvPr id="13" name="object 7">
              <a:extLst>
                <a:ext uri="{FF2B5EF4-FFF2-40B4-BE49-F238E27FC236}">
                  <a16:creationId xmlns:a16="http://schemas.microsoft.com/office/drawing/2014/main" id="{3A44D8B0-81A1-6D96-2F2F-A56DF92996E7}"/>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 name="object 8">
              <a:extLst>
                <a:ext uri="{FF2B5EF4-FFF2-40B4-BE49-F238E27FC236}">
                  <a16:creationId xmlns:a16="http://schemas.microsoft.com/office/drawing/2014/main" id="{E63042D1-2457-135A-97BA-F6A1D61E73C3}"/>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5" name="object 9">
              <a:extLst>
                <a:ext uri="{FF2B5EF4-FFF2-40B4-BE49-F238E27FC236}">
                  <a16:creationId xmlns:a16="http://schemas.microsoft.com/office/drawing/2014/main" id="{1A8B8FA4-3A75-3ACE-DAAA-AF729427DABA}"/>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924300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 name="object 10">
              <a:extLst>
                <a:ext uri="{FF2B5EF4-FFF2-40B4-BE49-F238E27FC236}">
                  <a16:creationId xmlns:a16="http://schemas.microsoft.com/office/drawing/2014/main" id="{AB1CF8CD-788B-36F0-341A-D04CBD05C9EF}"/>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17" name="object 11">
              <a:extLst>
                <a:ext uri="{FF2B5EF4-FFF2-40B4-BE49-F238E27FC236}">
                  <a16:creationId xmlns:a16="http://schemas.microsoft.com/office/drawing/2014/main" id="{0DD2FBA4-70C1-C398-AA23-875261B112FD}"/>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 name="object 12">
              <a:extLst>
                <a:ext uri="{FF2B5EF4-FFF2-40B4-BE49-F238E27FC236}">
                  <a16:creationId xmlns:a16="http://schemas.microsoft.com/office/drawing/2014/main" id="{E756C05E-D574-B51C-220C-F5FCD1CDB07D}"/>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13">
              <a:extLst>
                <a:ext uri="{FF2B5EF4-FFF2-40B4-BE49-F238E27FC236}">
                  <a16:creationId xmlns:a16="http://schemas.microsoft.com/office/drawing/2014/main" id="{E883BE4C-97CC-988B-57B8-90D86DF02FEA}"/>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0" name="object 14">
            <a:extLst>
              <a:ext uri="{FF2B5EF4-FFF2-40B4-BE49-F238E27FC236}">
                <a16:creationId xmlns:a16="http://schemas.microsoft.com/office/drawing/2014/main" id="{A9A1ED02-5506-A83C-1132-ED514F411AFC}"/>
              </a:ext>
            </a:extLst>
          </p:cNvPr>
          <p:cNvSpPr txBox="1">
            <a:spLocks noChangeArrowheads="1"/>
          </p:cNvSpPr>
          <p:nvPr/>
        </p:nvSpPr>
        <p:spPr bwMode="auto">
          <a:xfrm>
            <a:off x="8788400" y="2830513"/>
            <a:ext cx="183673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a:t>
            </a:r>
            <a:endParaRPr lang="en-US" altLang="en-US" sz="3000" dirty="0">
              <a:latin typeface="Arial" panose="020B0604020202020204" pitchFamily="34" charset="0"/>
            </a:endParaRPr>
          </a:p>
        </p:txBody>
      </p:sp>
    </p:spTree>
    <p:extLst>
      <p:ext uri="{BB962C8B-B14F-4D97-AF65-F5344CB8AC3E}">
        <p14:creationId xmlns:p14="http://schemas.microsoft.com/office/powerpoint/2010/main" val="226646134"/>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6A8C2-2741-806B-13BF-CA0406A49E1F}"/>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2B6711D1-6389-6CD1-2A84-BBD82AF502F9}"/>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1" name="object 4">
            <a:extLst>
              <a:ext uri="{FF2B5EF4-FFF2-40B4-BE49-F238E27FC236}">
                <a16:creationId xmlns:a16="http://schemas.microsoft.com/office/drawing/2014/main" id="{515E1A13-F0E9-F0E1-EC46-43DC8EA67D55}"/>
              </a:ext>
            </a:extLst>
          </p:cNvPr>
          <p:cNvSpPr txBox="1">
            <a:spLocks noChangeArrowheads="1"/>
          </p:cNvSpPr>
          <p:nvPr/>
        </p:nvSpPr>
        <p:spPr bwMode="auto">
          <a:xfrm>
            <a:off x="2112963" y="6397625"/>
            <a:ext cx="158115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273050">
              <a:tabLst>
                <a:tab pos="647700" algn="l"/>
              </a:tabLst>
              <a:defRPr>
                <a:solidFill>
                  <a:schemeClr val="tx1"/>
                </a:solidFill>
                <a:latin typeface="Calibri" panose="020F0502020204030204" pitchFamily="34" charset="0"/>
                <a:cs typeface="Calibri" panose="020F0502020204030204" pitchFamily="34" charset="0"/>
              </a:defRPr>
            </a:lvl1pPr>
            <a:lvl2pPr marL="742950" indent="-285750">
              <a:tabLst>
                <a:tab pos="647700" algn="l"/>
              </a:tabLst>
              <a:defRPr>
                <a:solidFill>
                  <a:schemeClr val="tx1"/>
                </a:solidFill>
                <a:latin typeface="Calibri" panose="020F0502020204030204" pitchFamily="34" charset="0"/>
                <a:cs typeface="Calibri" panose="020F0502020204030204" pitchFamily="34" charset="0"/>
              </a:defRPr>
            </a:lvl2pPr>
            <a:lvl3pPr marL="1143000" indent="-228600">
              <a:tabLst>
                <a:tab pos="647700" algn="l"/>
              </a:tabLst>
              <a:defRPr>
                <a:solidFill>
                  <a:schemeClr val="tx1"/>
                </a:solidFill>
                <a:latin typeface="Calibri" panose="020F0502020204030204" pitchFamily="34" charset="0"/>
                <a:cs typeface="Calibri" panose="020F0502020204030204" pitchFamily="34" charset="0"/>
              </a:defRPr>
            </a:lvl3pPr>
            <a:lvl4pPr marL="1600200" indent="-228600">
              <a:tabLst>
                <a:tab pos="647700" algn="l"/>
              </a:tabLst>
              <a:defRPr>
                <a:solidFill>
                  <a:schemeClr val="tx1"/>
                </a:solidFill>
                <a:latin typeface="Calibri" panose="020F0502020204030204" pitchFamily="34" charset="0"/>
                <a:cs typeface="Calibri" panose="020F0502020204030204" pitchFamily="34" charset="0"/>
              </a:defRPr>
            </a:lvl4pPr>
            <a:lvl5pPr marL="2057400" indent="-228600">
              <a:tabLst>
                <a:tab pos="64770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2450"/>
              </a:lnSpc>
              <a:buSzPct val="100000"/>
              <a:buFont typeface="Calibri" panose="020F0502020204030204" pitchFamily="34" charset="0"/>
              <a:buNone/>
            </a:pPr>
            <a:r>
              <a:rPr lang="ru-RU" altLang="en-US" sz="5300" i="1" baseline="-32000">
                <a:latin typeface="Cambria" panose="02040503050406030204" pitchFamily="18" charset="0"/>
              </a:rPr>
              <a:t>µ</a:t>
            </a:r>
            <a:r>
              <a:rPr lang="ru-RU" altLang="en-US" sz="3700" baseline="-12000">
                <a:latin typeface="Lucida Sans Unicode" panose="020B0602030504020204" pitchFamily="34" charset="0"/>
                <a:cs typeface="Lucida Sans Unicode" panose="020B0602030504020204" pitchFamily="34" charset="0"/>
              </a:rPr>
              <a:t>⇤	</a:t>
            </a:r>
            <a:r>
              <a:rPr lang="ru-RU" altLang="en-US" sz="2500" i="1">
                <a:latin typeface="Cambria" panose="02040503050406030204" pitchFamily="18" charset="0"/>
              </a:rPr>
              <a:t>i</a:t>
            </a:r>
            <a:r>
              <a:rPr lang="ru-RU" altLang="en-US" sz="5300" baseline="-32000">
                <a:latin typeface="Lucida Sans Unicode" panose="020B0602030504020204" pitchFamily="34" charset="0"/>
                <a:cs typeface="Lucida Sans Unicode" panose="020B0602030504020204" pitchFamily="34" charset="0"/>
              </a:rPr>
              <a:t>⇠</a:t>
            </a:r>
            <a:r>
              <a:rPr lang="ru-RU" altLang="en-US" sz="2500" i="1">
                <a:latin typeface="Cambria" panose="02040503050406030204" pitchFamily="18" charset="0"/>
              </a:rPr>
              <a:t>id </a:t>
            </a:r>
            <a:r>
              <a:rPr lang="ru-RU" altLang="en-US" sz="5300" i="1" baseline="-32000">
                <a:latin typeface="Cambria" panose="02040503050406030204" pitchFamily="18" charset="0"/>
              </a:rPr>
              <a:t>G</a:t>
            </a:r>
            <a:endParaRPr lang="ru-RU" altLang="en-US" sz="5300" baseline="-32000">
              <a:latin typeface="Cambria" panose="02040503050406030204" pitchFamily="18" charset="0"/>
            </a:endParaRPr>
          </a:p>
          <a:p>
            <a:pPr eaLnBrk="1" hangingPunct="1">
              <a:lnSpc>
                <a:spcPts val="2850"/>
              </a:lnSpc>
              <a:buSzPct val="100000"/>
              <a:buFont typeface="Calibri" panose="020F0502020204030204" pitchFamily="34" charset="0"/>
              <a:buNone/>
            </a:pPr>
            <a:r>
              <a:rPr lang="ru-RU" altLang="en-US" sz="2500" i="1">
                <a:latin typeface="Cambria" panose="02040503050406030204" pitchFamily="18" charset="0"/>
              </a:rPr>
              <a:t>n</a:t>
            </a:r>
            <a:endParaRPr lang="ru-RU" altLang="en-US" sz="2500">
              <a:latin typeface="Cambria" panose="02040503050406030204" pitchFamily="18" charset="0"/>
            </a:endParaRPr>
          </a:p>
        </p:txBody>
      </p:sp>
      <p:sp>
        <p:nvSpPr>
          <p:cNvPr id="99332" name="object 5">
            <a:extLst>
              <a:ext uri="{FF2B5EF4-FFF2-40B4-BE49-F238E27FC236}">
                <a16:creationId xmlns:a16="http://schemas.microsoft.com/office/drawing/2014/main" id="{F79CD00F-20B2-84AF-F756-3A4D90382342}"/>
              </a:ext>
            </a:extLst>
          </p:cNvPr>
          <p:cNvSpPr>
            <a:spLocks/>
          </p:cNvSpPr>
          <p:nvPr/>
        </p:nvSpPr>
        <p:spPr bwMode="auto">
          <a:xfrm>
            <a:off x="152400" y="6400800"/>
            <a:ext cx="6985000" cy="1320800"/>
          </a:xfrm>
          <a:custGeom>
            <a:avLst/>
            <a:gdLst>
              <a:gd name="T0" fmla="*/ 0 w 6985000"/>
              <a:gd name="T1" fmla="*/ 0 h 1320800"/>
              <a:gd name="T2" fmla="*/ 6985000 w 6985000"/>
              <a:gd name="T3" fmla="*/ 0 h 1320800"/>
              <a:gd name="T4" fmla="*/ 6985000 w 6985000"/>
              <a:gd name="T5" fmla="*/ 1320800 h 1320800"/>
              <a:gd name="T6" fmla="*/ 0 w 6985000"/>
              <a:gd name="T7" fmla="*/ 1320800 h 1320800"/>
              <a:gd name="T8" fmla="*/ 0 w 6985000"/>
              <a:gd name="T9" fmla="*/ 0 h 1320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85000" h="1320800">
                <a:moveTo>
                  <a:pt x="0" y="0"/>
                </a:moveTo>
                <a:lnTo>
                  <a:pt x="6985000" y="0"/>
                </a:lnTo>
                <a:lnTo>
                  <a:pt x="6985000" y="1320800"/>
                </a:lnTo>
                <a:lnTo>
                  <a:pt x="0" y="1320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6" name="object 9">
            <a:extLst>
              <a:ext uri="{FF2B5EF4-FFF2-40B4-BE49-F238E27FC236}">
                <a16:creationId xmlns:a16="http://schemas.microsoft.com/office/drawing/2014/main" id="{7FBC2063-A27C-04E8-26F6-0449AF06DC35}"/>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717B8396-526C-9E1D-40A3-298535BA6797}"/>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D609C03C-E5DE-C44A-7818-CE9D3ADE8795}"/>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D609C03C-E5DE-C44A-7818-CE9D3ADE8795}"/>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35B8A4F3-2A60-3682-9FF8-2CF2E40737DC}"/>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83B0AB42-77EF-C37B-7C91-4FDA3B6F065F}"/>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2193456A-9FF8-3953-4198-060F5A4D51D1}"/>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06149DE0-7F94-CD20-9342-961C552DFBAE}"/>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B2219B00-6A07-7F74-4802-5BA9C87BE30F}"/>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8924CAA3-1C91-0C04-5411-67A241490C8E}"/>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C6171943-A68E-4C61-0221-B3C596BDFBE6}"/>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FAC204C7-2B72-C2D3-6A14-5D369B014FA5}"/>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F6C95583-28C5-6C0E-001F-07BF35B54E7D}"/>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F3EA17DD-F27D-0ECE-ADC2-D159E1F31EDE}"/>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25AEAB8A-690D-BB3C-435C-DFF2635B3B0C}"/>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796C15F3-CE8C-B1E2-A74F-622D172E6791}"/>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Tree>
    <p:extLst>
      <p:ext uri="{BB962C8B-B14F-4D97-AF65-F5344CB8AC3E}">
        <p14:creationId xmlns:p14="http://schemas.microsoft.com/office/powerpoint/2010/main" val="605828916"/>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1F29-2DE4-E679-E436-C19F300652F4}"/>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8924973E-E9EA-393C-3C77-FD18F403E4E9}"/>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1" name="object 4">
            <a:extLst>
              <a:ext uri="{FF2B5EF4-FFF2-40B4-BE49-F238E27FC236}">
                <a16:creationId xmlns:a16="http://schemas.microsoft.com/office/drawing/2014/main" id="{43BDB2CD-3612-B6E6-C480-AF9261607999}"/>
              </a:ext>
            </a:extLst>
          </p:cNvPr>
          <p:cNvSpPr txBox="1">
            <a:spLocks noChangeArrowheads="1"/>
          </p:cNvSpPr>
          <p:nvPr/>
        </p:nvSpPr>
        <p:spPr bwMode="auto">
          <a:xfrm>
            <a:off x="2112963" y="6397625"/>
            <a:ext cx="158115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273050">
              <a:tabLst>
                <a:tab pos="647700" algn="l"/>
              </a:tabLst>
              <a:defRPr>
                <a:solidFill>
                  <a:schemeClr val="tx1"/>
                </a:solidFill>
                <a:latin typeface="Calibri" panose="020F0502020204030204" pitchFamily="34" charset="0"/>
                <a:cs typeface="Calibri" panose="020F0502020204030204" pitchFamily="34" charset="0"/>
              </a:defRPr>
            </a:lvl1pPr>
            <a:lvl2pPr marL="742950" indent="-285750">
              <a:tabLst>
                <a:tab pos="647700" algn="l"/>
              </a:tabLst>
              <a:defRPr>
                <a:solidFill>
                  <a:schemeClr val="tx1"/>
                </a:solidFill>
                <a:latin typeface="Calibri" panose="020F0502020204030204" pitchFamily="34" charset="0"/>
                <a:cs typeface="Calibri" panose="020F0502020204030204" pitchFamily="34" charset="0"/>
              </a:defRPr>
            </a:lvl2pPr>
            <a:lvl3pPr marL="1143000" indent="-228600">
              <a:tabLst>
                <a:tab pos="647700" algn="l"/>
              </a:tabLst>
              <a:defRPr>
                <a:solidFill>
                  <a:schemeClr val="tx1"/>
                </a:solidFill>
                <a:latin typeface="Calibri" panose="020F0502020204030204" pitchFamily="34" charset="0"/>
                <a:cs typeface="Calibri" panose="020F0502020204030204" pitchFamily="34" charset="0"/>
              </a:defRPr>
            </a:lvl3pPr>
            <a:lvl4pPr marL="1600200" indent="-228600">
              <a:tabLst>
                <a:tab pos="647700" algn="l"/>
              </a:tabLst>
              <a:defRPr>
                <a:solidFill>
                  <a:schemeClr val="tx1"/>
                </a:solidFill>
                <a:latin typeface="Calibri" panose="020F0502020204030204" pitchFamily="34" charset="0"/>
                <a:cs typeface="Calibri" panose="020F0502020204030204" pitchFamily="34" charset="0"/>
              </a:defRPr>
            </a:lvl4pPr>
            <a:lvl5pPr marL="2057400" indent="-228600">
              <a:tabLst>
                <a:tab pos="647700"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647700" algn="l"/>
              </a:tabLst>
              <a:defRPr>
                <a:solidFill>
                  <a:schemeClr val="tx1"/>
                </a:solidFill>
                <a:latin typeface="Calibri" panose="020F0502020204030204" pitchFamily="34" charset="0"/>
                <a:cs typeface="Calibri" panose="020F0502020204030204" pitchFamily="34" charset="0"/>
              </a:defRPr>
            </a:lvl9pPr>
          </a:lstStyle>
          <a:p>
            <a:pPr eaLnBrk="1" hangingPunct="1">
              <a:lnSpc>
                <a:spcPts val="2450"/>
              </a:lnSpc>
              <a:buSzPct val="100000"/>
              <a:buFont typeface="Calibri" panose="020F0502020204030204" pitchFamily="34" charset="0"/>
              <a:buNone/>
            </a:pPr>
            <a:r>
              <a:rPr lang="ru-RU" altLang="en-US" sz="5300" i="1" baseline="-32000">
                <a:latin typeface="Cambria" panose="02040503050406030204" pitchFamily="18" charset="0"/>
              </a:rPr>
              <a:t>µ</a:t>
            </a:r>
            <a:r>
              <a:rPr lang="ru-RU" altLang="en-US" sz="3700" baseline="-12000">
                <a:latin typeface="Lucida Sans Unicode" panose="020B0602030504020204" pitchFamily="34" charset="0"/>
                <a:cs typeface="Lucida Sans Unicode" panose="020B0602030504020204" pitchFamily="34" charset="0"/>
              </a:rPr>
              <a:t>⇤	</a:t>
            </a:r>
            <a:r>
              <a:rPr lang="ru-RU" altLang="en-US" sz="2500" i="1">
                <a:latin typeface="Cambria" panose="02040503050406030204" pitchFamily="18" charset="0"/>
              </a:rPr>
              <a:t>i</a:t>
            </a:r>
            <a:r>
              <a:rPr lang="ru-RU" altLang="en-US" sz="5300" baseline="-32000">
                <a:latin typeface="Lucida Sans Unicode" panose="020B0602030504020204" pitchFamily="34" charset="0"/>
                <a:cs typeface="Lucida Sans Unicode" panose="020B0602030504020204" pitchFamily="34" charset="0"/>
              </a:rPr>
              <a:t>⇠</a:t>
            </a:r>
            <a:r>
              <a:rPr lang="ru-RU" altLang="en-US" sz="2500" i="1">
                <a:latin typeface="Cambria" panose="02040503050406030204" pitchFamily="18" charset="0"/>
              </a:rPr>
              <a:t>id </a:t>
            </a:r>
            <a:r>
              <a:rPr lang="ru-RU" altLang="en-US" sz="5300" i="1" baseline="-32000">
                <a:latin typeface="Cambria" panose="02040503050406030204" pitchFamily="18" charset="0"/>
              </a:rPr>
              <a:t>G</a:t>
            </a:r>
            <a:endParaRPr lang="ru-RU" altLang="en-US" sz="5300" baseline="-32000">
              <a:latin typeface="Cambria" panose="02040503050406030204" pitchFamily="18" charset="0"/>
            </a:endParaRPr>
          </a:p>
          <a:p>
            <a:pPr eaLnBrk="1" hangingPunct="1">
              <a:lnSpc>
                <a:spcPts val="2850"/>
              </a:lnSpc>
              <a:buSzPct val="100000"/>
              <a:buFont typeface="Calibri" panose="020F0502020204030204" pitchFamily="34" charset="0"/>
              <a:buNone/>
            </a:pPr>
            <a:r>
              <a:rPr lang="ru-RU" altLang="en-US" sz="2500" i="1">
                <a:latin typeface="Cambria" panose="02040503050406030204" pitchFamily="18" charset="0"/>
              </a:rPr>
              <a:t>n</a:t>
            </a:r>
            <a:endParaRPr lang="ru-RU" altLang="en-US" sz="2500">
              <a:latin typeface="Cambria" panose="02040503050406030204" pitchFamily="18" charset="0"/>
            </a:endParaRPr>
          </a:p>
        </p:txBody>
      </p:sp>
      <p:sp>
        <p:nvSpPr>
          <p:cNvPr id="99332" name="object 5">
            <a:extLst>
              <a:ext uri="{FF2B5EF4-FFF2-40B4-BE49-F238E27FC236}">
                <a16:creationId xmlns:a16="http://schemas.microsoft.com/office/drawing/2014/main" id="{FA3B01C4-EA7D-F13B-B544-571E6343191F}"/>
              </a:ext>
            </a:extLst>
          </p:cNvPr>
          <p:cNvSpPr>
            <a:spLocks/>
          </p:cNvSpPr>
          <p:nvPr/>
        </p:nvSpPr>
        <p:spPr bwMode="auto">
          <a:xfrm>
            <a:off x="152400" y="6400800"/>
            <a:ext cx="6985000" cy="1320800"/>
          </a:xfrm>
          <a:custGeom>
            <a:avLst/>
            <a:gdLst>
              <a:gd name="T0" fmla="*/ 0 w 6985000"/>
              <a:gd name="T1" fmla="*/ 0 h 1320800"/>
              <a:gd name="T2" fmla="*/ 6985000 w 6985000"/>
              <a:gd name="T3" fmla="*/ 0 h 1320800"/>
              <a:gd name="T4" fmla="*/ 6985000 w 6985000"/>
              <a:gd name="T5" fmla="*/ 1320800 h 1320800"/>
              <a:gd name="T6" fmla="*/ 0 w 6985000"/>
              <a:gd name="T7" fmla="*/ 1320800 h 1320800"/>
              <a:gd name="T8" fmla="*/ 0 w 6985000"/>
              <a:gd name="T9" fmla="*/ 0 h 1320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985000" h="1320800">
                <a:moveTo>
                  <a:pt x="0" y="0"/>
                </a:moveTo>
                <a:lnTo>
                  <a:pt x="6985000" y="0"/>
                </a:lnTo>
                <a:lnTo>
                  <a:pt x="6985000" y="1320800"/>
                </a:lnTo>
                <a:lnTo>
                  <a:pt x="0" y="13208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6" name="object 9">
            <a:extLst>
              <a:ext uri="{FF2B5EF4-FFF2-40B4-BE49-F238E27FC236}">
                <a16:creationId xmlns:a16="http://schemas.microsoft.com/office/drawing/2014/main" id="{8A45F6A6-8C79-EBEE-DAB6-FAF1934F4FAD}"/>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ABC4CA73-A44A-326C-1AD4-DF5A0992E93C}"/>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DF81BA9-5983-D805-0BA4-459F41C1C2B1}"/>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4DF81BA9-5983-D805-0BA4-459F41C1C2B1}"/>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3BA0C91B-2708-7CA3-2456-68B611006E98}"/>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C281A937-952A-A5AF-A150-ED0DB089E8FF}"/>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C0543594-4D58-9795-2CF7-0A9524F86DC5}"/>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30238D8A-E62A-DD3A-4996-B1EC21B7C10A}"/>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20F28B71-4AAC-A5A7-1FA6-6FF38712B4EB}"/>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47286B87-0FF4-BF2E-94C1-CAC461E07F86}"/>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FA1E331D-16CC-D6D4-0F19-41DD80160B0B}"/>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F0A33183-D841-5C63-9721-2C3B32F83236}"/>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C6812761-72E7-977B-DE97-3D8CB9DA0094}"/>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F47B8BCD-CBC1-A066-1100-E23CB80E46FF}"/>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50ED28D6-853D-C757-467C-490A2F55066C}"/>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EAC2982C-20D6-0BCA-2B79-0EECE8BE3906}"/>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68732C7-945E-3D69-C32C-C3AAF890A357}"/>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368732C7-945E-3D69-C32C-C3AAF890A357}"/>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B0C5E918-1A7D-5FA3-1334-154A03831C11}"/>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B0C5E918-1A7D-5FA3-1334-154A03831C11}"/>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560FF842-B7A4-7EDB-672D-47D9FE0C1B98}"/>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560FF842-B7A4-7EDB-672D-47D9FE0C1B98}"/>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70E9E419-FF91-849B-BEDE-72F20ED395E4}"/>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B27ACAF7-84DE-BE08-BD6C-DC7E809F569F}"/>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74DC5A58-082F-C69A-47C7-A25B5941C0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9E4751DD-7330-8B72-E61B-045F47EB8E73}"/>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0C74B207-CCDC-C024-8667-8A233862BD3F}"/>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2B4C59D6-435A-2A5D-62A1-4A429943BF49}"/>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0E1FB2CE-C5CF-6D03-CDBE-95737FA73A47}"/>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A04F79C7-8ABD-ACDC-F067-6563A97F618B}"/>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F0E03DF5-B9A7-EDF6-6C37-790D96AE8E77}"/>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Tree>
    <p:extLst>
      <p:ext uri="{BB962C8B-B14F-4D97-AF65-F5344CB8AC3E}">
        <p14:creationId xmlns:p14="http://schemas.microsoft.com/office/powerpoint/2010/main" val="3626820848"/>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D35D1-B254-A328-0620-D32458B368F3}"/>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A2A129C6-A5C4-8F19-CFD9-6BC3EB555C8E}"/>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9DB83B85-34AA-1E2F-F588-2B08F35589B4}"/>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1DAC0793-802D-35B8-43DE-8EED80FCED8A}"/>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85D0037-93AC-83F7-211B-9B3B6988F0ED}"/>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085D0037-93AC-83F7-211B-9B3B6988F0ED}"/>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183B79C2-6E99-35E8-F46C-AAE8C9C57983}"/>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DF01DE65-0FFB-FCD1-8593-20AB608D89BA}"/>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812FCBEC-5444-2380-543A-4BAABED72993}"/>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029B8A22-2C20-537C-FA5C-4E1381AA8434}"/>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3F70D346-DB35-DDDB-58A2-830A0D314D46}"/>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00D9E0FE-0494-671A-562C-192F118EC625}"/>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D91F6F04-26EC-3E3B-8723-FABF6D8940B3}"/>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A9F50623-53C3-00B0-E803-FC629F7ED71E}"/>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3429FE03-CF57-AF3F-8C55-FF6BA631FE4A}"/>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582F24F8-3E7D-127F-727E-E7B190130F3B}"/>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FB2A7653-0CDB-D894-CD0F-48AC9E8D95F8}"/>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979312AC-94D0-B054-7B08-0BD924BEA6ED}"/>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6BE2A55-9AB1-C1B8-9D74-3947FD655F91}"/>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36BE2A55-9AB1-C1B8-9D74-3947FD655F91}"/>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108295F7-EF5A-6729-8CD1-2C1D5BAC2DEE}"/>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108295F7-EF5A-6729-8CD1-2C1D5BAC2DEE}"/>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E6AB42B-5918-5298-D2D4-15B1EB1098D0}"/>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7E6AB42B-5918-5298-D2D4-15B1EB1098D0}"/>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3587CE28-0D78-9467-B7C2-7D74B3276486}"/>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BB9B40B9-5C3D-A302-594A-5905634C00CB}"/>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54007587-59E2-9F43-C55D-3C80494B41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6380950C-16ED-40D7-3E37-C079CBF2C8A4}"/>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65E394D5-82D3-6A99-AA97-718ECA3361F3}"/>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EB37A0C1-A3F5-A985-5ADA-417D97213B6F}"/>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710013FC-20FB-5F95-51D9-F3ED0CD713A3}"/>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92D414E7-E4BB-FB68-C074-3D0317CC9A9C}"/>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B5A2FFA6-27AA-D14B-F43D-C1E5629115A8}"/>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grpSp>
        <p:nvGrpSpPr>
          <p:cNvPr id="27" name="object 20">
            <a:extLst>
              <a:ext uri="{FF2B5EF4-FFF2-40B4-BE49-F238E27FC236}">
                <a16:creationId xmlns:a16="http://schemas.microsoft.com/office/drawing/2014/main" id="{212C0559-8F0F-F31A-FA05-4C48C0F4849F}"/>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A695251D-F0A4-B140-95FC-6516B428C9A0}"/>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2A56F396-20DB-99AB-081F-9324673FDFF3}"/>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66FDE958-F16B-AE47-5D6A-F53286828DFA}"/>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9BFC7D9D-82BF-CD63-4797-03A646F9734D}"/>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BAC47FCA-15ED-F2D5-2E3D-91B00CA1465F}"/>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78554192-043E-EBA8-DEFF-539B07F8B7B6}"/>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4734081C-F219-2751-7C0B-76E95C7D430F}"/>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18579810-F5F4-5FEC-6B6E-1585AB0C099A}"/>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53C6D90B-02C7-B4C5-5686-A1DC6D927A4D}"/>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01B13533-96FF-74A7-76D5-D8870D3F2EB0}"/>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22867CA8-5AB9-7D8D-7AD0-67936A54A4B6}"/>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4F50C13E-3CCC-1E0E-CBD9-91C3B2927863}"/>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4F50C13E-3CCC-1E0E-CBD9-91C3B2927863}"/>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8"/>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CB089EAD-21F0-5A31-53B8-CE75F6741CBF}"/>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CB089EAD-21F0-5A31-53B8-CE75F6741CBF}"/>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9"/>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FA6F9BEA-3C8D-9AB2-7D9E-73B629CF1C3D}"/>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FA6F9BEA-3C8D-9AB2-7D9E-73B629CF1C3D}"/>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10"/>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1F9AC4D3-827A-8F44-C316-86DD95C418CF}"/>
                  </a:ext>
                </a:extLst>
              </p:cNvPr>
              <p:cNvSpPr txBox="1"/>
              <p:nvPr/>
            </p:nvSpPr>
            <p:spPr>
              <a:xfrm>
                <a:off x="2271221" y="3205367"/>
                <a:ext cx="1991635"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oMath>
                  </m:oMathPara>
                </a14:m>
                <a:endParaRPr lang="en-US" sz="2500" dirty="0"/>
              </a:p>
            </p:txBody>
          </p:sp>
        </mc:Choice>
        <mc:Fallback>
          <p:sp>
            <p:nvSpPr>
              <p:cNvPr id="43" name="TextBox 42">
                <a:extLst>
                  <a:ext uri="{FF2B5EF4-FFF2-40B4-BE49-F238E27FC236}">
                    <a16:creationId xmlns:a16="http://schemas.microsoft.com/office/drawing/2014/main" id="{1F9AC4D3-827A-8F44-C316-86DD95C418CF}"/>
                  </a:ext>
                </a:extLst>
              </p:cNvPr>
              <p:cNvSpPr txBox="1">
                <a:spLocks noRot="1" noChangeAspect="1" noMove="1" noResize="1" noEditPoints="1" noAdjustHandles="1" noChangeArrowheads="1" noChangeShapeType="1" noTextEdit="1"/>
              </p:cNvSpPr>
              <p:nvPr/>
            </p:nvSpPr>
            <p:spPr>
              <a:xfrm>
                <a:off x="2271221" y="3205367"/>
                <a:ext cx="1991635" cy="1048942"/>
              </a:xfrm>
              <a:prstGeom prst="rect">
                <a:avLst/>
              </a:prstGeom>
              <a:blipFill>
                <a:blip r:embed="rId11"/>
                <a:stretch>
                  <a:fillRect l="-27389"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46E57EE7-DD49-2194-6683-AF98662B917D}"/>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p:spTree>
    <p:extLst>
      <p:ext uri="{BB962C8B-B14F-4D97-AF65-F5344CB8AC3E}">
        <p14:creationId xmlns:p14="http://schemas.microsoft.com/office/powerpoint/2010/main" val="2348873877"/>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9AE57-8E6E-F958-8A95-07DEFB6892B7}"/>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B1D5649D-3EA2-1FA1-3E9A-32EAFD156AAF}"/>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1BB9C294-7653-7134-E971-4856A108CFF4}"/>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04E5D64F-D5DC-3B38-46FC-CC908DB10786}"/>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60F4BC7-45B7-6720-5D72-E87A4C6BDEB4}"/>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360F4BC7-45B7-6720-5D72-E87A4C6BDEB4}"/>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24176BBB-73DE-9D98-FFEC-622A2DBE3901}"/>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F2A012EE-7D45-5D9D-99B9-D9C1FE73327B}"/>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78E3576B-8B2F-216B-7C73-4877ACFC92E4}"/>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660460B1-2511-3901-9CCF-31162EF86A68}"/>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397504AA-A70A-440B-7609-312FD3E56CF5}"/>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B4EDED4D-6D8B-252E-814F-5568C986C894}"/>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26AA2813-778C-D0DE-CD2F-8D93CBDDB2F3}"/>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A66D7201-19F3-A9F5-D647-1C2CAA6E55EE}"/>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183DEAC1-A8D0-8175-5281-04D9AE3B6500}"/>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22E453E3-F821-F8D9-40B1-F7E62F22A12F}"/>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6DB88045-3E22-564B-58DF-5ED119E1B050}"/>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ADAE4C09-222C-9DD1-5A93-B88B605EBD41}"/>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6339DC3-8C0D-4B3F-1D07-84B5C2C53D57}"/>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16339DC3-8C0D-4B3F-1D07-84B5C2C53D57}"/>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E2918D1-B561-0579-400C-1A1A3D389517}"/>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EE2918D1-B561-0579-400C-1A1A3D389517}"/>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C940F52-E8D0-DAC2-B1F3-09DABF06F747}"/>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6C940F52-E8D0-DAC2-B1F3-09DABF06F747}"/>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CD153ECF-8544-C1B3-F5C0-A0AFF4230EBB}"/>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726AF2D5-8054-B871-61BE-44D9A40BCF0A}"/>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51FDB8C4-BACC-5D06-66F6-218779DD85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BD70B7CE-5876-3A16-2ABD-9B43A48097B6}"/>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3FAD22EE-49BD-31D1-C2A1-F01B730304E2}"/>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2F2614D5-0A7A-3137-94C1-3EE547FE0B52}"/>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48B6EAB8-592A-85C5-F52F-E4C74BBA4324}"/>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3B680D8F-2611-CD56-1FF1-DCA565174724}"/>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CD58993F-C68D-8370-905E-2E0E495FDA58}"/>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grpSp>
        <p:nvGrpSpPr>
          <p:cNvPr id="27" name="object 20">
            <a:extLst>
              <a:ext uri="{FF2B5EF4-FFF2-40B4-BE49-F238E27FC236}">
                <a16:creationId xmlns:a16="http://schemas.microsoft.com/office/drawing/2014/main" id="{14E2ABB3-25C6-ACF8-866B-DA1E5C969F25}"/>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5D09B7E2-A8C6-A11C-A720-09107237DB40}"/>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9738B76E-4D30-C81B-DDFC-2BD9CF3F254E}"/>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620321F3-C81B-2141-BAD4-A826F3AF37B3}"/>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354E546D-CB62-51D4-EA7E-716F6A399271}"/>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BAE58A66-DAFB-F2EF-1DE6-80D034863664}"/>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1628208A-7225-A5FE-ACCA-BCA744B2D7D6}"/>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52C1261B-0712-9066-5D88-49D603486769}"/>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7519C6B0-6087-E842-D90C-F4AB384D9586}"/>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55B5C3E3-60C3-3BFE-F3D2-0BCC1CE06C8D}"/>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0A191296-632F-BCA3-D28E-B2618F2C615E}"/>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36904FDD-8255-876E-E1BB-7C45EAF17745}"/>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4B06A9A4-07AB-0D8F-B75E-E835E06E2CF6}"/>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4B06A9A4-07AB-0D8F-B75E-E835E06E2CF6}"/>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8"/>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6B668C72-2153-6DE6-62A2-BB7B374F7E26}"/>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6B668C72-2153-6DE6-62A2-BB7B374F7E26}"/>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9"/>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D83E778B-16D7-F13E-14B7-2B10F4D7EC41}"/>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D83E778B-16D7-F13E-14B7-2B10F4D7EC41}"/>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10"/>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7FAB4FDD-6F09-8E15-E56B-D98BABCC696D}"/>
                  </a:ext>
                </a:extLst>
              </p:cNvPr>
              <p:cNvSpPr txBox="1"/>
              <p:nvPr/>
            </p:nvSpPr>
            <p:spPr>
              <a:xfrm>
                <a:off x="2271221" y="3205367"/>
                <a:ext cx="4721357"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r>
                        <a:rPr lang="en-US" sz="2500" b="0" i="1" smtClean="0">
                          <a:latin typeface="Cambria Math" panose="02040503050406030204" pitchFamily="18" charset="0"/>
                        </a:rPr>
                        <m:t>=</m:t>
                      </m:r>
                      <m:r>
                        <a:rPr lang="en-US" sz="2500" b="0" i="1" smtClean="0">
                          <a:latin typeface="Cambria Math" panose="02040503050406030204" pitchFamily="18" charset="0"/>
                        </a:rPr>
                        <m:t>𝐷𝑃</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𝛼</m:t>
                          </m:r>
                          <m:r>
                            <a:rPr lang="en-US" sz="2500" b="0" i="1" smtClean="0">
                              <a:latin typeface="Cambria Math" panose="02040503050406030204" pitchFamily="18" charset="0"/>
                            </a:rPr>
                            <m:t>,</m:t>
                          </m:r>
                          <m:r>
                            <a:rPr lang="en-US" sz="2500" b="0" i="1" smtClean="0">
                              <a:latin typeface="Cambria Math" panose="02040503050406030204" pitchFamily="18" charset="0"/>
                            </a:rPr>
                            <m:t>𝑁</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m:rPr>
                                      <m:sty m:val="p"/>
                                    </m:rPr>
                                    <a:rPr lang="en-US" sz="2500" b="0" i="0" smtClean="0">
                                      <a:latin typeface="Cambria Math" panose="02040503050406030204" pitchFamily="18" charset="0"/>
                                    </a:rPr>
                                    <m:t>Σ</m:t>
                                  </m:r>
                                </m:e>
                                <m:sub>
                                  <m:r>
                                    <a:rPr lang="en-US" sz="2500" b="0" i="1" smtClean="0">
                                      <a:latin typeface="Cambria Math" panose="02040503050406030204" pitchFamily="18" charset="0"/>
                                    </a:rPr>
                                    <m:t>0</m:t>
                                  </m:r>
                                </m:sub>
                              </m:sSub>
                            </m:e>
                          </m:d>
                        </m:e>
                      </m:d>
                    </m:oMath>
                  </m:oMathPara>
                </a14:m>
                <a:endParaRPr lang="en-US" sz="2500" dirty="0"/>
              </a:p>
            </p:txBody>
          </p:sp>
        </mc:Choice>
        <mc:Fallback>
          <p:sp>
            <p:nvSpPr>
              <p:cNvPr id="43" name="TextBox 42">
                <a:extLst>
                  <a:ext uri="{FF2B5EF4-FFF2-40B4-BE49-F238E27FC236}">
                    <a16:creationId xmlns:a16="http://schemas.microsoft.com/office/drawing/2014/main" id="{7FAB4FDD-6F09-8E15-E56B-D98BABCC696D}"/>
                  </a:ext>
                </a:extLst>
              </p:cNvPr>
              <p:cNvSpPr txBox="1">
                <a:spLocks noRot="1" noChangeAspect="1" noMove="1" noResize="1" noEditPoints="1" noAdjustHandles="1" noChangeArrowheads="1" noChangeShapeType="1" noTextEdit="1"/>
              </p:cNvSpPr>
              <p:nvPr/>
            </p:nvSpPr>
            <p:spPr>
              <a:xfrm>
                <a:off x="2271221" y="3205367"/>
                <a:ext cx="4721357" cy="1048942"/>
              </a:xfrm>
              <a:prstGeom prst="rect">
                <a:avLst/>
              </a:prstGeom>
              <a:blipFill>
                <a:blip r:embed="rId11"/>
                <a:stretch>
                  <a:fillRect l="-11290"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718800F6-4E54-CC1A-C592-33C82204BF70}"/>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80F7B662-9119-2533-D719-D97AA5565323}"/>
                  </a:ext>
                </a:extLst>
              </p:cNvPr>
              <p:cNvSpPr txBox="1"/>
              <p:nvPr/>
            </p:nvSpPr>
            <p:spPr>
              <a:xfrm>
                <a:off x="3254138" y="3289190"/>
                <a:ext cx="2332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46" name="TextBox 45">
                <a:extLst>
                  <a:ext uri="{FF2B5EF4-FFF2-40B4-BE49-F238E27FC236}">
                    <a16:creationId xmlns:a16="http://schemas.microsoft.com/office/drawing/2014/main" id="{80F7B662-9119-2533-D719-D97AA5565323}"/>
                  </a:ext>
                </a:extLst>
              </p:cNvPr>
              <p:cNvSpPr txBox="1">
                <a:spLocks noRot="1" noChangeAspect="1" noMove="1" noResize="1" noEditPoints="1" noAdjustHandles="1" noChangeArrowheads="1" noChangeShapeType="1" noTextEdit="1"/>
              </p:cNvSpPr>
              <p:nvPr/>
            </p:nvSpPr>
            <p:spPr>
              <a:xfrm>
                <a:off x="3254138" y="3289190"/>
                <a:ext cx="2332898" cy="369332"/>
              </a:xfrm>
              <a:prstGeom prst="rect">
                <a:avLst/>
              </a:prstGeom>
              <a:blipFill>
                <a:blip r:embed="rId12"/>
                <a:stretch>
                  <a:fillRect/>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89358049-92DC-6111-D940-DB6BB39133A6}"/>
              </a:ext>
            </a:extLst>
          </p:cNvPr>
          <p:cNvSpPr txBox="1"/>
          <p:nvPr/>
        </p:nvSpPr>
        <p:spPr>
          <a:xfrm>
            <a:off x="7053342" y="3194224"/>
            <a:ext cx="1624740" cy="1015663"/>
          </a:xfrm>
          <a:prstGeom prst="rect">
            <a:avLst/>
          </a:prstGeom>
          <a:noFill/>
        </p:spPr>
        <p:txBody>
          <a:bodyPr wrap="none" rtlCol="0">
            <a:spAutoFit/>
          </a:bodyPr>
          <a:lstStyle/>
          <a:p>
            <a:r>
              <a:rPr lang="en-US" sz="3000" b="1" dirty="0"/>
              <a:t>Dirichlet </a:t>
            </a:r>
          </a:p>
          <a:p>
            <a:r>
              <a:rPr lang="en-US" sz="3000" b="1" dirty="0"/>
              <a:t>Process</a:t>
            </a:r>
          </a:p>
        </p:txBody>
      </p:sp>
    </p:spTree>
    <p:extLst>
      <p:ext uri="{BB962C8B-B14F-4D97-AF65-F5344CB8AC3E}">
        <p14:creationId xmlns:p14="http://schemas.microsoft.com/office/powerpoint/2010/main" val="3392597058"/>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CC059-88B8-7177-5D0E-C707DC39386B}"/>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7D2BF986-3EB8-EFB2-57DB-6F9BC09A13CD}"/>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4376AD8A-3EFB-C68E-3FD6-BEDB01D073FB}"/>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E934F767-38DD-299F-9C8A-7CE095DD389E}"/>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93F4787-EF3B-C34B-9F7F-A3F37B131A77}"/>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193F4787-EF3B-C34B-9F7F-A3F37B131A77}"/>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53AC3736-1B00-D491-F79A-FEBF7D587E6D}"/>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D0C778F4-A3B9-3205-3B3A-05102536ABDE}"/>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662BC243-E455-C170-978B-E88BC396700B}"/>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A3B79D65-739F-4158-AD08-F177236A97E7}"/>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49FF5445-1E43-D0B1-39FD-82D25E9F83A6}"/>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176DE10B-0695-475F-D28D-2096329BFF73}"/>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DFFF9E36-A9DC-107B-E86A-2A035949706A}"/>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80CE506A-6227-F1DF-556C-7EEA003275CE}"/>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84666AA1-797E-B971-2561-A7C2E5D0C0D1}"/>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EFA369AF-4FBE-088B-0AA0-443FFE966D78}"/>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7E75FACF-5098-EE46-0739-48A8F7D94B99}"/>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6FF59161-F715-7ADA-571E-5704EBC55972}"/>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3A8D47F-5414-DE3D-25BC-BDB2A9AD6682}"/>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B3A8D47F-5414-DE3D-25BC-BDB2A9AD6682}"/>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628E123-EF72-356B-82D3-FE26BF55856B}"/>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E628E123-EF72-356B-82D3-FE26BF55856B}"/>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807502F0-0831-0046-2A38-760EC22642A0}"/>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807502F0-0831-0046-2A38-760EC22642A0}"/>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5FCBF1EE-3FC3-7352-538E-6FAE478F2EDB}"/>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D6D06A28-AA75-5725-7549-EDDACF174192}"/>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39E5024C-51C3-47B1-C073-F6BB6C8849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27C93719-EC71-2140-B8A6-3FA966B60C4F}"/>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0B445089-42BE-66FA-8746-D8036430569B}"/>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4C8B5FB6-F4C4-8EC2-D46A-8D38063736EB}"/>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D9143AA0-6C59-4B3A-10D3-CC497F79613C}"/>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7BDA57F1-A014-C453-7E7E-F12248B5A787}"/>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DECBA14E-60E9-CF2C-6217-1A4E6BF1C11A}"/>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grpSp>
        <p:nvGrpSpPr>
          <p:cNvPr id="27" name="object 20">
            <a:extLst>
              <a:ext uri="{FF2B5EF4-FFF2-40B4-BE49-F238E27FC236}">
                <a16:creationId xmlns:a16="http://schemas.microsoft.com/office/drawing/2014/main" id="{1C4A0C78-6328-03FD-C6F9-154FA692D8D8}"/>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48E5D4E1-B5F0-1538-B062-4E1099A319BD}"/>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0A554C7E-192E-C9C4-29ED-94900B70A6AC}"/>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1070A59B-B76A-0B8A-AC6B-3920D5D6BD14}"/>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54A8BFF1-3496-B223-CC1E-0D7C19CA3E1F}"/>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F916361C-B2EE-0D92-060D-BA894E39D99A}"/>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4C5FEF41-77A2-5E49-46DE-ECB818AD3B1F}"/>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13DC1549-C4F1-3319-41ED-0D2952DF4468}"/>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D6E13E15-6A75-A504-2A28-A372C1562B32}"/>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F00C7E2A-25FE-2315-A1A6-73B128980637}"/>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CC2FF91C-B7A4-8F2E-87E0-BC67B1593FD5}"/>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A40BE3F2-F686-FDC8-BF1A-4D1DB23C2947}"/>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540001D7-99D3-B59F-8601-2A5B283E4E5E}"/>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540001D7-99D3-B59F-8601-2A5B283E4E5E}"/>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8"/>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92F513C8-5812-A1B6-DD84-FF8E6D691BD5}"/>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92F513C8-5812-A1B6-DD84-FF8E6D691BD5}"/>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9"/>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CA5ACB0-7BE6-024A-B019-30D58590ED4B}"/>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3CA5ACB0-7BE6-024A-B019-30D58590ED4B}"/>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10"/>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223F1EC1-8620-BFE8-F0F9-DC597F4C7285}"/>
                  </a:ext>
                </a:extLst>
              </p:cNvPr>
              <p:cNvSpPr txBox="1"/>
              <p:nvPr/>
            </p:nvSpPr>
            <p:spPr>
              <a:xfrm>
                <a:off x="2271221" y="3205367"/>
                <a:ext cx="4721357"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r>
                        <a:rPr lang="en-US" sz="2500" b="0" i="1" smtClean="0">
                          <a:latin typeface="Cambria Math" panose="02040503050406030204" pitchFamily="18" charset="0"/>
                        </a:rPr>
                        <m:t>=</m:t>
                      </m:r>
                      <m:r>
                        <a:rPr lang="en-US" sz="2500" b="0" i="1" smtClean="0">
                          <a:latin typeface="Cambria Math" panose="02040503050406030204" pitchFamily="18" charset="0"/>
                        </a:rPr>
                        <m:t>𝐷𝑃</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𝛼</m:t>
                          </m:r>
                          <m:r>
                            <a:rPr lang="en-US" sz="2500" b="0" i="1" smtClean="0">
                              <a:latin typeface="Cambria Math" panose="02040503050406030204" pitchFamily="18" charset="0"/>
                            </a:rPr>
                            <m:t>,</m:t>
                          </m:r>
                          <m:r>
                            <a:rPr lang="en-US" sz="2500" b="0" i="1" smtClean="0">
                              <a:latin typeface="Cambria Math" panose="02040503050406030204" pitchFamily="18" charset="0"/>
                            </a:rPr>
                            <m:t>𝑁</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m:rPr>
                                      <m:sty m:val="p"/>
                                    </m:rPr>
                                    <a:rPr lang="en-US" sz="2500" b="0" i="0" smtClean="0">
                                      <a:latin typeface="Cambria Math" panose="02040503050406030204" pitchFamily="18" charset="0"/>
                                    </a:rPr>
                                    <m:t>Σ</m:t>
                                  </m:r>
                                </m:e>
                                <m:sub>
                                  <m:r>
                                    <a:rPr lang="en-US" sz="2500" b="0" i="1" smtClean="0">
                                      <a:latin typeface="Cambria Math" panose="02040503050406030204" pitchFamily="18" charset="0"/>
                                    </a:rPr>
                                    <m:t>0</m:t>
                                  </m:r>
                                </m:sub>
                              </m:sSub>
                            </m:e>
                          </m:d>
                        </m:e>
                      </m:d>
                    </m:oMath>
                  </m:oMathPara>
                </a14:m>
                <a:endParaRPr lang="en-US" sz="2500" dirty="0"/>
              </a:p>
            </p:txBody>
          </p:sp>
        </mc:Choice>
        <mc:Fallback>
          <p:sp>
            <p:nvSpPr>
              <p:cNvPr id="43" name="TextBox 42">
                <a:extLst>
                  <a:ext uri="{FF2B5EF4-FFF2-40B4-BE49-F238E27FC236}">
                    <a16:creationId xmlns:a16="http://schemas.microsoft.com/office/drawing/2014/main" id="{223F1EC1-8620-BFE8-F0F9-DC597F4C7285}"/>
                  </a:ext>
                </a:extLst>
              </p:cNvPr>
              <p:cNvSpPr txBox="1">
                <a:spLocks noRot="1" noChangeAspect="1" noMove="1" noResize="1" noEditPoints="1" noAdjustHandles="1" noChangeArrowheads="1" noChangeShapeType="1" noTextEdit="1"/>
              </p:cNvSpPr>
              <p:nvPr/>
            </p:nvSpPr>
            <p:spPr>
              <a:xfrm>
                <a:off x="2271221" y="3205367"/>
                <a:ext cx="4721357" cy="1048942"/>
              </a:xfrm>
              <a:prstGeom prst="rect">
                <a:avLst/>
              </a:prstGeom>
              <a:blipFill>
                <a:blip r:embed="rId11"/>
                <a:stretch>
                  <a:fillRect l="-11290"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997EAEDA-D373-649A-D622-745A21597AA0}"/>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D01E642B-66FD-5B61-FCFA-B9F40FA59399}"/>
                  </a:ext>
                </a:extLst>
              </p:cNvPr>
              <p:cNvSpPr txBox="1"/>
              <p:nvPr/>
            </p:nvSpPr>
            <p:spPr>
              <a:xfrm>
                <a:off x="3254138" y="3289190"/>
                <a:ext cx="2332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46" name="TextBox 45">
                <a:extLst>
                  <a:ext uri="{FF2B5EF4-FFF2-40B4-BE49-F238E27FC236}">
                    <a16:creationId xmlns:a16="http://schemas.microsoft.com/office/drawing/2014/main" id="{D01E642B-66FD-5B61-FCFA-B9F40FA59399}"/>
                  </a:ext>
                </a:extLst>
              </p:cNvPr>
              <p:cNvSpPr txBox="1">
                <a:spLocks noRot="1" noChangeAspect="1" noMove="1" noResize="1" noEditPoints="1" noAdjustHandles="1" noChangeArrowheads="1" noChangeShapeType="1" noTextEdit="1"/>
              </p:cNvSpPr>
              <p:nvPr/>
            </p:nvSpPr>
            <p:spPr>
              <a:xfrm>
                <a:off x="3254138" y="3289190"/>
                <a:ext cx="2332898" cy="369332"/>
              </a:xfrm>
              <a:prstGeom prst="rect">
                <a:avLst/>
              </a:prstGeom>
              <a:blipFill>
                <a:blip r:embed="rId12"/>
                <a:stretch>
                  <a:fillRect/>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1FA9D347-7AFE-C6D7-3B9E-6865BA73B248}"/>
              </a:ext>
            </a:extLst>
          </p:cNvPr>
          <p:cNvSpPr txBox="1"/>
          <p:nvPr/>
        </p:nvSpPr>
        <p:spPr>
          <a:xfrm>
            <a:off x="7053342" y="3194224"/>
            <a:ext cx="1624740" cy="1015663"/>
          </a:xfrm>
          <a:prstGeom prst="rect">
            <a:avLst/>
          </a:prstGeom>
          <a:noFill/>
        </p:spPr>
        <p:txBody>
          <a:bodyPr wrap="none" rtlCol="0">
            <a:spAutoFit/>
          </a:bodyPr>
          <a:lstStyle/>
          <a:p>
            <a:r>
              <a:rPr lang="en-US" sz="3000" b="1" dirty="0"/>
              <a:t>Dirichlet </a:t>
            </a:r>
          </a:p>
          <a:p>
            <a:r>
              <a:rPr lang="en-US" sz="3000" b="1" dirty="0"/>
              <a:t>Process</a:t>
            </a: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816EAF14-8864-BF1E-A4FD-4A42A107425E}"/>
                  </a:ext>
                </a:extLst>
              </p:cNvPr>
              <p:cNvSpPr txBox="1"/>
              <p:nvPr/>
            </p:nvSpPr>
            <p:spPr>
              <a:xfrm>
                <a:off x="-1062004" y="5791007"/>
                <a:ext cx="6569242"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m:rPr>
                              <m:sty m:val="p"/>
                            </m:rPr>
                            <a:rPr lang="en-US" sz="2500" b="0" i="1" smtClean="0">
                              <a:latin typeface="Cambria Math" panose="02040503050406030204" pitchFamily="18" charset="0"/>
                            </a:rPr>
                            <m:t>z</m:t>
                          </m:r>
                        </m:e>
                        <m:sub>
                          <m:r>
                            <m:rPr>
                              <m:sty m:val="p"/>
                            </m:rPr>
                            <a:rPr lang="en-US" sz="2500" b="0" i="1" smtClean="0">
                              <a:latin typeface="Cambria Math" panose="02040503050406030204" pitchFamily="18" charset="0"/>
                            </a:rPr>
                            <m:t>n</m:t>
                          </m:r>
                        </m:sub>
                      </m:sSub>
                      <m:r>
                        <a:rPr lang="en-US" sz="2500" b="0" i="1" smtClean="0">
                          <a:latin typeface="Cambria Math" panose="02040503050406030204" pitchFamily="18" charset="0"/>
                        </a:rPr>
                        <m:t>∼</m:t>
                      </m:r>
                      <m:r>
                        <a:rPr lang="en-US" sz="2500" b="0" i="1" smtClean="0">
                          <a:latin typeface="Cambria Math" panose="02040503050406030204" pitchFamily="18" charset="0"/>
                        </a:rPr>
                        <m:t>𝐶𝑎𝑡𝑒𝑔𝑜𝑟𝑖𝑐𝑎𝑙</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𝜌</m:t>
                          </m:r>
                        </m:e>
                      </m:d>
                    </m:oMath>
                  </m:oMathPara>
                </a14:m>
                <a:endParaRPr lang="en-US" sz="2500" dirty="0"/>
              </a:p>
            </p:txBody>
          </p:sp>
        </mc:Choice>
        <mc:Fallback>
          <p:sp>
            <p:nvSpPr>
              <p:cNvPr id="48" name="TextBox 47">
                <a:extLst>
                  <a:ext uri="{FF2B5EF4-FFF2-40B4-BE49-F238E27FC236}">
                    <a16:creationId xmlns:a16="http://schemas.microsoft.com/office/drawing/2014/main" id="{816EAF14-8864-BF1E-A4FD-4A42A107425E}"/>
                  </a:ext>
                </a:extLst>
              </p:cNvPr>
              <p:cNvSpPr txBox="1">
                <a:spLocks noRot="1" noChangeAspect="1" noMove="1" noResize="1" noEditPoints="1" noAdjustHandles="1" noChangeArrowheads="1" noChangeShapeType="1" noTextEdit="1"/>
              </p:cNvSpPr>
              <p:nvPr/>
            </p:nvSpPr>
            <p:spPr>
              <a:xfrm>
                <a:off x="-1062004" y="5791007"/>
                <a:ext cx="6569242" cy="477054"/>
              </a:xfrm>
              <a:prstGeom prst="rect">
                <a:avLst/>
              </a:prstGeom>
              <a:blipFill>
                <a:blip r:embed="rId13"/>
                <a:stretch>
                  <a:fillRect b="-131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6913F379-F487-2D84-F430-FA571D258275}"/>
                  </a:ext>
                </a:extLst>
              </p:cNvPr>
              <p:cNvSpPr txBox="1"/>
              <p:nvPr/>
            </p:nvSpPr>
            <p:spPr>
              <a:xfrm>
                <a:off x="1110578" y="5714422"/>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49" name="TextBox 48">
                <a:extLst>
                  <a:ext uri="{FF2B5EF4-FFF2-40B4-BE49-F238E27FC236}">
                    <a16:creationId xmlns:a16="http://schemas.microsoft.com/office/drawing/2014/main" id="{6913F379-F487-2D84-F430-FA571D258275}"/>
                  </a:ext>
                </a:extLst>
              </p:cNvPr>
              <p:cNvSpPr txBox="1">
                <a:spLocks noRot="1" noChangeAspect="1" noMove="1" noResize="1" noEditPoints="1" noAdjustHandles="1" noChangeArrowheads="1" noChangeShapeType="1" noTextEdit="1"/>
              </p:cNvSpPr>
              <p:nvPr/>
            </p:nvSpPr>
            <p:spPr>
              <a:xfrm>
                <a:off x="1110578" y="5714422"/>
                <a:ext cx="340734" cy="276999"/>
              </a:xfrm>
              <a:prstGeom prst="rect">
                <a:avLst/>
              </a:prstGeom>
              <a:blipFill>
                <a:blip r:embed="rId14"/>
                <a:stretch>
                  <a:fillRect l="-14286" r="-14286" b="-8696"/>
                </a:stretch>
              </a:blipFill>
            </p:spPr>
            <p:txBody>
              <a:bodyPr/>
              <a:lstStyle/>
              <a:p>
                <a:r>
                  <a:rPr lang="en-US">
                    <a:noFill/>
                  </a:rPr>
                  <a:t> </a:t>
                </a:r>
              </a:p>
            </p:txBody>
          </p:sp>
        </mc:Fallback>
      </mc:AlternateContent>
    </p:spTree>
    <p:extLst>
      <p:ext uri="{BB962C8B-B14F-4D97-AF65-F5344CB8AC3E}">
        <p14:creationId xmlns:p14="http://schemas.microsoft.com/office/powerpoint/2010/main" val="1742612303"/>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44DE7-A1E4-A3BD-1250-0FD547D35DA0}"/>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45B439C9-DC90-F462-4574-841EAC99D146}"/>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74099796-0575-7A5A-483D-0BA3663F16D3}"/>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52F6C992-4298-BB0E-BD12-4C8C397BAD8B}"/>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77EBD05-BB94-4940-5BA0-42AEF003B1FF}"/>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477EBD05-BB94-4940-5BA0-42AEF003B1FF}"/>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9C39B266-6D91-F072-36FF-C65858F90ABA}"/>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49B9C941-B077-0300-4875-5AA9C94BBF76}"/>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31FD28B4-F9F9-02B5-A87F-1CAA95DDE773}"/>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02A25483-5830-CE0B-D9D4-E82D42C5F5FA}"/>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01F44DB6-DDFF-57A3-0A69-725566EECB2F}"/>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3688E36A-015E-9969-1374-9283614793BA}"/>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7375FB9D-916D-7A6E-45A0-1FD67E683CEA}"/>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D43DDF19-D14A-2813-C686-17334F9D3135}"/>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7C486C1D-F9F1-4DED-53CC-AE075387C82A}"/>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0073C66A-6465-DA89-D603-A935B2EB4224}"/>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CEC487C4-549B-67EE-ECBC-72B5E6E3E273}"/>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8728288C-5E8D-6DFD-A99C-E7768011A424}"/>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9BD1B11-F5B3-9D41-55D3-A28FDB506325}"/>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F9BD1B11-F5B3-9D41-55D3-A28FDB506325}"/>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6FAE63E-6FBD-C45D-0A2B-E71497A8857D}"/>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26FAE63E-6FBD-C45D-0A2B-E71497A8857D}"/>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37287E4E-D761-C9B6-82A9-B8D40DDC935E}"/>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37287E4E-D761-C9B6-82A9-B8D40DDC935E}"/>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16A7FF6A-2FEF-8372-A572-59BFABACDF79}"/>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89A7839C-77FD-EDF1-6E37-C228D7F27B01}"/>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74E90529-4E32-478B-2195-6D5712C0D0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B54269D8-F8B2-51DA-552C-520EFDF84C3D}"/>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E2734E78-DF4D-0C17-FFEF-600A31896768}"/>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669025BD-48A9-404B-6ABD-E60AB136A069}"/>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BF60448C-6184-FCE6-4A71-392EFBE9F1A8}"/>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050A7260-40B1-DFF9-863E-2F60F662C597}"/>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73E07E45-D092-C27A-A09C-9B68D4E6AE00}"/>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grpSp>
        <p:nvGrpSpPr>
          <p:cNvPr id="27" name="object 20">
            <a:extLst>
              <a:ext uri="{FF2B5EF4-FFF2-40B4-BE49-F238E27FC236}">
                <a16:creationId xmlns:a16="http://schemas.microsoft.com/office/drawing/2014/main" id="{22402664-E549-FB32-F0CD-5EBEF1E99D6C}"/>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B72C659D-3B7B-4C6F-DA4B-9A9004CBEA7A}"/>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B48BDF80-DC09-6FC2-462B-698E238458EE}"/>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E58F72D7-10E6-5F08-835E-C4EDAB865719}"/>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76F241CC-2DDF-8613-716E-BF45E8D7567F}"/>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285D484E-0D19-5D4B-8813-34CCF91A5183}"/>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A0D254A9-A030-ED81-42AA-CEE0B3AD99DD}"/>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1A129FD1-4FF2-C72F-ECDE-DCE575147815}"/>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CE186176-1392-754B-1875-E317ABBEB36F}"/>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25706038-4C37-62A1-F168-471E0E776AB6}"/>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40C943C6-D37A-25F8-17DA-8FB7AA2128E1}"/>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1EA31BE2-633A-475C-E5DA-E499D1DB8CE0}"/>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6BE2BC04-5D25-D6F7-D422-B81BE733317A}"/>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6BE2BC04-5D25-D6F7-D422-B81BE733317A}"/>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8"/>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6A8795AE-2023-4D3E-5800-E062EA7E5096}"/>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6A8795AE-2023-4D3E-5800-E062EA7E5096}"/>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9"/>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BDD8DDE2-6837-F94D-EB36-77B19314A3D1}"/>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BDD8DDE2-6837-F94D-EB36-77B19314A3D1}"/>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10"/>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C13B2011-981F-D126-20F7-14D3CDB8276A}"/>
                  </a:ext>
                </a:extLst>
              </p:cNvPr>
              <p:cNvSpPr txBox="1"/>
              <p:nvPr/>
            </p:nvSpPr>
            <p:spPr>
              <a:xfrm>
                <a:off x="2271221" y="3205367"/>
                <a:ext cx="4721357"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r>
                        <a:rPr lang="en-US" sz="2500" b="0" i="1" smtClean="0">
                          <a:latin typeface="Cambria Math" panose="02040503050406030204" pitchFamily="18" charset="0"/>
                        </a:rPr>
                        <m:t>=</m:t>
                      </m:r>
                      <m:r>
                        <a:rPr lang="en-US" sz="2500" b="0" i="1" smtClean="0">
                          <a:latin typeface="Cambria Math" panose="02040503050406030204" pitchFamily="18" charset="0"/>
                        </a:rPr>
                        <m:t>𝐷𝑃</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𝛼</m:t>
                          </m:r>
                          <m:r>
                            <a:rPr lang="en-US" sz="2500" b="0" i="1" smtClean="0">
                              <a:latin typeface="Cambria Math" panose="02040503050406030204" pitchFamily="18" charset="0"/>
                            </a:rPr>
                            <m:t>,</m:t>
                          </m:r>
                          <m:r>
                            <a:rPr lang="en-US" sz="2500" b="0" i="1" smtClean="0">
                              <a:latin typeface="Cambria Math" panose="02040503050406030204" pitchFamily="18" charset="0"/>
                            </a:rPr>
                            <m:t>𝑁</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m:rPr>
                                      <m:sty m:val="p"/>
                                    </m:rPr>
                                    <a:rPr lang="en-US" sz="2500" b="0" i="0" smtClean="0">
                                      <a:latin typeface="Cambria Math" panose="02040503050406030204" pitchFamily="18" charset="0"/>
                                    </a:rPr>
                                    <m:t>Σ</m:t>
                                  </m:r>
                                </m:e>
                                <m:sub>
                                  <m:r>
                                    <a:rPr lang="en-US" sz="2500" b="0" i="1" smtClean="0">
                                      <a:latin typeface="Cambria Math" panose="02040503050406030204" pitchFamily="18" charset="0"/>
                                    </a:rPr>
                                    <m:t>0</m:t>
                                  </m:r>
                                </m:sub>
                              </m:sSub>
                            </m:e>
                          </m:d>
                        </m:e>
                      </m:d>
                    </m:oMath>
                  </m:oMathPara>
                </a14:m>
                <a:endParaRPr lang="en-US" sz="2500" dirty="0"/>
              </a:p>
            </p:txBody>
          </p:sp>
        </mc:Choice>
        <mc:Fallback>
          <p:sp>
            <p:nvSpPr>
              <p:cNvPr id="43" name="TextBox 42">
                <a:extLst>
                  <a:ext uri="{FF2B5EF4-FFF2-40B4-BE49-F238E27FC236}">
                    <a16:creationId xmlns:a16="http://schemas.microsoft.com/office/drawing/2014/main" id="{C13B2011-981F-D126-20F7-14D3CDB8276A}"/>
                  </a:ext>
                </a:extLst>
              </p:cNvPr>
              <p:cNvSpPr txBox="1">
                <a:spLocks noRot="1" noChangeAspect="1" noMove="1" noResize="1" noEditPoints="1" noAdjustHandles="1" noChangeArrowheads="1" noChangeShapeType="1" noTextEdit="1"/>
              </p:cNvSpPr>
              <p:nvPr/>
            </p:nvSpPr>
            <p:spPr>
              <a:xfrm>
                <a:off x="2271221" y="3205367"/>
                <a:ext cx="4721357" cy="1048942"/>
              </a:xfrm>
              <a:prstGeom prst="rect">
                <a:avLst/>
              </a:prstGeom>
              <a:blipFill>
                <a:blip r:embed="rId11"/>
                <a:stretch>
                  <a:fillRect l="-11290"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8D8AA8FF-7C30-B3D7-A514-21FDEC99C970}"/>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024CDB3-FF5D-ADB8-A2A6-90AD3F4FDA1E}"/>
                  </a:ext>
                </a:extLst>
              </p:cNvPr>
              <p:cNvSpPr txBox="1"/>
              <p:nvPr/>
            </p:nvSpPr>
            <p:spPr>
              <a:xfrm>
                <a:off x="3254138" y="3289190"/>
                <a:ext cx="2332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46" name="TextBox 45">
                <a:extLst>
                  <a:ext uri="{FF2B5EF4-FFF2-40B4-BE49-F238E27FC236}">
                    <a16:creationId xmlns:a16="http://schemas.microsoft.com/office/drawing/2014/main" id="{5024CDB3-FF5D-ADB8-A2A6-90AD3F4FDA1E}"/>
                  </a:ext>
                </a:extLst>
              </p:cNvPr>
              <p:cNvSpPr txBox="1">
                <a:spLocks noRot="1" noChangeAspect="1" noMove="1" noResize="1" noEditPoints="1" noAdjustHandles="1" noChangeArrowheads="1" noChangeShapeType="1" noTextEdit="1"/>
              </p:cNvSpPr>
              <p:nvPr/>
            </p:nvSpPr>
            <p:spPr>
              <a:xfrm>
                <a:off x="3254138" y="3289190"/>
                <a:ext cx="2332898" cy="369332"/>
              </a:xfrm>
              <a:prstGeom prst="rect">
                <a:avLst/>
              </a:prstGeom>
              <a:blipFill>
                <a:blip r:embed="rId12"/>
                <a:stretch>
                  <a:fillRect/>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58E624A1-46B1-25A4-3142-3A645E44B413}"/>
              </a:ext>
            </a:extLst>
          </p:cNvPr>
          <p:cNvSpPr txBox="1"/>
          <p:nvPr/>
        </p:nvSpPr>
        <p:spPr>
          <a:xfrm>
            <a:off x="7053342" y="3194224"/>
            <a:ext cx="1624740" cy="1015663"/>
          </a:xfrm>
          <a:prstGeom prst="rect">
            <a:avLst/>
          </a:prstGeom>
          <a:noFill/>
        </p:spPr>
        <p:txBody>
          <a:bodyPr wrap="none" rtlCol="0">
            <a:spAutoFit/>
          </a:bodyPr>
          <a:lstStyle/>
          <a:p>
            <a:r>
              <a:rPr lang="en-US" sz="3000" b="1" dirty="0"/>
              <a:t>Dirichlet </a:t>
            </a:r>
          </a:p>
          <a:p>
            <a:r>
              <a:rPr lang="en-US" sz="3000" b="1" dirty="0"/>
              <a:t>Process</a:t>
            </a: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A98BE2FE-6244-D968-13CC-F1C42D52CAA3}"/>
                  </a:ext>
                </a:extLst>
              </p:cNvPr>
              <p:cNvSpPr txBox="1"/>
              <p:nvPr/>
            </p:nvSpPr>
            <p:spPr>
              <a:xfrm>
                <a:off x="-1062004" y="5791007"/>
                <a:ext cx="6569242"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m:rPr>
                              <m:sty m:val="p"/>
                            </m:rPr>
                            <a:rPr lang="en-US" sz="2500" b="0" i="1" smtClean="0">
                              <a:latin typeface="Cambria Math" panose="02040503050406030204" pitchFamily="18" charset="0"/>
                            </a:rPr>
                            <m:t>z</m:t>
                          </m:r>
                        </m:e>
                        <m:sub>
                          <m:r>
                            <m:rPr>
                              <m:sty m:val="p"/>
                            </m:rPr>
                            <a:rPr lang="en-US" sz="2500" b="0" i="1" smtClean="0">
                              <a:latin typeface="Cambria Math" panose="02040503050406030204" pitchFamily="18" charset="0"/>
                            </a:rPr>
                            <m:t>n</m:t>
                          </m:r>
                        </m:sub>
                      </m:sSub>
                      <m:r>
                        <a:rPr lang="en-US" sz="2500" b="0" i="1" smtClean="0">
                          <a:latin typeface="Cambria Math" panose="02040503050406030204" pitchFamily="18" charset="0"/>
                        </a:rPr>
                        <m:t>∼</m:t>
                      </m:r>
                      <m:r>
                        <a:rPr lang="en-US" sz="2500" b="0" i="1" smtClean="0">
                          <a:latin typeface="Cambria Math" panose="02040503050406030204" pitchFamily="18" charset="0"/>
                        </a:rPr>
                        <m:t>𝐶𝑎𝑡𝑒𝑔𝑜𝑟𝑖𝑐𝑎𝑙</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𝜌</m:t>
                          </m:r>
                        </m:e>
                      </m:d>
                    </m:oMath>
                  </m:oMathPara>
                </a14:m>
                <a:endParaRPr lang="en-US" sz="2500" dirty="0"/>
              </a:p>
            </p:txBody>
          </p:sp>
        </mc:Choice>
        <mc:Fallback>
          <p:sp>
            <p:nvSpPr>
              <p:cNvPr id="48" name="TextBox 47">
                <a:extLst>
                  <a:ext uri="{FF2B5EF4-FFF2-40B4-BE49-F238E27FC236}">
                    <a16:creationId xmlns:a16="http://schemas.microsoft.com/office/drawing/2014/main" id="{A98BE2FE-6244-D968-13CC-F1C42D52CAA3}"/>
                  </a:ext>
                </a:extLst>
              </p:cNvPr>
              <p:cNvSpPr txBox="1">
                <a:spLocks noRot="1" noChangeAspect="1" noMove="1" noResize="1" noEditPoints="1" noAdjustHandles="1" noChangeArrowheads="1" noChangeShapeType="1" noTextEdit="1"/>
              </p:cNvSpPr>
              <p:nvPr/>
            </p:nvSpPr>
            <p:spPr>
              <a:xfrm>
                <a:off x="-1062004" y="5791007"/>
                <a:ext cx="6569242" cy="477054"/>
              </a:xfrm>
              <a:prstGeom prst="rect">
                <a:avLst/>
              </a:prstGeom>
              <a:blipFill>
                <a:blip r:embed="rId13"/>
                <a:stretch>
                  <a:fillRect b="-131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48031649-E17F-D45B-8DC7-104502CB0264}"/>
                  </a:ext>
                </a:extLst>
              </p:cNvPr>
              <p:cNvSpPr txBox="1"/>
              <p:nvPr/>
            </p:nvSpPr>
            <p:spPr>
              <a:xfrm>
                <a:off x="1110578" y="5714422"/>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49" name="TextBox 48">
                <a:extLst>
                  <a:ext uri="{FF2B5EF4-FFF2-40B4-BE49-F238E27FC236}">
                    <a16:creationId xmlns:a16="http://schemas.microsoft.com/office/drawing/2014/main" id="{48031649-E17F-D45B-8DC7-104502CB0264}"/>
                  </a:ext>
                </a:extLst>
              </p:cNvPr>
              <p:cNvSpPr txBox="1">
                <a:spLocks noRot="1" noChangeAspect="1" noMove="1" noResize="1" noEditPoints="1" noAdjustHandles="1" noChangeArrowheads="1" noChangeShapeType="1" noTextEdit="1"/>
              </p:cNvSpPr>
              <p:nvPr/>
            </p:nvSpPr>
            <p:spPr>
              <a:xfrm>
                <a:off x="1110578" y="5714422"/>
                <a:ext cx="340734" cy="276999"/>
              </a:xfrm>
              <a:prstGeom prst="rect">
                <a:avLst/>
              </a:prstGeom>
              <a:blipFill>
                <a:blip r:embed="rId14"/>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0DB6C095-FCEE-37D7-BD71-A23E564E5033}"/>
                  </a:ext>
                </a:extLst>
              </p:cNvPr>
              <p:cNvSpPr txBox="1"/>
              <p:nvPr/>
            </p:nvSpPr>
            <p:spPr>
              <a:xfrm>
                <a:off x="1789789" y="26529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0" name="TextBox 49">
                <a:extLst>
                  <a:ext uri="{FF2B5EF4-FFF2-40B4-BE49-F238E27FC236}">
                    <a16:creationId xmlns:a16="http://schemas.microsoft.com/office/drawing/2014/main" id="{0DB6C095-FCEE-37D7-BD71-A23E564E5033}"/>
                  </a:ext>
                </a:extLst>
              </p:cNvPr>
              <p:cNvSpPr txBox="1">
                <a:spLocks noRot="1" noChangeAspect="1" noMove="1" noResize="1" noEditPoints="1" noAdjustHandles="1" noChangeArrowheads="1" noChangeShapeType="1" noTextEdit="1"/>
              </p:cNvSpPr>
              <p:nvPr/>
            </p:nvSpPr>
            <p:spPr>
              <a:xfrm>
                <a:off x="1789789" y="2652936"/>
                <a:ext cx="340734" cy="276999"/>
              </a:xfrm>
              <a:prstGeom prst="rect">
                <a:avLst/>
              </a:prstGeom>
              <a:blipFill>
                <a:blip r:embed="rId6"/>
                <a:stretch>
                  <a:fillRect l="-18519" r="-14815"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00E5EC88-B067-872D-499C-19EA6493B35F}"/>
                  </a:ext>
                </a:extLst>
              </p:cNvPr>
              <p:cNvSpPr txBox="1"/>
              <p:nvPr/>
            </p:nvSpPr>
            <p:spPr>
              <a:xfrm>
                <a:off x="532797" y="6542641"/>
                <a:ext cx="1689820"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500" b="0" i="1" smtClean="0">
                              <a:latin typeface="Cambria Math" panose="02040503050406030204" pitchFamily="18" charset="0"/>
                            </a:rPr>
                          </m:ctrlPr>
                        </m:sSubSupPr>
                        <m:e>
                          <m:r>
                            <a:rPr lang="en-US" sz="2500" b="0" i="1" smtClean="0">
                              <a:latin typeface="Cambria Math" panose="02040503050406030204" pitchFamily="18" charset="0"/>
                            </a:rPr>
                            <m:t>𝜇</m:t>
                          </m:r>
                        </m:e>
                        <m:sub>
                          <m:r>
                            <m:rPr>
                              <m:sty m:val="p"/>
                            </m:rPr>
                            <a:rPr lang="en-US" sz="2500" b="0" i="1" smtClean="0">
                              <a:latin typeface="Cambria Math" panose="02040503050406030204" pitchFamily="18" charset="0"/>
                            </a:rPr>
                            <m:t>n</m:t>
                          </m:r>
                        </m:sub>
                        <m:sup>
                          <m:r>
                            <a:rPr lang="en-US" sz="2500" b="0" i="1" smtClean="0">
                              <a:latin typeface="Cambria Math" panose="02040503050406030204" pitchFamily="18" charset="0"/>
                            </a:rPr>
                            <m:t>∗</m:t>
                          </m:r>
                        </m:sup>
                      </m:sSubSup>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𝑧</m:t>
                          </m:r>
                        </m:sub>
                      </m:sSub>
                      <m:r>
                        <a:rPr lang="en-US" sz="2500" b="0" i="1" smtClean="0">
                          <a:latin typeface="Cambria Math" panose="02040503050406030204" pitchFamily="18" charset="0"/>
                        </a:rPr>
                        <m:t>,</m:t>
                      </m:r>
                    </m:oMath>
                  </m:oMathPara>
                </a14:m>
                <a:endParaRPr lang="en-US" sz="2500" b="0" dirty="0"/>
              </a:p>
            </p:txBody>
          </p:sp>
        </mc:Choice>
        <mc:Fallback>
          <p:sp>
            <p:nvSpPr>
              <p:cNvPr id="45" name="TextBox 44">
                <a:extLst>
                  <a:ext uri="{FF2B5EF4-FFF2-40B4-BE49-F238E27FC236}">
                    <a16:creationId xmlns:a16="http://schemas.microsoft.com/office/drawing/2014/main" id="{00E5EC88-B067-872D-499C-19EA6493B35F}"/>
                  </a:ext>
                </a:extLst>
              </p:cNvPr>
              <p:cNvSpPr txBox="1">
                <a:spLocks noRot="1" noChangeAspect="1" noMove="1" noResize="1" noEditPoints="1" noAdjustHandles="1" noChangeArrowheads="1" noChangeShapeType="1" noTextEdit="1"/>
              </p:cNvSpPr>
              <p:nvPr/>
            </p:nvSpPr>
            <p:spPr>
              <a:xfrm>
                <a:off x="532797" y="6542641"/>
                <a:ext cx="1689820" cy="477054"/>
              </a:xfrm>
              <a:prstGeom prst="rect">
                <a:avLst/>
              </a:prstGeom>
              <a:blipFill>
                <a:blip r:embed="rId15"/>
                <a:stretch>
                  <a:fillRect b="-7895"/>
                </a:stretch>
              </a:blipFill>
            </p:spPr>
            <p:txBody>
              <a:bodyPr/>
              <a:lstStyle/>
              <a:p>
                <a:r>
                  <a:rPr lang="en-US">
                    <a:noFill/>
                  </a:rPr>
                  <a:t> </a:t>
                </a:r>
              </a:p>
            </p:txBody>
          </p:sp>
        </mc:Fallback>
      </mc:AlternateContent>
    </p:spTree>
    <p:extLst>
      <p:ext uri="{BB962C8B-B14F-4D97-AF65-F5344CB8AC3E}">
        <p14:creationId xmlns:p14="http://schemas.microsoft.com/office/powerpoint/2010/main" val="1016393946"/>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F21D8-A1BF-4A86-4738-AB5F1A746A8D}"/>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B179EFC6-FE75-9419-9B01-7A860206CBE2}"/>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3A57D7FD-5BB0-46DF-7602-DDFE2CD61E89}"/>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115E2943-3ADB-1CB0-FE0B-12D76D7CB24C}"/>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68AD9A9-B07F-D238-1F1E-755535090AFF}"/>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768AD9A9-B07F-D238-1F1E-755535090AFF}"/>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6B8F7FE3-8C8D-ADE4-2E64-682853620EC9}"/>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A989D6CE-FC3A-8686-20FC-4DCE85FE9919}"/>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1CB1A28C-F34A-6DB8-6EBB-8E8D9F3E5CAE}"/>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617F5010-E07C-1DEE-1B3D-95BCA47D0D4B}"/>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1251A96E-D7E4-7495-486E-F5C62F20D38E}"/>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B4E91FAD-5AED-B2E2-AD44-37ED7E062821}"/>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A8BB86F3-497A-5D0F-1977-C55CC2BA11C8}"/>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5C86DB42-5CC4-0852-640A-9E1798CB259B}"/>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66A5F692-65C4-70AB-6EB9-EDEAF4E20DF2}"/>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33BA24FB-EF01-8F27-31EB-6450452F1BF6}"/>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A1148CEF-5E53-CFB1-CAD4-201D883A61FE}"/>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0E46C453-6A82-E0F7-F95E-6B1DA9DC011A}"/>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DEC081A-7AD4-8CD4-03F3-C7699E4396DB}"/>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9DEC081A-7AD4-8CD4-03F3-C7699E4396DB}"/>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5349E520-BD7C-AA17-2F0A-2111032E8DAB}"/>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5349E520-BD7C-AA17-2F0A-2111032E8DAB}"/>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77F08E3-E5D0-1148-0E64-3A5430D1ADF7}"/>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677F08E3-E5D0-1148-0E64-3A5430D1ADF7}"/>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960E5D9A-EF8E-397B-1792-6F597F39B04E}"/>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2470BC57-2E70-311C-FDEF-23667A7DECB9}"/>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A7084778-2A2B-6CD7-4256-1BEB4D20C0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7E4B2316-C8A7-2D63-E20D-6291E072A3F5}"/>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70EDFCAB-C086-7A00-E992-5E1B33C86FEE}"/>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0D670038-AB06-FEBD-15F4-D75BF968D725}"/>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26BC189F-005D-AF06-8438-ADC92C8CE73C}"/>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DD270D36-2256-ED91-B9C4-E8BC7E18959F}"/>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6C8FEC8E-203D-C8C2-57B5-1F8CE099869B}"/>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grpSp>
        <p:nvGrpSpPr>
          <p:cNvPr id="27" name="object 20">
            <a:extLst>
              <a:ext uri="{FF2B5EF4-FFF2-40B4-BE49-F238E27FC236}">
                <a16:creationId xmlns:a16="http://schemas.microsoft.com/office/drawing/2014/main" id="{49A3D02F-3833-05B0-E336-DCC82BF8AE1D}"/>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F4762D28-BB7F-09BB-B0D0-2762A56E6D02}"/>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6B60318C-9F91-683A-AC16-DAE5A760FA91}"/>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47AC39A1-0238-AF15-D66D-A7D660A5449F}"/>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D8ED3E87-824F-3022-70F6-1298CBF447CB}"/>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149D1DC8-8D97-A0C2-9390-3E3972AF33ED}"/>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B2D648AD-100C-A1B5-EDBD-3764DE0A528D}"/>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CDBDA8E3-B90C-F1AD-7C33-30F82EE410CB}"/>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4B84624C-0D07-E832-4A8D-86760BDC3A46}"/>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56B3F7E8-8F2B-B32C-F181-4548132990E3}"/>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55E868F4-90B7-E821-3194-3988E2AC0826}"/>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5A5E8924-06E4-DA0A-5A5D-47C78DB49EAE}"/>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B552CD64-C273-A767-7253-D1A0FE5C162A}"/>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B552CD64-C273-A767-7253-D1A0FE5C162A}"/>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8"/>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6FD2AD9B-2F1A-81DA-0D4C-4E9884F34C8F}"/>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6FD2AD9B-2F1A-81DA-0D4C-4E9884F34C8F}"/>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9"/>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B1DCDA2C-7AFD-DE85-BF98-157B54E537F4}"/>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B1DCDA2C-7AFD-DE85-BF98-157B54E537F4}"/>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10"/>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487A4150-89A6-FB8F-224F-DE916E16E1B6}"/>
                  </a:ext>
                </a:extLst>
              </p:cNvPr>
              <p:cNvSpPr txBox="1"/>
              <p:nvPr/>
            </p:nvSpPr>
            <p:spPr>
              <a:xfrm>
                <a:off x="2271221" y="3205367"/>
                <a:ext cx="4721357"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r>
                        <a:rPr lang="en-US" sz="2500" b="0" i="1" smtClean="0">
                          <a:latin typeface="Cambria Math" panose="02040503050406030204" pitchFamily="18" charset="0"/>
                        </a:rPr>
                        <m:t>=</m:t>
                      </m:r>
                      <m:r>
                        <a:rPr lang="en-US" sz="2500" b="0" i="1" smtClean="0">
                          <a:latin typeface="Cambria Math" panose="02040503050406030204" pitchFamily="18" charset="0"/>
                        </a:rPr>
                        <m:t>𝐷𝑃</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𝛼</m:t>
                          </m:r>
                          <m:r>
                            <a:rPr lang="en-US" sz="2500" b="0" i="1" smtClean="0">
                              <a:latin typeface="Cambria Math" panose="02040503050406030204" pitchFamily="18" charset="0"/>
                            </a:rPr>
                            <m:t>,</m:t>
                          </m:r>
                          <m:r>
                            <a:rPr lang="en-US" sz="2500" b="0" i="1" smtClean="0">
                              <a:latin typeface="Cambria Math" panose="02040503050406030204" pitchFamily="18" charset="0"/>
                            </a:rPr>
                            <m:t>𝑁</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m:rPr>
                                      <m:sty m:val="p"/>
                                    </m:rPr>
                                    <a:rPr lang="en-US" sz="2500" b="0" i="0" smtClean="0">
                                      <a:latin typeface="Cambria Math" panose="02040503050406030204" pitchFamily="18" charset="0"/>
                                    </a:rPr>
                                    <m:t>Σ</m:t>
                                  </m:r>
                                </m:e>
                                <m:sub>
                                  <m:r>
                                    <a:rPr lang="en-US" sz="2500" b="0" i="1" smtClean="0">
                                      <a:latin typeface="Cambria Math" panose="02040503050406030204" pitchFamily="18" charset="0"/>
                                    </a:rPr>
                                    <m:t>0</m:t>
                                  </m:r>
                                </m:sub>
                              </m:sSub>
                            </m:e>
                          </m:d>
                        </m:e>
                      </m:d>
                    </m:oMath>
                  </m:oMathPara>
                </a14:m>
                <a:endParaRPr lang="en-US" sz="2500" dirty="0"/>
              </a:p>
            </p:txBody>
          </p:sp>
        </mc:Choice>
        <mc:Fallback>
          <p:sp>
            <p:nvSpPr>
              <p:cNvPr id="43" name="TextBox 42">
                <a:extLst>
                  <a:ext uri="{FF2B5EF4-FFF2-40B4-BE49-F238E27FC236}">
                    <a16:creationId xmlns:a16="http://schemas.microsoft.com/office/drawing/2014/main" id="{487A4150-89A6-FB8F-224F-DE916E16E1B6}"/>
                  </a:ext>
                </a:extLst>
              </p:cNvPr>
              <p:cNvSpPr txBox="1">
                <a:spLocks noRot="1" noChangeAspect="1" noMove="1" noResize="1" noEditPoints="1" noAdjustHandles="1" noChangeArrowheads="1" noChangeShapeType="1" noTextEdit="1"/>
              </p:cNvSpPr>
              <p:nvPr/>
            </p:nvSpPr>
            <p:spPr>
              <a:xfrm>
                <a:off x="2271221" y="3205367"/>
                <a:ext cx="4721357" cy="1048942"/>
              </a:xfrm>
              <a:prstGeom prst="rect">
                <a:avLst/>
              </a:prstGeom>
              <a:blipFill>
                <a:blip r:embed="rId11"/>
                <a:stretch>
                  <a:fillRect l="-11290"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67A1C9C7-0132-79C9-44ED-0D923B45D32A}"/>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E2153724-8A6D-8C53-A2D8-0D186417C4FC}"/>
                  </a:ext>
                </a:extLst>
              </p:cNvPr>
              <p:cNvSpPr txBox="1"/>
              <p:nvPr/>
            </p:nvSpPr>
            <p:spPr>
              <a:xfrm>
                <a:off x="3254138" y="3289190"/>
                <a:ext cx="2332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46" name="TextBox 45">
                <a:extLst>
                  <a:ext uri="{FF2B5EF4-FFF2-40B4-BE49-F238E27FC236}">
                    <a16:creationId xmlns:a16="http://schemas.microsoft.com/office/drawing/2014/main" id="{E2153724-8A6D-8C53-A2D8-0D186417C4FC}"/>
                  </a:ext>
                </a:extLst>
              </p:cNvPr>
              <p:cNvSpPr txBox="1">
                <a:spLocks noRot="1" noChangeAspect="1" noMove="1" noResize="1" noEditPoints="1" noAdjustHandles="1" noChangeArrowheads="1" noChangeShapeType="1" noTextEdit="1"/>
              </p:cNvSpPr>
              <p:nvPr/>
            </p:nvSpPr>
            <p:spPr>
              <a:xfrm>
                <a:off x="3254138" y="3289190"/>
                <a:ext cx="2332898" cy="369332"/>
              </a:xfrm>
              <a:prstGeom prst="rect">
                <a:avLst/>
              </a:prstGeom>
              <a:blipFill>
                <a:blip r:embed="rId12"/>
                <a:stretch>
                  <a:fillRect/>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F2C530FA-B57A-44D8-DCD6-38A79D3CF54B}"/>
              </a:ext>
            </a:extLst>
          </p:cNvPr>
          <p:cNvSpPr txBox="1"/>
          <p:nvPr/>
        </p:nvSpPr>
        <p:spPr>
          <a:xfrm>
            <a:off x="7053342" y="3194224"/>
            <a:ext cx="1624740" cy="1015663"/>
          </a:xfrm>
          <a:prstGeom prst="rect">
            <a:avLst/>
          </a:prstGeom>
          <a:noFill/>
        </p:spPr>
        <p:txBody>
          <a:bodyPr wrap="none" rtlCol="0">
            <a:spAutoFit/>
          </a:bodyPr>
          <a:lstStyle/>
          <a:p>
            <a:r>
              <a:rPr lang="en-US" sz="3000" b="1" dirty="0"/>
              <a:t>Dirichlet </a:t>
            </a:r>
          </a:p>
          <a:p>
            <a:r>
              <a:rPr lang="en-US" sz="3000" b="1" dirty="0"/>
              <a:t>Process</a:t>
            </a: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279CF6BB-0A72-A935-B102-292DAC5444A7}"/>
                  </a:ext>
                </a:extLst>
              </p:cNvPr>
              <p:cNvSpPr txBox="1"/>
              <p:nvPr/>
            </p:nvSpPr>
            <p:spPr>
              <a:xfrm>
                <a:off x="-1062004" y="5791007"/>
                <a:ext cx="6569242"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m:rPr>
                              <m:sty m:val="p"/>
                            </m:rPr>
                            <a:rPr lang="en-US" sz="2500" b="0" i="1" smtClean="0">
                              <a:latin typeface="Cambria Math" panose="02040503050406030204" pitchFamily="18" charset="0"/>
                            </a:rPr>
                            <m:t>z</m:t>
                          </m:r>
                        </m:e>
                        <m:sub>
                          <m:r>
                            <m:rPr>
                              <m:sty m:val="p"/>
                            </m:rPr>
                            <a:rPr lang="en-US" sz="2500" b="0" i="1" smtClean="0">
                              <a:latin typeface="Cambria Math" panose="02040503050406030204" pitchFamily="18" charset="0"/>
                            </a:rPr>
                            <m:t>n</m:t>
                          </m:r>
                        </m:sub>
                      </m:sSub>
                      <m:r>
                        <a:rPr lang="en-US" sz="2500" b="0" i="1" smtClean="0">
                          <a:latin typeface="Cambria Math" panose="02040503050406030204" pitchFamily="18" charset="0"/>
                        </a:rPr>
                        <m:t>∼</m:t>
                      </m:r>
                      <m:r>
                        <a:rPr lang="en-US" sz="2500" b="0" i="1" smtClean="0">
                          <a:latin typeface="Cambria Math" panose="02040503050406030204" pitchFamily="18" charset="0"/>
                        </a:rPr>
                        <m:t>𝐶𝑎𝑡𝑒𝑔𝑜𝑟𝑖𝑐𝑎𝑙</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𝜌</m:t>
                          </m:r>
                        </m:e>
                      </m:d>
                    </m:oMath>
                  </m:oMathPara>
                </a14:m>
                <a:endParaRPr lang="en-US" sz="2500" dirty="0"/>
              </a:p>
            </p:txBody>
          </p:sp>
        </mc:Choice>
        <mc:Fallback>
          <p:sp>
            <p:nvSpPr>
              <p:cNvPr id="48" name="TextBox 47">
                <a:extLst>
                  <a:ext uri="{FF2B5EF4-FFF2-40B4-BE49-F238E27FC236}">
                    <a16:creationId xmlns:a16="http://schemas.microsoft.com/office/drawing/2014/main" id="{279CF6BB-0A72-A935-B102-292DAC5444A7}"/>
                  </a:ext>
                </a:extLst>
              </p:cNvPr>
              <p:cNvSpPr txBox="1">
                <a:spLocks noRot="1" noChangeAspect="1" noMove="1" noResize="1" noEditPoints="1" noAdjustHandles="1" noChangeArrowheads="1" noChangeShapeType="1" noTextEdit="1"/>
              </p:cNvSpPr>
              <p:nvPr/>
            </p:nvSpPr>
            <p:spPr>
              <a:xfrm>
                <a:off x="-1062004" y="5791007"/>
                <a:ext cx="6569242" cy="477054"/>
              </a:xfrm>
              <a:prstGeom prst="rect">
                <a:avLst/>
              </a:prstGeom>
              <a:blipFill>
                <a:blip r:embed="rId13"/>
                <a:stretch>
                  <a:fillRect b="-131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02FD3D5A-E13A-2D6E-B3E6-F14658A56B97}"/>
                  </a:ext>
                </a:extLst>
              </p:cNvPr>
              <p:cNvSpPr txBox="1"/>
              <p:nvPr/>
            </p:nvSpPr>
            <p:spPr>
              <a:xfrm>
                <a:off x="1110578" y="5714422"/>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49" name="TextBox 48">
                <a:extLst>
                  <a:ext uri="{FF2B5EF4-FFF2-40B4-BE49-F238E27FC236}">
                    <a16:creationId xmlns:a16="http://schemas.microsoft.com/office/drawing/2014/main" id="{02FD3D5A-E13A-2D6E-B3E6-F14658A56B97}"/>
                  </a:ext>
                </a:extLst>
              </p:cNvPr>
              <p:cNvSpPr txBox="1">
                <a:spLocks noRot="1" noChangeAspect="1" noMove="1" noResize="1" noEditPoints="1" noAdjustHandles="1" noChangeArrowheads="1" noChangeShapeType="1" noTextEdit="1"/>
              </p:cNvSpPr>
              <p:nvPr/>
            </p:nvSpPr>
            <p:spPr>
              <a:xfrm>
                <a:off x="1110578" y="5714422"/>
                <a:ext cx="340734" cy="276999"/>
              </a:xfrm>
              <a:prstGeom prst="rect">
                <a:avLst/>
              </a:prstGeom>
              <a:blipFill>
                <a:blip r:embed="rId14"/>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44BFD42A-37D8-4DCC-9D76-5A7E621B2F07}"/>
                  </a:ext>
                </a:extLst>
              </p:cNvPr>
              <p:cNvSpPr txBox="1"/>
              <p:nvPr/>
            </p:nvSpPr>
            <p:spPr>
              <a:xfrm>
                <a:off x="1789789" y="26529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0" name="TextBox 49">
                <a:extLst>
                  <a:ext uri="{FF2B5EF4-FFF2-40B4-BE49-F238E27FC236}">
                    <a16:creationId xmlns:a16="http://schemas.microsoft.com/office/drawing/2014/main" id="{44BFD42A-37D8-4DCC-9D76-5A7E621B2F07}"/>
                  </a:ext>
                </a:extLst>
              </p:cNvPr>
              <p:cNvSpPr txBox="1">
                <a:spLocks noRot="1" noChangeAspect="1" noMove="1" noResize="1" noEditPoints="1" noAdjustHandles="1" noChangeArrowheads="1" noChangeShapeType="1" noTextEdit="1"/>
              </p:cNvSpPr>
              <p:nvPr/>
            </p:nvSpPr>
            <p:spPr>
              <a:xfrm>
                <a:off x="1789789" y="2652936"/>
                <a:ext cx="340734" cy="276999"/>
              </a:xfrm>
              <a:prstGeom prst="rect">
                <a:avLst/>
              </a:prstGeom>
              <a:blipFill>
                <a:blip r:embed="rId6"/>
                <a:stretch>
                  <a:fillRect l="-18519" r="-14815"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325AA66B-A645-E6B7-BE45-61C3E8E212AC}"/>
                  </a:ext>
                </a:extLst>
              </p:cNvPr>
              <p:cNvSpPr txBox="1"/>
              <p:nvPr/>
            </p:nvSpPr>
            <p:spPr>
              <a:xfrm>
                <a:off x="532797" y="6542641"/>
                <a:ext cx="1689820"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500" b="0" i="1" smtClean="0">
                              <a:latin typeface="Cambria Math" panose="02040503050406030204" pitchFamily="18" charset="0"/>
                            </a:rPr>
                          </m:ctrlPr>
                        </m:sSubSupPr>
                        <m:e>
                          <m:r>
                            <a:rPr lang="en-US" sz="2500" b="0" i="1" smtClean="0">
                              <a:latin typeface="Cambria Math" panose="02040503050406030204" pitchFamily="18" charset="0"/>
                            </a:rPr>
                            <m:t>𝜇</m:t>
                          </m:r>
                        </m:e>
                        <m:sub>
                          <m:r>
                            <m:rPr>
                              <m:sty m:val="p"/>
                            </m:rPr>
                            <a:rPr lang="en-US" sz="2500" b="0" i="1" smtClean="0">
                              <a:latin typeface="Cambria Math" panose="02040503050406030204" pitchFamily="18" charset="0"/>
                            </a:rPr>
                            <m:t>n</m:t>
                          </m:r>
                        </m:sub>
                        <m:sup>
                          <m:r>
                            <a:rPr lang="en-US" sz="2500" b="0" i="1" smtClean="0">
                              <a:latin typeface="Cambria Math" panose="02040503050406030204" pitchFamily="18" charset="0"/>
                            </a:rPr>
                            <m:t>∗</m:t>
                          </m:r>
                        </m:sup>
                      </m:sSubSup>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𝑧</m:t>
                          </m:r>
                        </m:sub>
                      </m:sSub>
                      <m:r>
                        <a:rPr lang="en-US" sz="2500" b="0" i="1" smtClean="0">
                          <a:latin typeface="Cambria Math" panose="02040503050406030204" pitchFamily="18" charset="0"/>
                        </a:rPr>
                        <m:t>,</m:t>
                      </m:r>
                    </m:oMath>
                  </m:oMathPara>
                </a14:m>
                <a:endParaRPr lang="en-US" sz="2500" b="0" dirty="0"/>
              </a:p>
            </p:txBody>
          </p:sp>
        </mc:Choice>
        <mc:Fallback>
          <p:sp>
            <p:nvSpPr>
              <p:cNvPr id="45" name="TextBox 44">
                <a:extLst>
                  <a:ext uri="{FF2B5EF4-FFF2-40B4-BE49-F238E27FC236}">
                    <a16:creationId xmlns:a16="http://schemas.microsoft.com/office/drawing/2014/main" id="{325AA66B-A645-E6B7-BE45-61C3E8E212AC}"/>
                  </a:ext>
                </a:extLst>
              </p:cNvPr>
              <p:cNvSpPr txBox="1">
                <a:spLocks noRot="1" noChangeAspect="1" noMove="1" noResize="1" noEditPoints="1" noAdjustHandles="1" noChangeArrowheads="1" noChangeShapeType="1" noTextEdit="1"/>
              </p:cNvSpPr>
              <p:nvPr/>
            </p:nvSpPr>
            <p:spPr>
              <a:xfrm>
                <a:off x="532797" y="6542641"/>
                <a:ext cx="1689820" cy="477054"/>
              </a:xfrm>
              <a:prstGeom prst="rect">
                <a:avLst/>
              </a:prstGeom>
              <a:blipFill>
                <a:blip r:embed="rId15"/>
                <a:stretch>
                  <a:fillRect b="-7895"/>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91194F40-1DF9-D3BC-7E0B-6FAA8A190F45}"/>
              </a:ext>
            </a:extLst>
          </p:cNvPr>
          <p:cNvSpPr txBox="1"/>
          <p:nvPr/>
        </p:nvSpPr>
        <p:spPr>
          <a:xfrm>
            <a:off x="601909" y="7435105"/>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2F689038-DB17-51D1-7D27-C88A1E497AA8}"/>
                  </a:ext>
                </a:extLst>
              </p:cNvPr>
              <p:cNvSpPr txBox="1"/>
              <p:nvPr/>
            </p:nvSpPr>
            <p:spPr>
              <a:xfrm>
                <a:off x="1564318" y="7273350"/>
                <a:ext cx="1689820"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𝜇</m:t>
                          </m:r>
                        </m:e>
                        <m:sub>
                          <m:r>
                            <m:rPr>
                              <m:sty m:val="p"/>
                            </m:rPr>
                            <a:rPr lang="en-US" sz="3000" b="0" i="1" smtClean="0">
                              <a:latin typeface="Cambria Math" panose="02040503050406030204" pitchFamily="18" charset="0"/>
                            </a:rPr>
                            <m:t>n</m:t>
                          </m:r>
                        </m:sub>
                        <m:sup>
                          <m:r>
                            <a:rPr lang="en-US" sz="3000" b="0" i="1" smtClean="0">
                              <a:latin typeface="Cambria Math" panose="02040503050406030204" pitchFamily="18" charset="0"/>
                            </a:rPr>
                            <m:t>∗</m:t>
                          </m:r>
                        </m:sup>
                      </m:sSubSup>
                      <m:r>
                        <a:rPr lang="en-US" sz="3000" b="0" i="1" smtClean="0">
                          <a:latin typeface="Cambria Math" panose="02040503050406030204" pitchFamily="18" charset="0"/>
                        </a:rPr>
                        <m:t> ∼</m:t>
                      </m:r>
                      <m:r>
                        <a:rPr lang="en-US" sz="3000" b="0" i="1" smtClean="0">
                          <a:latin typeface="Cambria Math" panose="02040503050406030204" pitchFamily="18" charset="0"/>
                        </a:rPr>
                        <m:t>𝐺</m:t>
                      </m:r>
                      <m:r>
                        <a:rPr lang="en-US" sz="3000" b="0" i="1" smtClean="0">
                          <a:latin typeface="Cambria Math" panose="02040503050406030204" pitchFamily="18" charset="0"/>
                        </a:rPr>
                        <m:t>,</m:t>
                      </m:r>
                    </m:oMath>
                  </m:oMathPara>
                </a14:m>
                <a:endParaRPr lang="en-US" sz="3000" b="0" dirty="0"/>
              </a:p>
            </p:txBody>
          </p:sp>
        </mc:Choice>
        <mc:Fallback>
          <p:sp>
            <p:nvSpPr>
              <p:cNvPr id="52" name="TextBox 51">
                <a:extLst>
                  <a:ext uri="{FF2B5EF4-FFF2-40B4-BE49-F238E27FC236}">
                    <a16:creationId xmlns:a16="http://schemas.microsoft.com/office/drawing/2014/main" id="{2F689038-DB17-51D1-7D27-C88A1E497AA8}"/>
                  </a:ext>
                </a:extLst>
              </p:cNvPr>
              <p:cNvSpPr txBox="1">
                <a:spLocks noRot="1" noChangeAspect="1" noMove="1" noResize="1" noEditPoints="1" noAdjustHandles="1" noChangeArrowheads="1" noChangeShapeType="1" noTextEdit="1"/>
              </p:cNvSpPr>
              <p:nvPr/>
            </p:nvSpPr>
            <p:spPr>
              <a:xfrm>
                <a:off x="1564318" y="7273350"/>
                <a:ext cx="1689820" cy="553998"/>
              </a:xfrm>
              <a:prstGeom prst="rect">
                <a:avLst/>
              </a:prstGeom>
              <a:blipFill>
                <a:blip r:embed="rId16"/>
                <a:stretch>
                  <a:fillRect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E59B7DDD-4A8C-EC80-732F-3365CCFD1C30}"/>
                  </a:ext>
                </a:extLst>
              </p:cNvPr>
              <p:cNvSpPr txBox="1"/>
              <p:nvPr/>
            </p:nvSpPr>
            <p:spPr>
              <a:xfrm>
                <a:off x="1476761" y="7109609"/>
                <a:ext cx="205658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4" name="TextBox 53">
                <a:extLst>
                  <a:ext uri="{FF2B5EF4-FFF2-40B4-BE49-F238E27FC236}">
                    <a16:creationId xmlns:a16="http://schemas.microsoft.com/office/drawing/2014/main" id="{E59B7DDD-4A8C-EC80-732F-3365CCFD1C30}"/>
                  </a:ext>
                </a:extLst>
              </p:cNvPr>
              <p:cNvSpPr txBox="1">
                <a:spLocks noRot="1" noChangeAspect="1" noMove="1" noResize="1" noEditPoints="1" noAdjustHandles="1" noChangeArrowheads="1" noChangeShapeType="1" noTextEdit="1"/>
              </p:cNvSpPr>
              <p:nvPr/>
            </p:nvSpPr>
            <p:spPr>
              <a:xfrm>
                <a:off x="1476761" y="7109609"/>
                <a:ext cx="2056581" cy="369332"/>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91214550"/>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02F7-1875-BDC8-BDDD-251E041E381F}"/>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24B7D63D-629F-0C16-8F72-0F13FE651271}"/>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3CCCFAED-8765-3EA4-B318-991C86991B68}"/>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CB5DC468-46D5-28BB-86EE-116B63DE6CED}"/>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929BACA8-78E2-DED3-C323-A4E1410798F0}"/>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929BACA8-78E2-DED3-C323-A4E1410798F0}"/>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6C215030-3083-21FE-09C3-E204E119748B}"/>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52B38E7A-1EFD-FB28-CF56-9A9F72DA24AB}"/>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40A38DE3-24AC-0CFA-7B2E-D8D68E07EF8C}"/>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F5CF5A16-9449-27B7-77D3-D21482121CF8}"/>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6804D4C0-0088-32B3-F58D-B42FED67EC40}"/>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3F0CE2BD-5E04-1205-AD3B-7F5AE9B59C4A}"/>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2ECF91A1-C2FA-D035-796D-83FBA6E525B0}"/>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7D8A14BB-E5B0-10D0-915E-6C9CB1B7B40C}"/>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781F62B8-A266-8B58-753F-4EEEE37E7059}"/>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9329FBED-D78C-DA44-0EE9-0A3FE6CC7C52}"/>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132AE433-690A-C717-BF6B-1B157C2925F6}"/>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452E543D-8B3F-4C62-466C-D44371CBBF55}"/>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1A8C4EF-EFE9-0CA6-284B-6F5B42AB106E}"/>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51A8C4EF-EFE9-0CA6-284B-6F5B42AB106E}"/>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FD83C8B-7CC4-6C25-E792-80FA8095A6F9}"/>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3FD83C8B-7CC4-6C25-E792-80FA8095A6F9}"/>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AE4A165-A32B-D024-A5F0-15BC269F58EA}"/>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CAE4A165-A32B-D024-A5F0-15BC269F58EA}"/>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15" name="object 21">
            <a:extLst>
              <a:ext uri="{FF2B5EF4-FFF2-40B4-BE49-F238E27FC236}">
                <a16:creationId xmlns:a16="http://schemas.microsoft.com/office/drawing/2014/main" id="{17227BA2-02FB-6EAD-4B63-567284118103}"/>
              </a:ext>
            </a:extLst>
          </p:cNvPr>
          <p:cNvGrpSpPr>
            <a:grpSpLocks/>
          </p:cNvGrpSpPr>
          <p:nvPr/>
        </p:nvGrpSpPr>
        <p:grpSpPr bwMode="auto">
          <a:xfrm>
            <a:off x="8151813" y="6662738"/>
            <a:ext cx="4019550" cy="3067050"/>
            <a:chOff x="8152130" y="6662419"/>
            <a:chExt cx="4020185" cy="3067685"/>
          </a:xfrm>
        </p:grpSpPr>
        <p:sp>
          <p:nvSpPr>
            <p:cNvPr id="16" name="object 22">
              <a:extLst>
                <a:ext uri="{FF2B5EF4-FFF2-40B4-BE49-F238E27FC236}">
                  <a16:creationId xmlns:a16="http://schemas.microsoft.com/office/drawing/2014/main" id="{1EA860F0-0239-0A28-BE75-0BCD39D3F111}"/>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17" name="object 23">
              <a:extLst>
                <a:ext uri="{FF2B5EF4-FFF2-40B4-BE49-F238E27FC236}">
                  <a16:creationId xmlns:a16="http://schemas.microsoft.com/office/drawing/2014/main" id="{1E188585-27B4-CDC4-295F-F5468796C8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18" name="object 24">
              <a:extLst>
                <a:ext uri="{FF2B5EF4-FFF2-40B4-BE49-F238E27FC236}">
                  <a16:creationId xmlns:a16="http://schemas.microsoft.com/office/drawing/2014/main" id="{2CCF913A-12DE-288C-815D-D890656121BE}"/>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25">
              <a:extLst>
                <a:ext uri="{FF2B5EF4-FFF2-40B4-BE49-F238E27FC236}">
                  <a16:creationId xmlns:a16="http://schemas.microsoft.com/office/drawing/2014/main" id="{CA6A7606-47C4-3213-11A9-912A187F4090}"/>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0" name="object 26">
              <a:extLst>
                <a:ext uri="{FF2B5EF4-FFF2-40B4-BE49-F238E27FC236}">
                  <a16:creationId xmlns:a16="http://schemas.microsoft.com/office/drawing/2014/main" id="{F54051B1-46C3-F194-D5F7-2C4A03E75B3B}"/>
                </a:ext>
              </a:extLst>
            </p:cNvPr>
            <p:cNvSpPr>
              <a:spLocks/>
            </p:cNvSpPr>
            <p:nvPr/>
          </p:nvSpPr>
          <p:spPr bwMode="auto">
            <a:xfrm>
              <a:off x="9309100" y="7708899"/>
              <a:ext cx="190500" cy="203200"/>
            </a:xfrm>
            <a:custGeom>
              <a:avLst/>
              <a:gdLst>
                <a:gd name="T0" fmla="*/ 0 w 190500"/>
                <a:gd name="T1" fmla="*/ 0 h 203200"/>
                <a:gd name="T2" fmla="*/ 190500 w 190500"/>
                <a:gd name="T3" fmla="*/ 0 h 203200"/>
                <a:gd name="T4" fmla="*/ 190500 w 190500"/>
                <a:gd name="T5" fmla="*/ 203200 h 203200"/>
                <a:gd name="T6" fmla="*/ 0 w 190500"/>
                <a:gd name="T7" fmla="*/ 203200 h 203200"/>
                <a:gd name="T8" fmla="*/ 0 w 190500"/>
                <a:gd name="T9" fmla="*/ 0 h 203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203200">
                  <a:moveTo>
                    <a:pt x="0" y="0"/>
                  </a:moveTo>
                  <a:lnTo>
                    <a:pt x="190500" y="0"/>
                  </a:lnTo>
                  <a:lnTo>
                    <a:pt x="190500" y="203200"/>
                  </a:lnTo>
                  <a:lnTo>
                    <a:pt x="0" y="203200"/>
                  </a:lnTo>
                  <a:lnTo>
                    <a:pt x="0" y="0"/>
                  </a:lnTo>
                  <a:close/>
                </a:path>
              </a:pathLst>
            </a:custGeom>
            <a:solidFill>
              <a:srgbClr val="0365C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5" name="object 27">
              <a:extLst>
                <a:ext uri="{FF2B5EF4-FFF2-40B4-BE49-F238E27FC236}">
                  <a16:creationId xmlns:a16="http://schemas.microsoft.com/office/drawing/2014/main" id="{E30D7616-F287-4B0E-6001-207362A1D2F3}"/>
                </a:ext>
              </a:extLst>
            </p:cNvPr>
            <p:cNvSpPr>
              <a:spLocks/>
            </p:cNvSpPr>
            <p:nvPr/>
          </p:nvSpPr>
          <p:spPr bwMode="auto">
            <a:xfrm>
              <a:off x="10922000" y="82422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00882B"/>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26" name="object 28">
              <a:extLst>
                <a:ext uri="{FF2B5EF4-FFF2-40B4-BE49-F238E27FC236}">
                  <a16:creationId xmlns:a16="http://schemas.microsoft.com/office/drawing/2014/main" id="{DC7F463F-7E82-DE57-2371-9A24DD3C3557}"/>
                </a:ext>
              </a:extLst>
            </p:cNvPr>
            <p:cNvSpPr>
              <a:spLocks/>
            </p:cNvSpPr>
            <p:nvPr/>
          </p:nvSpPr>
          <p:spPr bwMode="auto">
            <a:xfrm>
              <a:off x="8686800" y="8915399"/>
              <a:ext cx="190500" cy="190500"/>
            </a:xfrm>
            <a:custGeom>
              <a:avLst/>
              <a:gdLst>
                <a:gd name="T0" fmla="*/ 0 w 190500"/>
                <a:gd name="T1" fmla="*/ 0 h 190500"/>
                <a:gd name="T2" fmla="*/ 190500 w 190500"/>
                <a:gd name="T3" fmla="*/ 0 h 190500"/>
                <a:gd name="T4" fmla="*/ 190500 w 190500"/>
                <a:gd name="T5" fmla="*/ 190500 h 190500"/>
                <a:gd name="T6" fmla="*/ 0 w 190500"/>
                <a:gd name="T7" fmla="*/ 190500 h 190500"/>
                <a:gd name="T8" fmla="*/ 0 w 190500"/>
                <a:gd name="T9" fmla="*/ 0 h 190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0500" h="190500">
                  <a:moveTo>
                    <a:pt x="0" y="0"/>
                  </a:moveTo>
                  <a:lnTo>
                    <a:pt x="190500" y="0"/>
                  </a:lnTo>
                  <a:lnTo>
                    <a:pt x="190500" y="190500"/>
                  </a:lnTo>
                  <a:lnTo>
                    <a:pt x="0" y="190500"/>
                  </a:lnTo>
                  <a:lnTo>
                    <a:pt x="0" y="0"/>
                  </a:lnTo>
                  <a:close/>
                </a:path>
              </a:pathLst>
            </a:custGeom>
            <a:solidFill>
              <a:srgbClr val="F39019"/>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grpSp>
      <p:sp>
        <p:nvSpPr>
          <p:cNvPr id="35" name="object 16">
            <a:extLst>
              <a:ext uri="{FF2B5EF4-FFF2-40B4-BE49-F238E27FC236}">
                <a16:creationId xmlns:a16="http://schemas.microsoft.com/office/drawing/2014/main" id="{A008DBD9-A158-0879-3285-88667CD23670}"/>
              </a:ext>
            </a:extLst>
          </p:cNvPr>
          <p:cNvSpPr txBox="1">
            <a:spLocks noChangeArrowheads="1"/>
          </p:cNvSpPr>
          <p:nvPr/>
        </p:nvSpPr>
        <p:spPr bwMode="auto">
          <a:xfrm>
            <a:off x="11686976" y="8642672"/>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grpSp>
        <p:nvGrpSpPr>
          <p:cNvPr id="27" name="object 20">
            <a:extLst>
              <a:ext uri="{FF2B5EF4-FFF2-40B4-BE49-F238E27FC236}">
                <a16:creationId xmlns:a16="http://schemas.microsoft.com/office/drawing/2014/main" id="{E1E18FE0-4D67-C042-798D-F31906A522BE}"/>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D074B15D-E2BE-50E2-1B02-90924850B219}"/>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191BA1C2-7A6A-A309-2BB0-6A802388F1AC}"/>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C298E052-A8FF-989C-0C83-40C36B530FBD}"/>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0DFD6515-FF1C-A6F4-64AD-EFA9086401B5}"/>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9B7AAF12-68F2-6CF6-A2F9-266726E34E5F}"/>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61B6E470-D715-6BBE-2E40-BF2F4A9A5590}"/>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8E9B52A7-8CC2-121E-0EF5-8F148ABEF488}"/>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4F0DF73E-3ABF-315C-8D2C-D476D2B49898}"/>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03DBFB43-4B1C-5B82-B481-66DCA60F5BDB}"/>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318CE516-55F0-9DB2-7D9E-4D212BF0D8DB}"/>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FEC25C87-8010-8E2D-73C0-EB12B1E3DB33}"/>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2B68A1FD-DFE8-BFEA-C4AF-7B99F1C89FE6}"/>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2B68A1FD-DFE8-BFEA-C4AF-7B99F1C89FE6}"/>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8"/>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52238316-1783-E52D-0F81-D605E1B0CC40}"/>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52238316-1783-E52D-0F81-D605E1B0CC40}"/>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9"/>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F9C745D-3CE3-95F1-67CB-238B86135536}"/>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4F9C745D-3CE3-95F1-67CB-238B86135536}"/>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10"/>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AA2E5161-C73C-68A1-D642-0DD81A551963}"/>
                  </a:ext>
                </a:extLst>
              </p:cNvPr>
              <p:cNvSpPr txBox="1"/>
              <p:nvPr/>
            </p:nvSpPr>
            <p:spPr>
              <a:xfrm>
                <a:off x="2271221" y="3205367"/>
                <a:ext cx="4721357"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r>
                        <a:rPr lang="en-US" sz="2500" b="0" i="1" smtClean="0">
                          <a:latin typeface="Cambria Math" panose="02040503050406030204" pitchFamily="18" charset="0"/>
                        </a:rPr>
                        <m:t>=</m:t>
                      </m:r>
                      <m:r>
                        <a:rPr lang="en-US" sz="2500" b="0" i="1" smtClean="0">
                          <a:latin typeface="Cambria Math" panose="02040503050406030204" pitchFamily="18" charset="0"/>
                        </a:rPr>
                        <m:t>𝐷𝑃</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𝛼</m:t>
                          </m:r>
                          <m:r>
                            <a:rPr lang="en-US" sz="2500" b="0" i="1" smtClean="0">
                              <a:latin typeface="Cambria Math" panose="02040503050406030204" pitchFamily="18" charset="0"/>
                            </a:rPr>
                            <m:t>,</m:t>
                          </m:r>
                          <m:r>
                            <a:rPr lang="en-US" sz="2500" b="0" i="1" smtClean="0">
                              <a:latin typeface="Cambria Math" panose="02040503050406030204" pitchFamily="18" charset="0"/>
                            </a:rPr>
                            <m:t>𝑁</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m:rPr>
                                      <m:sty m:val="p"/>
                                    </m:rPr>
                                    <a:rPr lang="en-US" sz="2500" b="0" i="0" smtClean="0">
                                      <a:latin typeface="Cambria Math" panose="02040503050406030204" pitchFamily="18" charset="0"/>
                                    </a:rPr>
                                    <m:t>Σ</m:t>
                                  </m:r>
                                </m:e>
                                <m:sub>
                                  <m:r>
                                    <a:rPr lang="en-US" sz="2500" b="0" i="1" smtClean="0">
                                      <a:latin typeface="Cambria Math" panose="02040503050406030204" pitchFamily="18" charset="0"/>
                                    </a:rPr>
                                    <m:t>0</m:t>
                                  </m:r>
                                </m:sub>
                              </m:sSub>
                            </m:e>
                          </m:d>
                        </m:e>
                      </m:d>
                    </m:oMath>
                  </m:oMathPara>
                </a14:m>
                <a:endParaRPr lang="en-US" sz="2500" dirty="0"/>
              </a:p>
            </p:txBody>
          </p:sp>
        </mc:Choice>
        <mc:Fallback>
          <p:sp>
            <p:nvSpPr>
              <p:cNvPr id="43" name="TextBox 42">
                <a:extLst>
                  <a:ext uri="{FF2B5EF4-FFF2-40B4-BE49-F238E27FC236}">
                    <a16:creationId xmlns:a16="http://schemas.microsoft.com/office/drawing/2014/main" id="{AA2E5161-C73C-68A1-D642-0DD81A551963}"/>
                  </a:ext>
                </a:extLst>
              </p:cNvPr>
              <p:cNvSpPr txBox="1">
                <a:spLocks noRot="1" noChangeAspect="1" noMove="1" noResize="1" noEditPoints="1" noAdjustHandles="1" noChangeArrowheads="1" noChangeShapeType="1" noTextEdit="1"/>
              </p:cNvSpPr>
              <p:nvPr/>
            </p:nvSpPr>
            <p:spPr>
              <a:xfrm>
                <a:off x="2271221" y="3205367"/>
                <a:ext cx="4721357" cy="1048942"/>
              </a:xfrm>
              <a:prstGeom prst="rect">
                <a:avLst/>
              </a:prstGeom>
              <a:blipFill>
                <a:blip r:embed="rId11"/>
                <a:stretch>
                  <a:fillRect l="-11290"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907387DF-5DA6-5FCC-8CC2-1E711AD2B212}"/>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C325056B-EA46-7608-AD80-2968A676786C}"/>
                  </a:ext>
                </a:extLst>
              </p:cNvPr>
              <p:cNvSpPr txBox="1"/>
              <p:nvPr/>
            </p:nvSpPr>
            <p:spPr>
              <a:xfrm>
                <a:off x="3254138" y="3289190"/>
                <a:ext cx="2332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46" name="TextBox 45">
                <a:extLst>
                  <a:ext uri="{FF2B5EF4-FFF2-40B4-BE49-F238E27FC236}">
                    <a16:creationId xmlns:a16="http://schemas.microsoft.com/office/drawing/2014/main" id="{C325056B-EA46-7608-AD80-2968A676786C}"/>
                  </a:ext>
                </a:extLst>
              </p:cNvPr>
              <p:cNvSpPr txBox="1">
                <a:spLocks noRot="1" noChangeAspect="1" noMove="1" noResize="1" noEditPoints="1" noAdjustHandles="1" noChangeArrowheads="1" noChangeShapeType="1" noTextEdit="1"/>
              </p:cNvSpPr>
              <p:nvPr/>
            </p:nvSpPr>
            <p:spPr>
              <a:xfrm>
                <a:off x="3254138" y="3289190"/>
                <a:ext cx="2332898" cy="369332"/>
              </a:xfrm>
              <a:prstGeom prst="rect">
                <a:avLst/>
              </a:prstGeom>
              <a:blipFill>
                <a:blip r:embed="rId12"/>
                <a:stretch>
                  <a:fillRect/>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DF659524-C06C-9421-BF1E-D2F4447EE4CC}"/>
              </a:ext>
            </a:extLst>
          </p:cNvPr>
          <p:cNvSpPr txBox="1"/>
          <p:nvPr/>
        </p:nvSpPr>
        <p:spPr>
          <a:xfrm>
            <a:off x="7053342" y="3194224"/>
            <a:ext cx="1624740" cy="1015663"/>
          </a:xfrm>
          <a:prstGeom prst="rect">
            <a:avLst/>
          </a:prstGeom>
          <a:noFill/>
        </p:spPr>
        <p:txBody>
          <a:bodyPr wrap="none" rtlCol="0">
            <a:spAutoFit/>
          </a:bodyPr>
          <a:lstStyle/>
          <a:p>
            <a:r>
              <a:rPr lang="en-US" sz="3000" b="1" dirty="0"/>
              <a:t>Dirichlet </a:t>
            </a:r>
          </a:p>
          <a:p>
            <a:r>
              <a:rPr lang="en-US" sz="3000" b="1" dirty="0"/>
              <a:t>Process</a:t>
            </a: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FE4C5F6D-B999-E37A-D9BF-4A0697D98CC2}"/>
                  </a:ext>
                </a:extLst>
              </p:cNvPr>
              <p:cNvSpPr txBox="1"/>
              <p:nvPr/>
            </p:nvSpPr>
            <p:spPr>
              <a:xfrm>
                <a:off x="-1062004" y="5791007"/>
                <a:ext cx="6569242"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m:rPr>
                              <m:sty m:val="p"/>
                            </m:rPr>
                            <a:rPr lang="en-US" sz="2500" b="0" i="1" smtClean="0">
                              <a:latin typeface="Cambria Math" panose="02040503050406030204" pitchFamily="18" charset="0"/>
                            </a:rPr>
                            <m:t>z</m:t>
                          </m:r>
                        </m:e>
                        <m:sub>
                          <m:r>
                            <m:rPr>
                              <m:sty m:val="p"/>
                            </m:rPr>
                            <a:rPr lang="en-US" sz="2500" b="0" i="1" smtClean="0">
                              <a:latin typeface="Cambria Math" panose="02040503050406030204" pitchFamily="18" charset="0"/>
                            </a:rPr>
                            <m:t>n</m:t>
                          </m:r>
                        </m:sub>
                      </m:sSub>
                      <m:r>
                        <a:rPr lang="en-US" sz="2500" b="0" i="1" smtClean="0">
                          <a:latin typeface="Cambria Math" panose="02040503050406030204" pitchFamily="18" charset="0"/>
                        </a:rPr>
                        <m:t>∼</m:t>
                      </m:r>
                      <m:r>
                        <a:rPr lang="en-US" sz="2500" b="0" i="1" smtClean="0">
                          <a:latin typeface="Cambria Math" panose="02040503050406030204" pitchFamily="18" charset="0"/>
                        </a:rPr>
                        <m:t>𝐶𝑎𝑡𝑒𝑔𝑜𝑟𝑖𝑐𝑎𝑙</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𝜌</m:t>
                          </m:r>
                        </m:e>
                      </m:d>
                    </m:oMath>
                  </m:oMathPara>
                </a14:m>
                <a:endParaRPr lang="en-US" sz="2500" dirty="0"/>
              </a:p>
            </p:txBody>
          </p:sp>
        </mc:Choice>
        <mc:Fallback>
          <p:sp>
            <p:nvSpPr>
              <p:cNvPr id="48" name="TextBox 47">
                <a:extLst>
                  <a:ext uri="{FF2B5EF4-FFF2-40B4-BE49-F238E27FC236}">
                    <a16:creationId xmlns:a16="http://schemas.microsoft.com/office/drawing/2014/main" id="{FE4C5F6D-B999-E37A-D9BF-4A0697D98CC2}"/>
                  </a:ext>
                </a:extLst>
              </p:cNvPr>
              <p:cNvSpPr txBox="1">
                <a:spLocks noRot="1" noChangeAspect="1" noMove="1" noResize="1" noEditPoints="1" noAdjustHandles="1" noChangeArrowheads="1" noChangeShapeType="1" noTextEdit="1"/>
              </p:cNvSpPr>
              <p:nvPr/>
            </p:nvSpPr>
            <p:spPr>
              <a:xfrm>
                <a:off x="-1062004" y="5791007"/>
                <a:ext cx="6569242" cy="477054"/>
              </a:xfrm>
              <a:prstGeom prst="rect">
                <a:avLst/>
              </a:prstGeom>
              <a:blipFill>
                <a:blip r:embed="rId13"/>
                <a:stretch>
                  <a:fillRect b="-131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9DAA50D5-1425-2837-CB27-F782B0F099BD}"/>
                  </a:ext>
                </a:extLst>
              </p:cNvPr>
              <p:cNvSpPr txBox="1"/>
              <p:nvPr/>
            </p:nvSpPr>
            <p:spPr>
              <a:xfrm>
                <a:off x="1110578" y="5714422"/>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49" name="TextBox 48">
                <a:extLst>
                  <a:ext uri="{FF2B5EF4-FFF2-40B4-BE49-F238E27FC236}">
                    <a16:creationId xmlns:a16="http://schemas.microsoft.com/office/drawing/2014/main" id="{9DAA50D5-1425-2837-CB27-F782B0F099BD}"/>
                  </a:ext>
                </a:extLst>
              </p:cNvPr>
              <p:cNvSpPr txBox="1">
                <a:spLocks noRot="1" noChangeAspect="1" noMove="1" noResize="1" noEditPoints="1" noAdjustHandles="1" noChangeArrowheads="1" noChangeShapeType="1" noTextEdit="1"/>
              </p:cNvSpPr>
              <p:nvPr/>
            </p:nvSpPr>
            <p:spPr>
              <a:xfrm>
                <a:off x="1110578" y="5714422"/>
                <a:ext cx="340734" cy="276999"/>
              </a:xfrm>
              <a:prstGeom prst="rect">
                <a:avLst/>
              </a:prstGeom>
              <a:blipFill>
                <a:blip r:embed="rId14"/>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1C3B2005-893D-CCE7-2E4D-8C964A76D82F}"/>
                  </a:ext>
                </a:extLst>
              </p:cNvPr>
              <p:cNvSpPr txBox="1"/>
              <p:nvPr/>
            </p:nvSpPr>
            <p:spPr>
              <a:xfrm>
                <a:off x="1789789" y="26529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0" name="TextBox 49">
                <a:extLst>
                  <a:ext uri="{FF2B5EF4-FFF2-40B4-BE49-F238E27FC236}">
                    <a16:creationId xmlns:a16="http://schemas.microsoft.com/office/drawing/2014/main" id="{1C3B2005-893D-CCE7-2E4D-8C964A76D82F}"/>
                  </a:ext>
                </a:extLst>
              </p:cNvPr>
              <p:cNvSpPr txBox="1">
                <a:spLocks noRot="1" noChangeAspect="1" noMove="1" noResize="1" noEditPoints="1" noAdjustHandles="1" noChangeArrowheads="1" noChangeShapeType="1" noTextEdit="1"/>
              </p:cNvSpPr>
              <p:nvPr/>
            </p:nvSpPr>
            <p:spPr>
              <a:xfrm>
                <a:off x="1789789" y="2652936"/>
                <a:ext cx="340734" cy="276999"/>
              </a:xfrm>
              <a:prstGeom prst="rect">
                <a:avLst/>
              </a:prstGeom>
              <a:blipFill>
                <a:blip r:embed="rId6"/>
                <a:stretch>
                  <a:fillRect l="-18519" r="-14815"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EEEC944A-9C1A-1059-9C70-6D668A9EBA3D}"/>
                  </a:ext>
                </a:extLst>
              </p:cNvPr>
              <p:cNvSpPr txBox="1"/>
              <p:nvPr/>
            </p:nvSpPr>
            <p:spPr>
              <a:xfrm>
                <a:off x="532797" y="6542641"/>
                <a:ext cx="1689820"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500" b="0" i="1" smtClean="0">
                              <a:latin typeface="Cambria Math" panose="02040503050406030204" pitchFamily="18" charset="0"/>
                            </a:rPr>
                          </m:ctrlPr>
                        </m:sSubSupPr>
                        <m:e>
                          <m:r>
                            <a:rPr lang="en-US" sz="2500" b="0" i="1" smtClean="0">
                              <a:latin typeface="Cambria Math" panose="02040503050406030204" pitchFamily="18" charset="0"/>
                            </a:rPr>
                            <m:t>𝜇</m:t>
                          </m:r>
                        </m:e>
                        <m:sub>
                          <m:r>
                            <m:rPr>
                              <m:sty m:val="p"/>
                            </m:rPr>
                            <a:rPr lang="en-US" sz="2500" b="0" i="1" smtClean="0">
                              <a:latin typeface="Cambria Math" panose="02040503050406030204" pitchFamily="18" charset="0"/>
                            </a:rPr>
                            <m:t>n</m:t>
                          </m:r>
                        </m:sub>
                        <m:sup>
                          <m:r>
                            <a:rPr lang="en-US" sz="2500" b="0" i="1" smtClean="0">
                              <a:latin typeface="Cambria Math" panose="02040503050406030204" pitchFamily="18" charset="0"/>
                            </a:rPr>
                            <m:t>∗</m:t>
                          </m:r>
                        </m:sup>
                      </m:sSubSup>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𝑧</m:t>
                          </m:r>
                        </m:sub>
                      </m:sSub>
                      <m:r>
                        <a:rPr lang="en-US" sz="2500" b="0" i="1" smtClean="0">
                          <a:latin typeface="Cambria Math" panose="02040503050406030204" pitchFamily="18" charset="0"/>
                        </a:rPr>
                        <m:t>,</m:t>
                      </m:r>
                    </m:oMath>
                  </m:oMathPara>
                </a14:m>
                <a:endParaRPr lang="en-US" sz="2500" b="0" dirty="0"/>
              </a:p>
            </p:txBody>
          </p:sp>
        </mc:Choice>
        <mc:Fallback>
          <p:sp>
            <p:nvSpPr>
              <p:cNvPr id="45" name="TextBox 44">
                <a:extLst>
                  <a:ext uri="{FF2B5EF4-FFF2-40B4-BE49-F238E27FC236}">
                    <a16:creationId xmlns:a16="http://schemas.microsoft.com/office/drawing/2014/main" id="{EEEC944A-9C1A-1059-9C70-6D668A9EBA3D}"/>
                  </a:ext>
                </a:extLst>
              </p:cNvPr>
              <p:cNvSpPr txBox="1">
                <a:spLocks noRot="1" noChangeAspect="1" noMove="1" noResize="1" noEditPoints="1" noAdjustHandles="1" noChangeArrowheads="1" noChangeShapeType="1" noTextEdit="1"/>
              </p:cNvSpPr>
              <p:nvPr/>
            </p:nvSpPr>
            <p:spPr>
              <a:xfrm>
                <a:off x="532797" y="6542641"/>
                <a:ext cx="1689820" cy="477054"/>
              </a:xfrm>
              <a:prstGeom prst="rect">
                <a:avLst/>
              </a:prstGeom>
              <a:blipFill>
                <a:blip r:embed="rId15"/>
                <a:stretch>
                  <a:fillRect b="-7895"/>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C1ADA244-FE45-C36E-364D-047FAB86BC1E}"/>
              </a:ext>
            </a:extLst>
          </p:cNvPr>
          <p:cNvSpPr txBox="1"/>
          <p:nvPr/>
        </p:nvSpPr>
        <p:spPr>
          <a:xfrm>
            <a:off x="601909" y="7435105"/>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08683717-7B34-D6FF-DEEA-31B45F40EAB0}"/>
                  </a:ext>
                </a:extLst>
              </p:cNvPr>
              <p:cNvSpPr txBox="1"/>
              <p:nvPr/>
            </p:nvSpPr>
            <p:spPr>
              <a:xfrm>
                <a:off x="1564318" y="7273350"/>
                <a:ext cx="1689820"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𝜇</m:t>
                          </m:r>
                        </m:e>
                        <m:sub>
                          <m:r>
                            <m:rPr>
                              <m:sty m:val="p"/>
                            </m:rPr>
                            <a:rPr lang="en-US" sz="3000" b="0" i="1" smtClean="0">
                              <a:latin typeface="Cambria Math" panose="02040503050406030204" pitchFamily="18" charset="0"/>
                            </a:rPr>
                            <m:t>n</m:t>
                          </m:r>
                        </m:sub>
                        <m:sup>
                          <m:r>
                            <a:rPr lang="en-US" sz="3000" b="0" i="1" smtClean="0">
                              <a:latin typeface="Cambria Math" panose="02040503050406030204" pitchFamily="18" charset="0"/>
                            </a:rPr>
                            <m:t>∗</m:t>
                          </m:r>
                        </m:sup>
                      </m:sSubSup>
                      <m:r>
                        <a:rPr lang="en-US" sz="3000" b="0" i="1" smtClean="0">
                          <a:latin typeface="Cambria Math" panose="02040503050406030204" pitchFamily="18" charset="0"/>
                        </a:rPr>
                        <m:t> ∼</m:t>
                      </m:r>
                      <m:r>
                        <a:rPr lang="en-US" sz="3000" b="0" i="1" smtClean="0">
                          <a:latin typeface="Cambria Math" panose="02040503050406030204" pitchFamily="18" charset="0"/>
                        </a:rPr>
                        <m:t>𝐺</m:t>
                      </m:r>
                      <m:r>
                        <a:rPr lang="en-US" sz="3000" b="0" i="1" smtClean="0">
                          <a:latin typeface="Cambria Math" panose="02040503050406030204" pitchFamily="18" charset="0"/>
                        </a:rPr>
                        <m:t>,</m:t>
                      </m:r>
                    </m:oMath>
                  </m:oMathPara>
                </a14:m>
                <a:endParaRPr lang="en-US" sz="3000" b="0" dirty="0"/>
              </a:p>
            </p:txBody>
          </p:sp>
        </mc:Choice>
        <mc:Fallback>
          <p:sp>
            <p:nvSpPr>
              <p:cNvPr id="52" name="TextBox 51">
                <a:extLst>
                  <a:ext uri="{FF2B5EF4-FFF2-40B4-BE49-F238E27FC236}">
                    <a16:creationId xmlns:a16="http://schemas.microsoft.com/office/drawing/2014/main" id="{08683717-7B34-D6FF-DEEA-31B45F40EAB0}"/>
                  </a:ext>
                </a:extLst>
              </p:cNvPr>
              <p:cNvSpPr txBox="1">
                <a:spLocks noRot="1" noChangeAspect="1" noMove="1" noResize="1" noEditPoints="1" noAdjustHandles="1" noChangeArrowheads="1" noChangeShapeType="1" noTextEdit="1"/>
              </p:cNvSpPr>
              <p:nvPr/>
            </p:nvSpPr>
            <p:spPr>
              <a:xfrm>
                <a:off x="1564318" y="7273350"/>
                <a:ext cx="1689820" cy="553998"/>
              </a:xfrm>
              <a:prstGeom prst="rect">
                <a:avLst/>
              </a:prstGeom>
              <a:blipFill>
                <a:blip r:embed="rId16"/>
                <a:stretch>
                  <a:fillRect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7296AB65-F8F9-02CC-DAEE-B73AFD2F9A47}"/>
                  </a:ext>
                </a:extLst>
              </p:cNvPr>
              <p:cNvSpPr txBox="1"/>
              <p:nvPr/>
            </p:nvSpPr>
            <p:spPr>
              <a:xfrm>
                <a:off x="1476761" y="7109609"/>
                <a:ext cx="205658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4" name="TextBox 53">
                <a:extLst>
                  <a:ext uri="{FF2B5EF4-FFF2-40B4-BE49-F238E27FC236}">
                    <a16:creationId xmlns:a16="http://schemas.microsoft.com/office/drawing/2014/main" id="{7296AB65-F8F9-02CC-DAEE-B73AFD2F9A47}"/>
                  </a:ext>
                </a:extLst>
              </p:cNvPr>
              <p:cNvSpPr txBox="1">
                <a:spLocks noRot="1" noChangeAspect="1" noMove="1" noResize="1" noEditPoints="1" noAdjustHandles="1" noChangeArrowheads="1" noChangeShapeType="1" noTextEdit="1"/>
              </p:cNvSpPr>
              <p:nvPr/>
            </p:nvSpPr>
            <p:spPr>
              <a:xfrm>
                <a:off x="1476761" y="7109609"/>
                <a:ext cx="2056581"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1E70349A-D4A7-C9C5-8A88-18912F5E70AF}"/>
                  </a:ext>
                </a:extLst>
              </p:cNvPr>
              <p:cNvSpPr txBox="1"/>
              <p:nvPr/>
            </p:nvSpPr>
            <p:spPr>
              <a:xfrm>
                <a:off x="1010387" y="8642672"/>
                <a:ext cx="3145861"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Sup>
                            <m:sSubSupPr>
                              <m:ctrlPr>
                                <a:rPr lang="en-US" sz="3600" b="0" i="1" smtClean="0">
                                  <a:latin typeface="Cambria Math" panose="02040503050406030204" pitchFamily="18" charset="0"/>
                                </a:rPr>
                              </m:ctrlPr>
                            </m:sSubSupPr>
                            <m:e>
                              <m:r>
                                <a:rPr lang="en-US" sz="3600" b="0" i="1" smtClean="0">
                                  <a:latin typeface="Cambria Math" panose="02040503050406030204" pitchFamily="18" charset="0"/>
                                </a:rPr>
                                <m:t>𝜇</m:t>
                              </m:r>
                            </m:e>
                            <m:sub>
                              <m:r>
                                <m:rPr>
                                  <m:sty m:val="p"/>
                                </m:rPr>
                                <a:rPr lang="en-US" sz="3600" b="0" i="1" smtClean="0">
                                  <a:latin typeface="Cambria Math" panose="02040503050406030204" pitchFamily="18" charset="0"/>
                                </a:rPr>
                                <m:t>n</m:t>
                              </m:r>
                            </m:sub>
                            <m:sup>
                              <m:r>
                                <a:rPr lang="en-US" sz="3600" b="0" i="1" smtClean="0">
                                  <a:latin typeface="Cambria Math" panose="02040503050406030204" pitchFamily="18" charset="0"/>
                                </a:rPr>
                                <m:t>∗</m:t>
                              </m:r>
                            </m:sup>
                          </m:sSubSup>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53" name="TextBox 52">
                <a:extLst>
                  <a:ext uri="{FF2B5EF4-FFF2-40B4-BE49-F238E27FC236}">
                    <a16:creationId xmlns:a16="http://schemas.microsoft.com/office/drawing/2014/main" id="{1E70349A-D4A7-C9C5-8A88-18912F5E70AF}"/>
                  </a:ext>
                </a:extLst>
              </p:cNvPr>
              <p:cNvSpPr txBox="1">
                <a:spLocks noRot="1" noChangeAspect="1" noMove="1" noResize="1" noEditPoints="1" noAdjustHandles="1" noChangeArrowheads="1" noChangeShapeType="1" noTextEdit="1"/>
              </p:cNvSpPr>
              <p:nvPr/>
            </p:nvSpPr>
            <p:spPr>
              <a:xfrm>
                <a:off x="1010387" y="8642672"/>
                <a:ext cx="3145861" cy="538609"/>
              </a:xfrm>
              <a:prstGeom prst="rect">
                <a:avLst/>
              </a:prstGeom>
              <a:blipFill>
                <a:blip r:embed="rId18"/>
                <a:stretch>
                  <a:fillRect l="-1606" t="-6977" b="-395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3134C0ED-A08D-5F74-94AF-0C4B21EDCEA9}"/>
                  </a:ext>
                </a:extLst>
              </p:cNvPr>
              <p:cNvSpPr txBox="1"/>
              <p:nvPr/>
            </p:nvSpPr>
            <p:spPr>
              <a:xfrm>
                <a:off x="1681916" y="8476858"/>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55" name="TextBox 54">
                <a:extLst>
                  <a:ext uri="{FF2B5EF4-FFF2-40B4-BE49-F238E27FC236}">
                    <a16:creationId xmlns:a16="http://schemas.microsoft.com/office/drawing/2014/main" id="{3134C0ED-A08D-5F74-94AF-0C4B21EDCEA9}"/>
                  </a:ext>
                </a:extLst>
              </p:cNvPr>
              <p:cNvSpPr txBox="1">
                <a:spLocks noRot="1" noChangeAspect="1" noMove="1" noResize="1" noEditPoints="1" noAdjustHandles="1" noChangeArrowheads="1" noChangeShapeType="1" noTextEdit="1"/>
              </p:cNvSpPr>
              <p:nvPr/>
            </p:nvSpPr>
            <p:spPr>
              <a:xfrm>
                <a:off x="1681916" y="8476858"/>
                <a:ext cx="637610" cy="276999"/>
              </a:xfrm>
              <a:prstGeom prst="rect">
                <a:avLst/>
              </a:prstGeom>
              <a:blipFill>
                <a:blip r:embed="rId19"/>
                <a:stretch>
                  <a:fillRect l="-13725" r="-11765" b="-34783"/>
                </a:stretch>
              </a:blipFill>
            </p:spPr>
            <p:txBody>
              <a:bodyPr/>
              <a:lstStyle/>
              <a:p>
                <a:r>
                  <a:rPr lang="en-US">
                    <a:noFill/>
                  </a:rPr>
                  <a:t> </a:t>
                </a:r>
              </a:p>
            </p:txBody>
          </p:sp>
        </mc:Fallback>
      </mc:AlternateContent>
    </p:spTree>
    <p:extLst>
      <p:ext uri="{BB962C8B-B14F-4D97-AF65-F5344CB8AC3E}">
        <p14:creationId xmlns:p14="http://schemas.microsoft.com/office/powerpoint/2010/main" val="97977580"/>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65ABF-1A66-DCE3-7252-4DCCE913FD0F}"/>
            </a:ext>
          </a:extLst>
        </p:cNvPr>
        <p:cNvGrpSpPr/>
        <p:nvPr/>
      </p:nvGrpSpPr>
      <p:grpSpPr>
        <a:xfrm>
          <a:off x="0" y="0"/>
          <a:ext cx="0" cy="0"/>
          <a:chOff x="0" y="0"/>
          <a:chExt cx="0" cy="0"/>
        </a:xfrm>
      </p:grpSpPr>
      <p:sp>
        <p:nvSpPr>
          <p:cNvPr id="99329" name="object 2" descr="$PPTXTitle">
            <a:extLst>
              <a:ext uri="{FF2B5EF4-FFF2-40B4-BE49-F238E27FC236}">
                <a16:creationId xmlns:a16="http://schemas.microsoft.com/office/drawing/2014/main" id="{30263745-8FBC-61BD-C3F3-C7317E7C185F}"/>
              </a:ext>
            </a:extLst>
          </p:cNvPr>
          <p:cNvSpPr>
            <a:spLocks noGrp="1" noChangeArrowheads="1"/>
          </p:cNvSpPr>
          <p:nvPr>
            <p:ph type="title"/>
          </p:nvPr>
        </p:nvSpPr>
        <p:spPr>
          <a:xfrm>
            <a:off x="684213" y="261938"/>
            <a:ext cx="11691937"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Dirichlet process mixture model</a:t>
            </a:r>
          </a:p>
        </p:txBody>
      </p:sp>
      <p:sp>
        <p:nvSpPr>
          <p:cNvPr id="99336" name="object 9">
            <a:extLst>
              <a:ext uri="{FF2B5EF4-FFF2-40B4-BE49-F238E27FC236}">
                <a16:creationId xmlns:a16="http://schemas.microsoft.com/office/drawing/2014/main" id="{056B795B-6785-F7FA-4D6F-41927FF28ED9}"/>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12</a:t>
            </a:r>
            <a:endParaRPr lang="en-US" altLang="en-US" sz="2000">
              <a:latin typeface="Arial" panose="020B0604020202020204" pitchFamily="34" charset="0"/>
            </a:endParaRPr>
          </a:p>
        </p:txBody>
      </p:sp>
      <p:sp>
        <p:nvSpPr>
          <p:cNvPr id="2" name="TextBox 1">
            <a:extLst>
              <a:ext uri="{FF2B5EF4-FFF2-40B4-BE49-F238E27FC236}">
                <a16:creationId xmlns:a16="http://schemas.microsoft.com/office/drawing/2014/main" id="{1333011B-0B21-3E5B-D41E-9DB07F1E0A31}"/>
              </a:ext>
            </a:extLst>
          </p:cNvPr>
          <p:cNvSpPr txBox="1"/>
          <p:nvPr/>
        </p:nvSpPr>
        <p:spPr>
          <a:xfrm>
            <a:off x="671486" y="1447462"/>
            <a:ext cx="4430315" cy="553998"/>
          </a:xfrm>
          <a:prstGeom prst="rect">
            <a:avLst/>
          </a:prstGeom>
          <a:noFill/>
        </p:spPr>
        <p:txBody>
          <a:bodyPr wrap="none" rtlCol="0">
            <a:spAutoFit/>
          </a:bodyPr>
          <a:lstStyle/>
          <a:p>
            <a:pPr marL="457200" indent="-457200">
              <a:buFont typeface="Arial" panose="020B0604020202020204" pitchFamily="34" charset="0"/>
              <a:buChar char="•"/>
            </a:pPr>
            <a:r>
              <a:rPr lang="en-US" sz="3000" dirty="0"/>
              <a:t>Gaussian mixture model</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269399E5-D233-024C-D875-E5C2ED52C0B1}"/>
                  </a:ext>
                </a:extLst>
              </p:cNvPr>
              <p:cNvSpPr txBox="1"/>
              <p:nvPr/>
            </p:nvSpPr>
            <p:spPr>
              <a:xfrm>
                <a:off x="1029792" y="2010820"/>
                <a:ext cx="447449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i="1" smtClean="0">
                          <a:latin typeface="Cambria Math" panose="02040503050406030204" pitchFamily="18" charset="0"/>
                        </a:rPr>
                        <m:t>𝜌</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1</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𝜌</m:t>
                              </m:r>
                            </m:e>
                            <m:sub>
                              <m:r>
                                <a:rPr lang="en-US" sz="3000" b="0" i="1" smtClean="0">
                                  <a:latin typeface="Cambria Math" panose="02040503050406030204" pitchFamily="18" charset="0"/>
                                </a:rPr>
                                <m:t>2</m:t>
                              </m:r>
                            </m:sub>
                          </m:sSub>
                          <m:r>
                            <a:rPr lang="en-US" sz="3000" b="0" i="1" smtClean="0">
                              <a:latin typeface="Cambria Math" panose="02040503050406030204" pitchFamily="18" charset="0"/>
                            </a:rPr>
                            <m:t>,…</m:t>
                          </m:r>
                        </m:e>
                      </m:d>
                      <m:r>
                        <a:rPr lang="en-US" sz="3000" b="0" i="1" smtClean="0">
                          <a:latin typeface="Cambria Math" panose="02040503050406030204" pitchFamily="18" charset="0"/>
                        </a:rPr>
                        <m:t>∼</m:t>
                      </m:r>
                      <m:r>
                        <a:rPr lang="en-US" sz="3000" b="0" i="1" smtClean="0">
                          <a:latin typeface="Cambria Math" panose="02040503050406030204" pitchFamily="18" charset="0"/>
                        </a:rPr>
                        <m:t>𝐺𝐸𝑀</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𝛼</m:t>
                          </m:r>
                          <m:r>
                            <a:rPr lang="en-US" sz="3000" b="0" i="1" smtClean="0">
                              <a:latin typeface="Cambria Math" panose="02040503050406030204" pitchFamily="18" charset="0"/>
                            </a:rPr>
                            <m:t> </m:t>
                          </m:r>
                        </m:e>
                      </m:d>
                    </m:oMath>
                  </m:oMathPara>
                </a14:m>
                <a:endParaRPr lang="en-US" sz="3000" dirty="0"/>
              </a:p>
            </p:txBody>
          </p:sp>
        </mc:Choice>
        <mc:Fallback>
          <p:sp>
            <p:nvSpPr>
              <p:cNvPr id="10" name="TextBox 9">
                <a:extLst>
                  <a:ext uri="{FF2B5EF4-FFF2-40B4-BE49-F238E27FC236}">
                    <a16:creationId xmlns:a16="http://schemas.microsoft.com/office/drawing/2014/main" id="{269399E5-D233-024C-D875-E5C2ED52C0B1}"/>
                  </a:ext>
                </a:extLst>
              </p:cNvPr>
              <p:cNvSpPr txBox="1">
                <a:spLocks noRot="1" noChangeAspect="1" noMove="1" noResize="1" noEditPoints="1" noAdjustHandles="1" noChangeArrowheads="1" noChangeShapeType="1" noTextEdit="1"/>
              </p:cNvSpPr>
              <p:nvPr/>
            </p:nvSpPr>
            <p:spPr>
              <a:xfrm>
                <a:off x="1029792" y="2010820"/>
                <a:ext cx="4474495" cy="461665"/>
              </a:xfrm>
              <a:prstGeom prst="rect">
                <a:avLst/>
              </a:prstGeom>
              <a:blipFill>
                <a:blip r:embed="rId3"/>
                <a:stretch>
                  <a:fillRect l="-1700" t="-8108" b="-37838"/>
                </a:stretch>
              </a:blipFill>
            </p:spPr>
            <p:txBody>
              <a:bodyPr/>
              <a:lstStyle/>
              <a:p>
                <a:r>
                  <a:rPr lang="en-US">
                    <a:noFill/>
                  </a:rPr>
                  <a:t> </a:t>
                </a:r>
              </a:p>
            </p:txBody>
          </p:sp>
        </mc:Fallback>
      </mc:AlternateContent>
      <p:grpSp>
        <p:nvGrpSpPr>
          <p:cNvPr id="3" name="object 6">
            <a:extLst>
              <a:ext uri="{FF2B5EF4-FFF2-40B4-BE49-F238E27FC236}">
                <a16:creationId xmlns:a16="http://schemas.microsoft.com/office/drawing/2014/main" id="{E5AF5712-BD7C-2C4E-CF7C-83F9100EE348}"/>
              </a:ext>
            </a:extLst>
          </p:cNvPr>
          <p:cNvGrpSpPr>
            <a:grpSpLocks/>
          </p:cNvGrpSpPr>
          <p:nvPr/>
        </p:nvGrpSpPr>
        <p:grpSpPr bwMode="auto">
          <a:xfrm>
            <a:off x="8054975" y="1338263"/>
            <a:ext cx="4081463" cy="1630362"/>
            <a:chOff x="8054340" y="1338580"/>
            <a:chExt cx="4081779" cy="1630680"/>
          </a:xfrm>
        </p:grpSpPr>
        <p:sp>
          <p:nvSpPr>
            <p:cNvPr id="4" name="object 7">
              <a:extLst>
                <a:ext uri="{FF2B5EF4-FFF2-40B4-BE49-F238E27FC236}">
                  <a16:creationId xmlns:a16="http://schemas.microsoft.com/office/drawing/2014/main" id="{7E73D65D-6D2D-E76C-0F88-7E2515D1159A}"/>
                </a:ext>
              </a:extLst>
            </p:cNvPr>
            <p:cNvSpPr>
              <a:spLocks/>
            </p:cNvSpPr>
            <p:nvPr/>
          </p:nvSpPr>
          <p:spPr bwMode="auto">
            <a:xfrm>
              <a:off x="8115299" y="1447800"/>
              <a:ext cx="0" cy="1460500"/>
            </a:xfrm>
            <a:custGeom>
              <a:avLst/>
              <a:gdLst>
                <a:gd name="T0" fmla="*/ 0 w 21600"/>
                <a:gd name="T1" fmla="*/ 1460499 h 1460500"/>
                <a:gd name="T2" fmla="*/ 0 w 21600"/>
                <a:gd name="T3" fmla="*/ 16066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6066"/>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 name="object 8">
              <a:extLst>
                <a:ext uri="{FF2B5EF4-FFF2-40B4-BE49-F238E27FC236}">
                  <a16:creationId xmlns:a16="http://schemas.microsoft.com/office/drawing/2014/main" id="{30202497-B4A2-71C5-A31E-12F41A58B8FA}"/>
                </a:ext>
              </a:extLst>
            </p:cNvPr>
            <p:cNvSpPr>
              <a:spLocks/>
            </p:cNvSpPr>
            <p:nvPr/>
          </p:nvSpPr>
          <p:spPr bwMode="auto">
            <a:xfrm>
              <a:off x="8054340" y="1338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 name="object 9">
              <a:extLst>
                <a:ext uri="{FF2B5EF4-FFF2-40B4-BE49-F238E27FC236}">
                  <a16:creationId xmlns:a16="http://schemas.microsoft.com/office/drawing/2014/main" id="{3471C0E6-8F05-A40C-2143-341C1DE8E209}"/>
                </a:ext>
              </a:extLst>
            </p:cNvPr>
            <p:cNvSpPr>
              <a:spLocks/>
            </p:cNvSpPr>
            <p:nvPr/>
          </p:nvSpPr>
          <p:spPr bwMode="auto">
            <a:xfrm>
              <a:off x="8102599" y="2908299"/>
              <a:ext cx="3924300" cy="0"/>
            </a:xfrm>
            <a:custGeom>
              <a:avLst/>
              <a:gdLst>
                <a:gd name="T0" fmla="*/ 0 w 3924300"/>
                <a:gd name="T1" fmla="*/ 0 h 21600"/>
                <a:gd name="T2" fmla="*/ 762000 w 3924300"/>
                <a:gd name="T3" fmla="*/ 0 h 21600"/>
                <a:gd name="T4" fmla="*/ 863600 w 3924300"/>
                <a:gd name="T5" fmla="*/ 0 h 21600"/>
                <a:gd name="T6" fmla="*/ 1549400 w 3924300"/>
                <a:gd name="T7" fmla="*/ 0 h 21600"/>
                <a:gd name="T8" fmla="*/ 1651000 w 3924300"/>
                <a:gd name="T9" fmla="*/ 0 h 21600"/>
                <a:gd name="T10" fmla="*/ 2349501 w 3924300"/>
                <a:gd name="T11" fmla="*/ 0 h 21600"/>
                <a:gd name="T12" fmla="*/ 2451101 w 3924300"/>
                <a:gd name="T13" fmla="*/ 0 h 21600"/>
                <a:gd name="T14" fmla="*/ 3136901 w 3924300"/>
                <a:gd name="T15" fmla="*/ 0 h 21600"/>
                <a:gd name="T16" fmla="*/ 3238501 w 3924300"/>
                <a:gd name="T17" fmla="*/ 0 h 21600"/>
                <a:gd name="T18" fmla="*/ 3924300 w 39243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924300" h="21600">
                  <a:moveTo>
                    <a:pt x="0" y="0"/>
                  </a:moveTo>
                  <a:lnTo>
                    <a:pt x="762000" y="0"/>
                  </a:lnTo>
                </a:path>
                <a:path w="3924300" h="21600">
                  <a:moveTo>
                    <a:pt x="863600" y="0"/>
                  </a:moveTo>
                  <a:lnTo>
                    <a:pt x="1549400" y="0"/>
                  </a:lnTo>
                </a:path>
                <a:path w="3924300" h="21600">
                  <a:moveTo>
                    <a:pt x="1651000" y="0"/>
                  </a:moveTo>
                  <a:lnTo>
                    <a:pt x="2349501" y="0"/>
                  </a:lnTo>
                </a:path>
                <a:path w="3924300" h="21600">
                  <a:moveTo>
                    <a:pt x="2451101" y="0"/>
                  </a:moveTo>
                  <a:lnTo>
                    <a:pt x="3136901" y="0"/>
                  </a:lnTo>
                </a:path>
                <a:path w="3924300" h="21600">
                  <a:moveTo>
                    <a:pt x="3238501" y="0"/>
                  </a:moveTo>
                  <a:lnTo>
                    <a:pt x="392430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 name="object 10">
              <a:extLst>
                <a:ext uri="{FF2B5EF4-FFF2-40B4-BE49-F238E27FC236}">
                  <a16:creationId xmlns:a16="http://schemas.microsoft.com/office/drawing/2014/main" id="{FCFE50AC-F7F6-DE2D-0230-CE1573EEABD4}"/>
                </a:ext>
              </a:extLst>
            </p:cNvPr>
            <p:cNvSpPr>
              <a:spLocks/>
            </p:cNvSpPr>
            <p:nvPr/>
          </p:nvSpPr>
          <p:spPr bwMode="auto">
            <a:xfrm>
              <a:off x="12014200" y="2847340"/>
              <a:ext cx="121920" cy="121920"/>
            </a:xfrm>
            <a:custGeom>
              <a:avLst/>
              <a:gdLst>
                <a:gd name="T0" fmla="*/ 0 w 121920"/>
                <a:gd name="T1" fmla="*/ 0 h 121919"/>
                <a:gd name="T2" fmla="*/ 0 w 121920"/>
                <a:gd name="T3" fmla="*/ 121921 h 121919"/>
                <a:gd name="T4" fmla="*/ 121920 w 121920"/>
                <a:gd name="T5" fmla="*/ 60959 h 121919"/>
                <a:gd name="T6" fmla="*/ 0 w 121920"/>
                <a:gd name="T7" fmla="*/ 0 h 1219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19">
                  <a:moveTo>
                    <a:pt x="0" y="0"/>
                  </a:moveTo>
                  <a:lnTo>
                    <a:pt x="0" y="121919"/>
                  </a:lnTo>
                  <a:lnTo>
                    <a:pt x="121920" y="6095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8" name="object 11">
              <a:extLst>
                <a:ext uri="{FF2B5EF4-FFF2-40B4-BE49-F238E27FC236}">
                  <a16:creationId xmlns:a16="http://schemas.microsoft.com/office/drawing/2014/main" id="{0CE89E9D-DB8B-19A2-920A-056BD8157C79}"/>
                </a:ext>
              </a:extLst>
            </p:cNvPr>
            <p:cNvSpPr>
              <a:spLocks/>
            </p:cNvSpPr>
            <p:nvPr/>
          </p:nvSpPr>
          <p:spPr bwMode="auto">
            <a:xfrm>
              <a:off x="8915399" y="2565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 name="object 12">
              <a:extLst>
                <a:ext uri="{FF2B5EF4-FFF2-40B4-BE49-F238E27FC236}">
                  <a16:creationId xmlns:a16="http://schemas.microsoft.com/office/drawing/2014/main" id="{54C8089B-B99F-56DA-EF7D-A0AE4A4C92B6}"/>
                </a:ext>
              </a:extLst>
            </p:cNvPr>
            <p:cNvSpPr>
              <a:spLocks/>
            </p:cNvSpPr>
            <p:nvPr/>
          </p:nvSpPr>
          <p:spPr bwMode="auto">
            <a:xfrm>
              <a:off x="9702800" y="1905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3">
              <a:extLst>
                <a:ext uri="{FF2B5EF4-FFF2-40B4-BE49-F238E27FC236}">
                  <a16:creationId xmlns:a16="http://schemas.microsoft.com/office/drawing/2014/main" id="{A556571E-2937-467C-6450-E4C2567ABE35}"/>
                </a:ext>
              </a:extLst>
            </p:cNvPr>
            <p:cNvSpPr>
              <a:spLocks/>
            </p:cNvSpPr>
            <p:nvPr/>
          </p:nvSpPr>
          <p:spPr bwMode="auto">
            <a:xfrm>
              <a:off x="10502900" y="2514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 name="object 14">
              <a:extLst>
                <a:ext uri="{FF2B5EF4-FFF2-40B4-BE49-F238E27FC236}">
                  <a16:creationId xmlns:a16="http://schemas.microsoft.com/office/drawing/2014/main" id="{CA8382E4-30AC-4444-40D4-9534F59D041A}"/>
                </a:ext>
              </a:extLst>
            </p:cNvPr>
            <p:cNvSpPr>
              <a:spLocks/>
            </p:cNvSpPr>
            <p:nvPr/>
          </p:nvSpPr>
          <p:spPr bwMode="auto">
            <a:xfrm>
              <a:off x="11290300" y="2628900"/>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p:sp>
        <p:nvSpPr>
          <p:cNvPr id="22" name="object 15">
            <a:extLst>
              <a:ext uri="{FF2B5EF4-FFF2-40B4-BE49-F238E27FC236}">
                <a16:creationId xmlns:a16="http://schemas.microsoft.com/office/drawing/2014/main" id="{B8EB1250-6CA3-ED45-62DD-9DD7640E8337}"/>
              </a:ext>
            </a:extLst>
          </p:cNvPr>
          <p:cNvSpPr txBox="1">
            <a:spLocks noChangeArrowheads="1"/>
          </p:cNvSpPr>
          <p:nvPr/>
        </p:nvSpPr>
        <p:spPr bwMode="auto">
          <a:xfrm>
            <a:off x="8788400" y="2830513"/>
            <a:ext cx="26289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1pPr>
            <a:lvl2pPr marL="742950" indent="-28575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2pPr>
            <a:lvl3pPr marL="11430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3pPr>
            <a:lvl4pPr marL="16002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4pPr>
            <a:lvl5pPr marL="2057400" indent="-228600">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804863" algn="l"/>
                <a:tab pos="1611313" algn="l"/>
                <a:tab pos="2403475" algn="l"/>
              </a:tabLs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1	2	3	4</a:t>
            </a:r>
            <a:endParaRPr lang="en-US" altLang="en-US" sz="3000" dirty="0">
              <a:latin typeface="Arial" panose="020B0604020202020204" pitchFamily="34" charset="0"/>
            </a:endParaRPr>
          </a:p>
        </p:txBody>
      </p:sp>
      <p:sp>
        <p:nvSpPr>
          <p:cNvPr id="23" name="object 16">
            <a:extLst>
              <a:ext uri="{FF2B5EF4-FFF2-40B4-BE49-F238E27FC236}">
                <a16:creationId xmlns:a16="http://schemas.microsoft.com/office/drawing/2014/main" id="{33B00FB0-C968-1199-DCA9-AC4B89A8BEE9}"/>
              </a:ext>
            </a:extLst>
          </p:cNvPr>
          <p:cNvSpPr txBox="1">
            <a:spLocks noChangeArrowheads="1"/>
          </p:cNvSpPr>
          <p:nvPr/>
        </p:nvSpPr>
        <p:spPr bwMode="auto">
          <a:xfrm>
            <a:off x="11817350" y="27003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p:sp>
        <p:nvSpPr>
          <p:cNvPr id="24" name="object 17">
            <a:extLst>
              <a:ext uri="{FF2B5EF4-FFF2-40B4-BE49-F238E27FC236}">
                <a16:creationId xmlns:a16="http://schemas.microsoft.com/office/drawing/2014/main" id="{11171C72-5277-80D1-80CE-1A97DF3F39A4}"/>
              </a:ext>
            </a:extLst>
          </p:cNvPr>
          <p:cNvSpPr txBox="1">
            <a:spLocks noChangeArrowheads="1"/>
          </p:cNvSpPr>
          <p:nvPr/>
        </p:nvSpPr>
        <p:spPr bwMode="auto">
          <a:xfrm>
            <a:off x="11806238" y="2408238"/>
            <a:ext cx="406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000" dirty="0">
                <a:solidFill>
                  <a:srgbClr val="000000"/>
                </a:solidFill>
                <a:latin typeface="Arial" panose="020B0604020202020204" pitchFamily="34" charset="0"/>
              </a:rPr>
              <a:t>…</a:t>
            </a:r>
            <a:endParaRPr lang="en-US" altLang="en-US" sz="3000" dirty="0">
              <a:latin typeface="Arial" panose="020B0604020202020204" pitchFamily="34" charset="0"/>
            </a:endParaRP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77BDA42-BE86-909B-A690-DAC6A24F89EC}"/>
                  </a:ext>
                </a:extLst>
              </p:cNvPr>
              <p:cNvSpPr txBox="1"/>
              <p:nvPr/>
            </p:nvSpPr>
            <p:spPr>
              <a:xfrm>
                <a:off x="3816460" y="2610148"/>
                <a:ext cx="1804405"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𝐾</m:t>
                      </m:r>
                      <m:r>
                        <a:rPr lang="en-US" sz="3000" b="0" i="1" smtClean="0">
                          <a:latin typeface="Cambria Math" panose="02040503050406030204" pitchFamily="18" charset="0"/>
                        </a:rPr>
                        <m:t>=1,2,…</m:t>
                      </m:r>
                    </m:oMath>
                  </m:oMathPara>
                </a14:m>
                <a:endParaRPr lang="en-US" sz="3000" dirty="0"/>
              </a:p>
            </p:txBody>
          </p:sp>
        </mc:Choice>
        <mc:Fallback>
          <p:sp>
            <p:nvSpPr>
              <p:cNvPr id="12" name="TextBox 11">
                <a:extLst>
                  <a:ext uri="{FF2B5EF4-FFF2-40B4-BE49-F238E27FC236}">
                    <a16:creationId xmlns:a16="http://schemas.microsoft.com/office/drawing/2014/main" id="{D77BDA42-BE86-909B-A690-DAC6A24F89EC}"/>
                  </a:ext>
                </a:extLst>
              </p:cNvPr>
              <p:cNvSpPr txBox="1">
                <a:spLocks noRot="1" noChangeAspect="1" noMove="1" noResize="1" noEditPoints="1" noAdjustHandles="1" noChangeArrowheads="1" noChangeShapeType="1" noTextEdit="1"/>
              </p:cNvSpPr>
              <p:nvPr/>
            </p:nvSpPr>
            <p:spPr>
              <a:xfrm>
                <a:off x="3816460" y="2610148"/>
                <a:ext cx="1804405" cy="461665"/>
              </a:xfrm>
              <a:prstGeom prst="rect">
                <a:avLst/>
              </a:prstGeom>
              <a:blipFill>
                <a:blip r:embed="rId4"/>
                <a:stretch>
                  <a:fillRect l="-4196" b="-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96B6BA9-3095-534D-203C-76CA02B50575}"/>
                  </a:ext>
                </a:extLst>
              </p:cNvPr>
              <p:cNvSpPr txBox="1"/>
              <p:nvPr/>
            </p:nvSpPr>
            <p:spPr>
              <a:xfrm>
                <a:off x="1029792" y="2624942"/>
                <a:ext cx="2589490" cy="46166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𝑘</m:t>
                          </m:r>
                        </m:sub>
                      </m:sSub>
                      <m:r>
                        <a:rPr lang="en-US" sz="3000" b="0" i="1" smtClean="0">
                          <a:latin typeface="Cambria Math" panose="02040503050406030204" pitchFamily="18" charset="0"/>
                        </a:rPr>
                        <m:t>∼</m:t>
                      </m:r>
                      <m:r>
                        <a:rPr lang="en-US" sz="3000" b="0" i="1" smtClean="0">
                          <a:latin typeface="Cambria Math" panose="02040503050406030204" pitchFamily="18" charset="0"/>
                        </a:rPr>
                        <m:t>𝑁</m:t>
                      </m:r>
                      <m:d>
                        <m:dPr>
                          <m:ctrlPr>
                            <a:rPr lang="en-US" sz="3000" b="0" i="1" smtClean="0">
                              <a:latin typeface="Cambria Math" panose="02040503050406030204" pitchFamily="18" charset="0"/>
                            </a:rPr>
                          </m:ctrlPr>
                        </m:dPr>
                        <m:e>
                          <m:sSub>
                            <m:sSubPr>
                              <m:ctrlPr>
                                <a:rPr lang="en-US" sz="3000" b="0" i="1" smtClean="0">
                                  <a:latin typeface="Cambria Math" panose="02040503050406030204" pitchFamily="18" charset="0"/>
                                </a:rPr>
                              </m:ctrlPr>
                            </m:sSubPr>
                            <m:e>
                              <m:r>
                                <a:rPr lang="en-US" sz="3000" b="0" i="1" smtClean="0">
                                  <a:latin typeface="Cambria Math" panose="02040503050406030204" pitchFamily="18" charset="0"/>
                                </a:rPr>
                                <m:t>𝜇</m:t>
                              </m:r>
                            </m:e>
                            <m:sub>
                              <m:r>
                                <a:rPr lang="en-US" sz="3000" b="0" i="1" smtClean="0">
                                  <a:latin typeface="Cambria Math" panose="02040503050406030204" pitchFamily="18" charset="0"/>
                                </a:rPr>
                                <m:t>0</m:t>
                              </m:r>
                            </m:sub>
                          </m:sSub>
                          <m:r>
                            <a:rPr lang="en-US" sz="3000" b="0" i="1" smtClean="0">
                              <a:latin typeface="Cambria Math" panose="02040503050406030204" pitchFamily="18" charset="0"/>
                            </a:rPr>
                            <m:t>,</m:t>
                          </m:r>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Σ</m:t>
                              </m:r>
                            </m:e>
                            <m:sub>
                              <m:r>
                                <a:rPr lang="en-US" sz="3000" b="0" i="1" smtClean="0">
                                  <a:latin typeface="Cambria Math" panose="02040503050406030204" pitchFamily="18" charset="0"/>
                                </a:rPr>
                                <m:t>0</m:t>
                              </m:r>
                            </m:sub>
                          </m:sSub>
                        </m:e>
                      </m:d>
                      <m:r>
                        <a:rPr lang="en-US" sz="3000" b="0" i="1" smtClean="0">
                          <a:latin typeface="Cambria Math" panose="02040503050406030204" pitchFamily="18" charset="0"/>
                        </a:rPr>
                        <m:t>,</m:t>
                      </m:r>
                    </m:oMath>
                  </m:oMathPara>
                </a14:m>
                <a:endParaRPr lang="en-US" sz="3000" dirty="0"/>
              </a:p>
            </p:txBody>
          </p:sp>
        </mc:Choice>
        <mc:Fallback>
          <p:sp>
            <p:nvSpPr>
              <p:cNvPr id="13" name="TextBox 12">
                <a:extLst>
                  <a:ext uri="{FF2B5EF4-FFF2-40B4-BE49-F238E27FC236}">
                    <a16:creationId xmlns:a16="http://schemas.microsoft.com/office/drawing/2014/main" id="{396B6BA9-3095-534D-203C-76CA02B50575}"/>
                  </a:ext>
                </a:extLst>
              </p:cNvPr>
              <p:cNvSpPr txBox="1">
                <a:spLocks noRot="1" noChangeAspect="1" noMove="1" noResize="1" noEditPoints="1" noAdjustHandles="1" noChangeArrowheads="1" noChangeShapeType="1" noTextEdit="1"/>
              </p:cNvSpPr>
              <p:nvPr/>
            </p:nvSpPr>
            <p:spPr>
              <a:xfrm>
                <a:off x="1029792" y="2624942"/>
                <a:ext cx="2589490" cy="461665"/>
              </a:xfrm>
              <a:prstGeom prst="rect">
                <a:avLst/>
              </a:prstGeom>
              <a:blipFill>
                <a:blip r:embed="rId5"/>
                <a:stretch>
                  <a:fillRect l="-2927" b="-2432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3454E9E4-99E9-53C4-D60A-E7C80A79BCF8}"/>
                  </a:ext>
                </a:extLst>
              </p:cNvPr>
              <p:cNvSpPr txBox="1"/>
              <p:nvPr/>
            </p:nvSpPr>
            <p:spPr>
              <a:xfrm>
                <a:off x="1637389" y="25005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14" name="TextBox 13">
                <a:extLst>
                  <a:ext uri="{FF2B5EF4-FFF2-40B4-BE49-F238E27FC236}">
                    <a16:creationId xmlns:a16="http://schemas.microsoft.com/office/drawing/2014/main" id="{3454E9E4-99E9-53C4-D60A-E7C80A79BCF8}"/>
                  </a:ext>
                </a:extLst>
              </p:cNvPr>
              <p:cNvSpPr txBox="1">
                <a:spLocks noRot="1" noChangeAspect="1" noMove="1" noResize="1" noEditPoints="1" noAdjustHandles="1" noChangeArrowheads="1" noChangeShapeType="1" noTextEdit="1"/>
              </p:cNvSpPr>
              <p:nvPr/>
            </p:nvSpPr>
            <p:spPr>
              <a:xfrm>
                <a:off x="1637389" y="2500536"/>
                <a:ext cx="340734" cy="276999"/>
              </a:xfrm>
              <a:prstGeom prst="rect">
                <a:avLst/>
              </a:prstGeom>
              <a:blipFill>
                <a:blip r:embed="rId6"/>
                <a:stretch>
                  <a:fillRect l="-18519" r="-14815" b="-8696"/>
                </a:stretch>
              </a:blipFill>
            </p:spPr>
            <p:txBody>
              <a:bodyPr/>
              <a:lstStyle/>
              <a:p>
                <a:r>
                  <a:rPr lang="en-US">
                    <a:noFill/>
                  </a:rPr>
                  <a:t> </a:t>
                </a:r>
              </a:p>
            </p:txBody>
          </p:sp>
        </mc:Fallback>
      </mc:AlternateContent>
      <p:grpSp>
        <p:nvGrpSpPr>
          <p:cNvPr id="27" name="object 20">
            <a:extLst>
              <a:ext uri="{FF2B5EF4-FFF2-40B4-BE49-F238E27FC236}">
                <a16:creationId xmlns:a16="http://schemas.microsoft.com/office/drawing/2014/main" id="{5A019A98-37AB-F6BE-D24E-CCAC58D7C60B}"/>
              </a:ext>
            </a:extLst>
          </p:cNvPr>
          <p:cNvGrpSpPr>
            <a:grpSpLocks/>
          </p:cNvGrpSpPr>
          <p:nvPr/>
        </p:nvGrpSpPr>
        <p:grpSpPr bwMode="auto">
          <a:xfrm>
            <a:off x="787400" y="3429000"/>
            <a:ext cx="11938000" cy="2460625"/>
            <a:chOff x="787400" y="3429000"/>
            <a:chExt cx="11938000" cy="2461260"/>
          </a:xfrm>
        </p:grpSpPr>
        <p:sp>
          <p:nvSpPr>
            <p:cNvPr id="28" name="object 21">
              <a:extLst>
                <a:ext uri="{FF2B5EF4-FFF2-40B4-BE49-F238E27FC236}">
                  <a16:creationId xmlns:a16="http://schemas.microsoft.com/office/drawing/2014/main" id="{56E0E259-A9CB-1F5A-1F7D-E1805421555E}"/>
                </a:ext>
              </a:extLst>
            </p:cNvPr>
            <p:cNvSpPr>
              <a:spLocks/>
            </p:cNvSpPr>
            <p:nvPr/>
          </p:nvSpPr>
          <p:spPr bwMode="auto">
            <a:xfrm>
              <a:off x="787400" y="3429000"/>
              <a:ext cx="11938000" cy="1333500"/>
            </a:xfrm>
            <a:custGeom>
              <a:avLst/>
              <a:gdLst>
                <a:gd name="T0" fmla="*/ 0 w 11938000"/>
                <a:gd name="T1" fmla="*/ 0 h 1333500"/>
                <a:gd name="T2" fmla="*/ 11938000 w 11938000"/>
                <a:gd name="T3" fmla="*/ 0 h 1333500"/>
                <a:gd name="T4" fmla="*/ 11938000 w 11938000"/>
                <a:gd name="T5" fmla="*/ 1333500 h 1333500"/>
                <a:gd name="T6" fmla="*/ 0 w 11938000"/>
                <a:gd name="T7" fmla="*/ 1333500 h 1333500"/>
                <a:gd name="T8" fmla="*/ 0 w 11938000"/>
                <a:gd name="T9" fmla="*/ 0 h 1333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38000" h="1333500">
                  <a:moveTo>
                    <a:pt x="0" y="0"/>
                  </a:moveTo>
                  <a:lnTo>
                    <a:pt x="11938000" y="0"/>
                  </a:lnTo>
                  <a:lnTo>
                    <a:pt x="11938000" y="1333500"/>
                  </a:lnTo>
                  <a:lnTo>
                    <a:pt x="0" y="1333500"/>
                  </a:lnTo>
                  <a:lnTo>
                    <a:pt x="0" y="0"/>
                  </a:lnTo>
                  <a:close/>
                </a:path>
              </a:pathLst>
            </a:custGeom>
            <a:solidFill>
              <a:srgbClr val="FFFFFF"/>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dirty="0"/>
            </a:p>
          </p:txBody>
        </p:sp>
        <p:sp>
          <p:nvSpPr>
            <p:cNvPr id="29" name="object 22">
              <a:extLst>
                <a:ext uri="{FF2B5EF4-FFF2-40B4-BE49-F238E27FC236}">
                  <a16:creationId xmlns:a16="http://schemas.microsoft.com/office/drawing/2014/main" id="{FD30B1B5-036C-6995-8FBB-8C2BF2822B47}"/>
                </a:ext>
              </a:extLst>
            </p:cNvPr>
            <p:cNvSpPr>
              <a:spLocks/>
            </p:cNvSpPr>
            <p:nvPr/>
          </p:nvSpPr>
          <p:spPr bwMode="auto">
            <a:xfrm>
              <a:off x="8204199" y="4368800"/>
              <a:ext cx="0" cy="1460500"/>
            </a:xfrm>
            <a:custGeom>
              <a:avLst/>
              <a:gdLst>
                <a:gd name="T0" fmla="*/ 0 w 21600"/>
                <a:gd name="T1" fmla="*/ 1460499 h 1460500"/>
                <a:gd name="T2" fmla="*/ 0 w 21600"/>
                <a:gd name="T3" fmla="*/ 18534 h 1460500"/>
                <a:gd name="T4" fmla="*/ 0 w 21600"/>
                <a:gd name="T5" fmla="*/ 0 h 1460500"/>
                <a:gd name="T6" fmla="*/ 0 60000 65536"/>
                <a:gd name="T7" fmla="*/ 0 60000 65536"/>
                <a:gd name="T8" fmla="*/ 0 60000 65536"/>
              </a:gdLst>
              <a:ahLst/>
              <a:cxnLst>
                <a:cxn ang="T6">
                  <a:pos x="T0" y="T1"/>
                </a:cxn>
                <a:cxn ang="T7">
                  <a:pos x="T2" y="T3"/>
                </a:cxn>
                <a:cxn ang="T8">
                  <a:pos x="T4" y="T5"/>
                </a:cxn>
              </a:cxnLst>
              <a:rect l="0" t="0" r="r" b="b"/>
              <a:pathLst>
                <a:path w="21600" h="1460500">
                  <a:moveTo>
                    <a:pt x="0" y="1460499"/>
                  </a:moveTo>
                  <a:lnTo>
                    <a:pt x="0" y="18534"/>
                  </a:lnTo>
                  <a:lnTo>
                    <a:pt x="0"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0" name="object 23">
              <a:extLst>
                <a:ext uri="{FF2B5EF4-FFF2-40B4-BE49-F238E27FC236}">
                  <a16:creationId xmlns:a16="http://schemas.microsoft.com/office/drawing/2014/main" id="{EED899AA-BFCD-565C-27D6-2AF46A63F455}"/>
                </a:ext>
              </a:extLst>
            </p:cNvPr>
            <p:cNvSpPr>
              <a:spLocks/>
            </p:cNvSpPr>
            <p:nvPr/>
          </p:nvSpPr>
          <p:spPr bwMode="auto">
            <a:xfrm>
              <a:off x="8143240" y="4259580"/>
              <a:ext cx="121920" cy="121920"/>
            </a:xfrm>
            <a:custGeom>
              <a:avLst/>
              <a:gdLst>
                <a:gd name="T0" fmla="*/ 60959 w 121920"/>
                <a:gd name="T1" fmla="*/ 0 h 121920"/>
                <a:gd name="T2" fmla="*/ 0 w 121920"/>
                <a:gd name="T3" fmla="*/ 121920 h 121920"/>
                <a:gd name="T4" fmla="*/ 121919 w 121920"/>
                <a:gd name="T5" fmla="*/ 121920 h 121920"/>
                <a:gd name="T6" fmla="*/ 60959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60959" y="0"/>
                  </a:moveTo>
                  <a:lnTo>
                    <a:pt x="0" y="121920"/>
                  </a:lnTo>
                  <a:lnTo>
                    <a:pt x="121919" y="121920"/>
                  </a:lnTo>
                  <a:lnTo>
                    <a:pt x="60959"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1" name="object 24">
              <a:extLst>
                <a:ext uri="{FF2B5EF4-FFF2-40B4-BE49-F238E27FC236}">
                  <a16:creationId xmlns:a16="http://schemas.microsoft.com/office/drawing/2014/main" id="{3E1C1DD0-94C4-6EB4-A506-D11CEDBB1F3F}"/>
                </a:ext>
              </a:extLst>
            </p:cNvPr>
            <p:cNvSpPr>
              <a:spLocks/>
            </p:cNvSpPr>
            <p:nvPr/>
          </p:nvSpPr>
          <p:spPr bwMode="auto">
            <a:xfrm>
              <a:off x="8191500" y="5829299"/>
              <a:ext cx="3924300" cy="0"/>
            </a:xfrm>
            <a:custGeom>
              <a:avLst/>
              <a:gdLst>
                <a:gd name="T0" fmla="*/ 0 w 3924300"/>
                <a:gd name="T1" fmla="*/ 0 h 21600"/>
                <a:gd name="T2" fmla="*/ 761998 w 3924300"/>
                <a:gd name="T3" fmla="*/ 0 h 21600"/>
                <a:gd name="T4" fmla="*/ 863598 w 3924300"/>
                <a:gd name="T5" fmla="*/ 0 h 21600"/>
                <a:gd name="T6" fmla="*/ 1015999 w 3924300"/>
                <a:gd name="T7" fmla="*/ 0 h 21600"/>
                <a:gd name="T8" fmla="*/ 1117599 w 3924300"/>
                <a:gd name="T9" fmla="*/ 0 h 21600"/>
                <a:gd name="T10" fmla="*/ 2070099 w 3924300"/>
                <a:gd name="T11" fmla="*/ 0 h 21600"/>
                <a:gd name="T12" fmla="*/ 2171699 w 3924300"/>
                <a:gd name="T13" fmla="*/ 0 h 21600"/>
                <a:gd name="T14" fmla="*/ 3924299 w 39243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24300" h="21600">
                  <a:moveTo>
                    <a:pt x="0" y="0"/>
                  </a:moveTo>
                  <a:lnTo>
                    <a:pt x="761998" y="0"/>
                  </a:lnTo>
                </a:path>
                <a:path w="3924300" h="21600">
                  <a:moveTo>
                    <a:pt x="863598" y="0"/>
                  </a:moveTo>
                  <a:lnTo>
                    <a:pt x="1015999" y="0"/>
                  </a:lnTo>
                </a:path>
                <a:path w="3924300" h="21600">
                  <a:moveTo>
                    <a:pt x="1117599" y="0"/>
                  </a:moveTo>
                  <a:lnTo>
                    <a:pt x="2070099" y="0"/>
                  </a:lnTo>
                </a:path>
                <a:path w="3924300" h="21600">
                  <a:moveTo>
                    <a:pt x="2171699" y="0"/>
                  </a:moveTo>
                  <a:lnTo>
                    <a:pt x="3924299" y="0"/>
                  </a:lnTo>
                </a:path>
              </a:pathLst>
            </a:custGeom>
            <a:noFill/>
            <a:ln w="254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2" name="object 25">
              <a:extLst>
                <a:ext uri="{FF2B5EF4-FFF2-40B4-BE49-F238E27FC236}">
                  <a16:creationId xmlns:a16="http://schemas.microsoft.com/office/drawing/2014/main" id="{4717490A-6142-0A90-CFAB-78B05E5F20AC}"/>
                </a:ext>
              </a:extLst>
            </p:cNvPr>
            <p:cNvSpPr>
              <a:spLocks/>
            </p:cNvSpPr>
            <p:nvPr/>
          </p:nvSpPr>
          <p:spPr bwMode="auto">
            <a:xfrm>
              <a:off x="12103100" y="5768339"/>
              <a:ext cx="121920" cy="121920"/>
            </a:xfrm>
            <a:custGeom>
              <a:avLst/>
              <a:gdLst>
                <a:gd name="T0" fmla="*/ 0 w 121920"/>
                <a:gd name="T1" fmla="*/ 0 h 121920"/>
                <a:gd name="T2" fmla="*/ 0 w 121920"/>
                <a:gd name="T3" fmla="*/ 121920 h 121920"/>
                <a:gd name="T4" fmla="*/ 121920 w 121920"/>
                <a:gd name="T5" fmla="*/ 60960 h 121920"/>
                <a:gd name="T6" fmla="*/ 0 w 121920"/>
                <a:gd name="T7" fmla="*/ 0 h 1219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1920" h="121920">
                  <a:moveTo>
                    <a:pt x="0" y="0"/>
                  </a:moveTo>
                  <a:lnTo>
                    <a:pt x="0" y="121920"/>
                  </a:lnTo>
                  <a:lnTo>
                    <a:pt x="121920" y="60960"/>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3" name="object 26">
              <a:extLst>
                <a:ext uri="{FF2B5EF4-FFF2-40B4-BE49-F238E27FC236}">
                  <a16:creationId xmlns:a16="http://schemas.microsoft.com/office/drawing/2014/main" id="{C6694399-19F0-C2FC-863D-CF811A8BC3AD}"/>
                </a:ext>
              </a:extLst>
            </p:cNvPr>
            <p:cNvSpPr>
              <a:spLocks/>
            </p:cNvSpPr>
            <p:nvPr/>
          </p:nvSpPr>
          <p:spPr bwMode="auto">
            <a:xfrm>
              <a:off x="9004299" y="5486400"/>
              <a:ext cx="0" cy="355600"/>
            </a:xfrm>
            <a:custGeom>
              <a:avLst/>
              <a:gdLst>
                <a:gd name="T0" fmla="*/ 0 w 21600"/>
                <a:gd name="T1" fmla="*/ 355600 h 355600"/>
                <a:gd name="T2" fmla="*/ 0 w 21600"/>
                <a:gd name="T3" fmla="*/ 0 h 355600"/>
                <a:gd name="T4" fmla="*/ 0 60000 65536"/>
                <a:gd name="T5" fmla="*/ 0 60000 65536"/>
              </a:gdLst>
              <a:ahLst/>
              <a:cxnLst>
                <a:cxn ang="T4">
                  <a:pos x="T0" y="T1"/>
                </a:cxn>
                <a:cxn ang="T5">
                  <a:pos x="T2" y="T3"/>
                </a:cxn>
              </a:cxnLst>
              <a:rect l="0" t="0" r="r" b="b"/>
              <a:pathLst>
                <a:path w="21600" h="355600">
                  <a:moveTo>
                    <a:pt x="0" y="3556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4" name="object 27">
              <a:extLst>
                <a:ext uri="{FF2B5EF4-FFF2-40B4-BE49-F238E27FC236}">
                  <a16:creationId xmlns:a16="http://schemas.microsoft.com/office/drawing/2014/main" id="{3A4C271A-5ED1-F83C-20CB-5F92B1A07DE1}"/>
                </a:ext>
              </a:extLst>
            </p:cNvPr>
            <p:cNvSpPr>
              <a:spLocks/>
            </p:cNvSpPr>
            <p:nvPr/>
          </p:nvSpPr>
          <p:spPr bwMode="auto">
            <a:xfrm>
              <a:off x="9258300" y="4826000"/>
              <a:ext cx="0" cy="1016000"/>
            </a:xfrm>
            <a:custGeom>
              <a:avLst/>
              <a:gdLst>
                <a:gd name="T0" fmla="*/ 0 w 21600"/>
                <a:gd name="T1" fmla="*/ 1016000 h 1016000"/>
                <a:gd name="T2" fmla="*/ 0 w 21600"/>
                <a:gd name="T3" fmla="*/ 0 h 1016000"/>
                <a:gd name="T4" fmla="*/ 0 60000 65536"/>
                <a:gd name="T5" fmla="*/ 0 60000 65536"/>
              </a:gdLst>
              <a:ahLst/>
              <a:cxnLst>
                <a:cxn ang="T4">
                  <a:pos x="T0" y="T1"/>
                </a:cxn>
                <a:cxn ang="T5">
                  <a:pos x="T2" y="T3"/>
                </a:cxn>
              </a:cxnLst>
              <a:rect l="0" t="0" r="r" b="b"/>
              <a:pathLst>
                <a:path w="21600" h="1016000">
                  <a:moveTo>
                    <a:pt x="0" y="10160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6" name="object 28">
              <a:extLst>
                <a:ext uri="{FF2B5EF4-FFF2-40B4-BE49-F238E27FC236}">
                  <a16:creationId xmlns:a16="http://schemas.microsoft.com/office/drawing/2014/main" id="{9CE41938-7844-4FF1-F6D7-15D4912F7680}"/>
                </a:ext>
              </a:extLst>
            </p:cNvPr>
            <p:cNvSpPr>
              <a:spLocks/>
            </p:cNvSpPr>
            <p:nvPr/>
          </p:nvSpPr>
          <p:spPr bwMode="auto">
            <a:xfrm>
              <a:off x="10312400" y="5435600"/>
              <a:ext cx="0" cy="406400"/>
            </a:xfrm>
            <a:custGeom>
              <a:avLst/>
              <a:gdLst>
                <a:gd name="T0" fmla="*/ 0 w 21600"/>
                <a:gd name="T1" fmla="*/ 406400 h 406400"/>
                <a:gd name="T2" fmla="*/ 0 w 21600"/>
                <a:gd name="T3" fmla="*/ 0 h 406400"/>
                <a:gd name="T4" fmla="*/ 0 60000 65536"/>
                <a:gd name="T5" fmla="*/ 0 60000 65536"/>
              </a:gdLst>
              <a:ahLst/>
              <a:cxnLst>
                <a:cxn ang="T4">
                  <a:pos x="T0" y="T1"/>
                </a:cxn>
                <a:cxn ang="T5">
                  <a:pos x="T2" y="T3"/>
                </a:cxn>
              </a:cxnLst>
              <a:rect l="0" t="0" r="r" b="b"/>
              <a:pathLst>
                <a:path w="21600" h="406400">
                  <a:moveTo>
                    <a:pt x="0" y="4064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7" name="object 29">
              <a:extLst>
                <a:ext uri="{FF2B5EF4-FFF2-40B4-BE49-F238E27FC236}">
                  <a16:creationId xmlns:a16="http://schemas.microsoft.com/office/drawing/2014/main" id="{06667A38-7029-231C-E009-7817F086A9C3}"/>
                </a:ext>
              </a:extLst>
            </p:cNvPr>
            <p:cNvSpPr>
              <a:spLocks/>
            </p:cNvSpPr>
            <p:nvPr/>
          </p:nvSpPr>
          <p:spPr bwMode="auto">
            <a:xfrm>
              <a:off x="10198100" y="5537199"/>
              <a:ext cx="0" cy="292100"/>
            </a:xfrm>
            <a:custGeom>
              <a:avLst/>
              <a:gdLst>
                <a:gd name="T0" fmla="*/ 0 w 21600"/>
                <a:gd name="T1" fmla="*/ 292100 h 292100"/>
                <a:gd name="T2" fmla="*/ 0 w 21600"/>
                <a:gd name="T3" fmla="*/ 0 h 292100"/>
                <a:gd name="T4" fmla="*/ 0 60000 65536"/>
                <a:gd name="T5" fmla="*/ 0 60000 65536"/>
              </a:gdLst>
              <a:ahLst/>
              <a:cxnLst>
                <a:cxn ang="T4">
                  <a:pos x="T0" y="T1"/>
                </a:cxn>
                <a:cxn ang="T5">
                  <a:pos x="T2" y="T3"/>
                </a:cxn>
              </a:cxnLst>
              <a:rect l="0" t="0" r="r" b="b"/>
              <a:pathLst>
                <a:path w="21600" h="292100">
                  <a:moveTo>
                    <a:pt x="0" y="2921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8" name="object 30">
              <a:extLst>
                <a:ext uri="{FF2B5EF4-FFF2-40B4-BE49-F238E27FC236}">
                  <a16:creationId xmlns:a16="http://schemas.microsoft.com/office/drawing/2014/main" id="{E8982017-D81B-FE7B-9848-6479D356C478}"/>
                </a:ext>
              </a:extLst>
            </p:cNvPr>
            <p:cNvSpPr>
              <a:spLocks/>
            </p:cNvSpPr>
            <p:nvPr/>
          </p:nvSpPr>
          <p:spPr bwMode="auto">
            <a:xfrm>
              <a:off x="9740887" y="5715012"/>
              <a:ext cx="1105535" cy="114300"/>
            </a:xfrm>
            <a:custGeom>
              <a:avLst/>
              <a:gdLst>
                <a:gd name="T0" fmla="*/ 101600 w 1105534"/>
                <a:gd name="T1" fmla="*/ 0 h 114300"/>
                <a:gd name="T2" fmla="*/ 0 w 1105534"/>
                <a:gd name="T3" fmla="*/ 0 h 114300"/>
                <a:gd name="T4" fmla="*/ 0 w 1105534"/>
                <a:gd name="T5" fmla="*/ 114300 h 114300"/>
                <a:gd name="T6" fmla="*/ 101600 w 1105534"/>
                <a:gd name="T7" fmla="*/ 114300 h 114300"/>
                <a:gd name="T8" fmla="*/ 101600 w 1105534"/>
                <a:gd name="T9" fmla="*/ 0 h 114300"/>
                <a:gd name="T10" fmla="*/ 1104914 w 1105534"/>
                <a:gd name="T11" fmla="*/ 0 h 114300"/>
                <a:gd name="T12" fmla="*/ 1003314 w 1105534"/>
                <a:gd name="T13" fmla="*/ 0 h 114300"/>
                <a:gd name="T14" fmla="*/ 1003314 w 1105534"/>
                <a:gd name="T15" fmla="*/ 114300 h 114300"/>
                <a:gd name="T16" fmla="*/ 1104914 w 1105534"/>
                <a:gd name="T17" fmla="*/ 114300 h 114300"/>
                <a:gd name="T18" fmla="*/ 1104914 w 1105534"/>
                <a:gd name="T19" fmla="*/ 0 h 1143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05534" h="114300">
                  <a:moveTo>
                    <a:pt x="101600" y="0"/>
                  </a:moveTo>
                  <a:lnTo>
                    <a:pt x="0" y="0"/>
                  </a:lnTo>
                  <a:lnTo>
                    <a:pt x="0" y="114300"/>
                  </a:lnTo>
                  <a:lnTo>
                    <a:pt x="101600" y="114300"/>
                  </a:lnTo>
                  <a:lnTo>
                    <a:pt x="101600" y="0"/>
                  </a:lnTo>
                  <a:close/>
                </a:path>
                <a:path w="1105534" h="114300">
                  <a:moveTo>
                    <a:pt x="1104912" y="0"/>
                  </a:moveTo>
                  <a:lnTo>
                    <a:pt x="1003312" y="0"/>
                  </a:lnTo>
                  <a:lnTo>
                    <a:pt x="1003312" y="114300"/>
                  </a:lnTo>
                  <a:lnTo>
                    <a:pt x="1104912" y="114300"/>
                  </a:lnTo>
                  <a:lnTo>
                    <a:pt x="1104912" y="0"/>
                  </a:lnTo>
                  <a:close/>
                </a:path>
              </a:pathLst>
            </a:custGeom>
            <a:solidFill>
              <a:srgbClr val="C82506"/>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39" name="object 31">
              <a:extLst>
                <a:ext uri="{FF2B5EF4-FFF2-40B4-BE49-F238E27FC236}">
                  <a16:creationId xmlns:a16="http://schemas.microsoft.com/office/drawing/2014/main" id="{D88BB630-1AD4-6B56-B49A-D97C728B6B67}"/>
                </a:ext>
              </a:extLst>
            </p:cNvPr>
            <p:cNvSpPr>
              <a:spLocks/>
            </p:cNvSpPr>
            <p:nvPr/>
          </p:nvSpPr>
          <p:spPr bwMode="auto">
            <a:xfrm>
              <a:off x="8724900" y="5778500"/>
              <a:ext cx="0" cy="50800"/>
            </a:xfrm>
            <a:custGeom>
              <a:avLst/>
              <a:gdLst>
                <a:gd name="T0" fmla="*/ 0 w 21600"/>
                <a:gd name="T1" fmla="*/ 50800 h 50800"/>
                <a:gd name="T2" fmla="*/ 0 w 21600"/>
                <a:gd name="T3" fmla="*/ 0 h 50800"/>
                <a:gd name="T4" fmla="*/ 0 60000 65536"/>
                <a:gd name="T5" fmla="*/ 0 60000 65536"/>
              </a:gdLst>
              <a:ahLst/>
              <a:cxnLst>
                <a:cxn ang="T4">
                  <a:pos x="T0" y="T1"/>
                </a:cxn>
                <a:cxn ang="T5">
                  <a:pos x="T2" y="T3"/>
                </a:cxn>
              </a:cxnLst>
              <a:rect l="0" t="0" r="r" b="b"/>
              <a:pathLst>
                <a:path w="21600" h="50800">
                  <a:moveTo>
                    <a:pt x="0" y="50800"/>
                  </a:moveTo>
                  <a:lnTo>
                    <a:pt x="0" y="0"/>
                  </a:lnTo>
                </a:path>
              </a:pathLst>
            </a:custGeom>
            <a:noFill/>
            <a:ln w="101600" algn="ctr">
              <a:solidFill>
                <a:srgbClr val="C82506"/>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grpSp>
      <mc:AlternateContent xmlns:mc="http://schemas.openxmlformats.org/markup-compatibility/2006">
        <mc:Choice xmlns:a14="http://schemas.microsoft.com/office/drawing/2010/main" Requires="a14">
          <p:sp>
            <p:nvSpPr>
              <p:cNvPr id="40" name="object 34">
                <a:extLst>
                  <a:ext uri="{FF2B5EF4-FFF2-40B4-BE49-F238E27FC236}">
                    <a16:creationId xmlns:a16="http://schemas.microsoft.com/office/drawing/2014/main" id="{9E106C29-6F3B-645A-F508-89ED7762AF9E}"/>
                  </a:ext>
                </a:extLst>
              </p:cNvPr>
              <p:cNvSpPr txBox="1">
                <a:spLocks noChangeArrowheads="1"/>
              </p:cNvSpPr>
              <p:nvPr/>
            </p:nvSpPr>
            <p:spPr bwMode="auto">
              <a:xfrm>
                <a:off x="9066931" y="5812904"/>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𝜇</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0" name="object 34">
                <a:extLst>
                  <a:ext uri="{FF2B5EF4-FFF2-40B4-BE49-F238E27FC236}">
                    <a16:creationId xmlns:a16="http://schemas.microsoft.com/office/drawing/2014/main" id="{9E106C29-6F3B-645A-F508-89ED7762AF9E}"/>
                  </a:ext>
                </a:extLst>
              </p:cNvPr>
              <p:cNvSpPr txBox="1">
                <a:spLocks noRot="1" noChangeAspect="1" noMove="1" noResize="1" noEditPoints="1" noAdjustHandles="1" noChangeArrowheads="1" noChangeShapeType="1" noTextEdit="1"/>
              </p:cNvSpPr>
              <p:nvPr/>
            </p:nvSpPr>
            <p:spPr bwMode="auto">
              <a:xfrm>
                <a:off x="9066931" y="5812904"/>
                <a:ext cx="531813" cy="325089"/>
              </a:xfrm>
              <a:prstGeom prst="rect">
                <a:avLst/>
              </a:prstGeom>
              <a:blipFill>
                <a:blip r:embed="rId7"/>
                <a:stretch>
                  <a:fillRect b="-185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object 34">
                <a:extLst>
                  <a:ext uri="{FF2B5EF4-FFF2-40B4-BE49-F238E27FC236}">
                    <a16:creationId xmlns:a16="http://schemas.microsoft.com/office/drawing/2014/main" id="{4B4ABE42-9121-BB72-70A4-672D33FF3F67}"/>
                  </a:ext>
                </a:extLst>
              </p:cNvPr>
              <p:cNvSpPr txBox="1">
                <a:spLocks noChangeArrowheads="1"/>
              </p:cNvSpPr>
              <p:nvPr/>
            </p:nvSpPr>
            <p:spPr bwMode="auto">
              <a:xfrm>
                <a:off x="9042693" y="4401485"/>
                <a:ext cx="531813" cy="325089"/>
              </a:xfrm>
              <a:prstGeom prst="rect">
                <a:avLst/>
              </a:prstGeom>
              <a:noFill/>
              <a:ln>
                <a:noFill/>
              </a:ln>
              <a:extLst>
                <a:ext uri="{909E8E84-426E-40DD-AFC4-6F175D3DCCD1}">
                  <a14:hiddenFill>
                    <a:solidFill>
                      <a:srgbClr val="FFFFFF"/>
                    </a:solidFill>
                  </a14:hiddenFill>
                </a:ext>
                <a:ext uri="{91240B29-F687-4F45-9708-019B960494DF}">
                  <a14:hiddenLine w="9525" algn="ctr">
                    <a:solidFill>
                      <a:srgbClr val="000000"/>
                    </a:solidFill>
                    <a:round/>
                    <a:headEnd/>
                    <a:tailEnd/>
                  </a14:hiddenLine>
                </a:ext>
              </a:extLst>
            </p:spPr>
            <p:txBody>
              <a:bodyPr lIns="0" tIns="17145" rIns="0" bIns="0">
                <a:spAutoFit/>
              </a:bodyPr>
              <a:lstStyle>
                <a:lvl1pPr marL="381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38"/>
                  </a:spcBef>
                </a:pPr>
                <a14:m>
                  <m:oMathPara xmlns:m="http://schemas.openxmlformats.org/officeDocument/2006/math">
                    <m:oMathParaPr>
                      <m:jc m:val="centerGroup"/>
                    </m:oMathParaPr>
                    <m:oMath xmlns:m="http://schemas.openxmlformats.org/officeDocument/2006/math">
                      <m:sSub>
                        <m:sSubPr>
                          <m:ctrlPr>
                            <a:rPr lang="en-US" altLang="en-US" sz="2000" b="0" i="1" smtClean="0">
                              <a:latin typeface="Cambria Math" panose="02040503050406030204" pitchFamily="18" charset="0"/>
                              <a:cs typeface="Times New Roman" panose="02020603050405020304" pitchFamily="18" charset="0"/>
                            </a:rPr>
                          </m:ctrlPr>
                        </m:sSubPr>
                        <m:e>
                          <m:r>
                            <a:rPr lang="en-US" altLang="en-US" sz="2000" b="0" i="1" smtClean="0">
                              <a:latin typeface="Cambria Math" panose="02040503050406030204" pitchFamily="18" charset="0"/>
                              <a:cs typeface="Times New Roman" panose="02020603050405020304" pitchFamily="18" charset="0"/>
                            </a:rPr>
                            <m:t>𝜌</m:t>
                          </m:r>
                        </m:e>
                        <m:sub>
                          <m:r>
                            <a:rPr lang="en-US" altLang="en-US" sz="2000" b="0" i="1" smtClean="0">
                              <a:latin typeface="Cambria Math" panose="02040503050406030204" pitchFamily="18" charset="0"/>
                              <a:cs typeface="Times New Roman" panose="02020603050405020304" pitchFamily="18" charset="0"/>
                            </a:rPr>
                            <m:t>2</m:t>
                          </m:r>
                        </m:sub>
                      </m:sSub>
                    </m:oMath>
                  </m:oMathPara>
                </a14:m>
                <a:endParaRPr lang="en-US" altLang="en-US" sz="2000" dirty="0">
                  <a:latin typeface="Times New Roman" panose="02020603050405020304" pitchFamily="18" charset="0"/>
                  <a:cs typeface="Times New Roman" panose="02020603050405020304" pitchFamily="18" charset="0"/>
                </a:endParaRPr>
              </a:p>
            </p:txBody>
          </p:sp>
        </mc:Choice>
        <mc:Fallback>
          <p:sp>
            <p:nvSpPr>
              <p:cNvPr id="41" name="object 34">
                <a:extLst>
                  <a:ext uri="{FF2B5EF4-FFF2-40B4-BE49-F238E27FC236}">
                    <a16:creationId xmlns:a16="http://schemas.microsoft.com/office/drawing/2014/main" id="{4B4ABE42-9121-BB72-70A4-672D33FF3F67}"/>
                  </a:ext>
                </a:extLst>
              </p:cNvPr>
              <p:cNvSpPr txBox="1">
                <a:spLocks noRot="1" noChangeAspect="1" noMove="1" noResize="1" noEditPoints="1" noAdjustHandles="1" noChangeArrowheads="1" noChangeShapeType="1" noTextEdit="1"/>
              </p:cNvSpPr>
              <p:nvPr/>
            </p:nvSpPr>
            <p:spPr bwMode="auto">
              <a:xfrm>
                <a:off x="9042693" y="4401485"/>
                <a:ext cx="531813" cy="325089"/>
              </a:xfrm>
              <a:prstGeom prst="rect">
                <a:avLst/>
              </a:prstGeom>
              <a:blipFill>
                <a:blip r:embed="rId8"/>
                <a:stretch>
                  <a:fillRect b="-2307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7F49DEEA-5253-BA65-1262-0411AE332673}"/>
                  </a:ext>
                </a:extLst>
              </p:cNvPr>
              <p:cNvSpPr txBox="1"/>
              <p:nvPr/>
            </p:nvSpPr>
            <p:spPr>
              <a:xfrm>
                <a:off x="12245865" y="5847446"/>
                <a:ext cx="498342" cy="38472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p>
                        <m:sSupPr>
                          <m:ctrlPr>
                            <a:rPr lang="en-US" sz="2500" b="0" i="1" smtClean="0">
                              <a:latin typeface="Cambria Math" panose="02040503050406030204" pitchFamily="18" charset="0"/>
                              <a:ea typeface="Cambria Math" panose="02040503050406030204" pitchFamily="18" charset="0"/>
                            </a:rPr>
                          </m:ctrlPr>
                        </m:sSupPr>
                        <m:e>
                          <m:r>
                            <a:rPr lang="en-US" sz="2500" i="1" smtClean="0">
                              <a:latin typeface="Cambria Math" panose="02040503050406030204" pitchFamily="18" charset="0"/>
                              <a:ea typeface="Cambria Math" panose="02040503050406030204" pitchFamily="18" charset="0"/>
                            </a:rPr>
                            <m:t>ℝ</m:t>
                          </m:r>
                        </m:e>
                        <m:sup>
                          <m:r>
                            <a:rPr lang="en-US" sz="2500" b="0" i="1" smtClean="0">
                              <a:latin typeface="Cambria Math" panose="02040503050406030204" pitchFamily="18" charset="0"/>
                              <a:ea typeface="Cambria Math" panose="02040503050406030204" pitchFamily="18" charset="0"/>
                            </a:rPr>
                            <m:t>𝐷</m:t>
                          </m:r>
                        </m:sup>
                      </m:sSup>
                    </m:oMath>
                  </m:oMathPara>
                </a14:m>
                <a:endParaRPr lang="en-US" sz="2500" dirty="0"/>
              </a:p>
            </p:txBody>
          </p:sp>
        </mc:Choice>
        <mc:Fallback>
          <p:sp>
            <p:nvSpPr>
              <p:cNvPr id="42" name="TextBox 41">
                <a:extLst>
                  <a:ext uri="{FF2B5EF4-FFF2-40B4-BE49-F238E27FC236}">
                    <a16:creationId xmlns:a16="http://schemas.microsoft.com/office/drawing/2014/main" id="{7F49DEEA-5253-BA65-1262-0411AE332673}"/>
                  </a:ext>
                </a:extLst>
              </p:cNvPr>
              <p:cNvSpPr txBox="1">
                <a:spLocks noRot="1" noChangeAspect="1" noMove="1" noResize="1" noEditPoints="1" noAdjustHandles="1" noChangeArrowheads="1" noChangeShapeType="1" noTextEdit="1"/>
              </p:cNvSpPr>
              <p:nvPr/>
            </p:nvSpPr>
            <p:spPr>
              <a:xfrm>
                <a:off x="12245865" y="5847446"/>
                <a:ext cx="498342" cy="384721"/>
              </a:xfrm>
              <a:prstGeom prst="rect">
                <a:avLst/>
              </a:prstGeom>
              <a:blipFill>
                <a:blip r:embed="rId9"/>
                <a:stretch>
                  <a:fillRect l="-15000" r="-2500" b="-6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DD2712E0-4A15-987A-161B-3F15DED09827}"/>
                  </a:ext>
                </a:extLst>
              </p:cNvPr>
              <p:cNvSpPr txBox="1"/>
              <p:nvPr/>
            </p:nvSpPr>
            <p:spPr>
              <a:xfrm>
                <a:off x="2271221" y="3205367"/>
                <a:ext cx="4721357" cy="104894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𝐺</m:t>
                      </m:r>
                      <m:r>
                        <a:rPr lang="en-US" sz="2500" b="0" i="1" smtClean="0">
                          <a:latin typeface="Cambria Math" panose="02040503050406030204" pitchFamily="18" charset="0"/>
                        </a:rPr>
                        <m:t>=</m:t>
                      </m:r>
                      <m:nary>
                        <m:naryPr>
                          <m:chr m:val="∑"/>
                          <m:ctrlPr>
                            <a:rPr lang="en-US" sz="2500" b="0" i="1" smtClean="0">
                              <a:latin typeface="Cambria Math" panose="02040503050406030204" pitchFamily="18" charset="0"/>
                            </a:rPr>
                          </m:ctrlPr>
                        </m:naryPr>
                        <m:sub>
                          <m:r>
                            <a:rPr lang="en-US" sz="2500" b="0" i="1" smtClean="0">
                              <a:latin typeface="Cambria Math" panose="02040503050406030204" pitchFamily="18" charset="0"/>
                            </a:rPr>
                            <m:t>𝑘</m:t>
                          </m:r>
                          <m:r>
                            <a:rPr lang="en-US" sz="2500" b="0" i="1" smtClean="0">
                              <a:latin typeface="Cambria Math" panose="02040503050406030204" pitchFamily="18" charset="0"/>
                            </a:rPr>
                            <m:t>=1</m:t>
                          </m:r>
                        </m:sub>
                        <m:sup>
                          <m:r>
                            <a:rPr lang="en-US" sz="2500" b="0" i="1" smtClean="0">
                              <a:latin typeface="Cambria Math" panose="02040503050406030204" pitchFamily="18" charset="0"/>
                            </a:rPr>
                            <m:t>∞</m:t>
                          </m:r>
                        </m:sup>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𝜌</m:t>
                              </m:r>
                            </m:e>
                            <m:sub>
                              <m:r>
                                <a:rPr lang="en-US" sz="2500" b="0" i="1" smtClean="0">
                                  <a:latin typeface="Cambria Math" panose="02040503050406030204" pitchFamily="18" charset="0"/>
                                </a:rPr>
                                <m:t>𝑘</m:t>
                              </m:r>
                            </m:sub>
                          </m:s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𝛿</m:t>
                              </m:r>
                            </m:e>
                            <m:sub>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𝑘</m:t>
                                  </m:r>
                                </m:sub>
                              </m:sSub>
                            </m:sub>
                          </m:sSub>
                        </m:e>
                      </m:nary>
                      <m:r>
                        <a:rPr lang="en-US" sz="2500" b="0" i="1" smtClean="0">
                          <a:latin typeface="Cambria Math" panose="02040503050406030204" pitchFamily="18" charset="0"/>
                        </a:rPr>
                        <m:t>=</m:t>
                      </m:r>
                      <m:r>
                        <a:rPr lang="en-US" sz="2500" b="0" i="1" smtClean="0">
                          <a:latin typeface="Cambria Math" panose="02040503050406030204" pitchFamily="18" charset="0"/>
                        </a:rPr>
                        <m:t>𝐷𝑃</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𝛼</m:t>
                          </m:r>
                          <m:r>
                            <a:rPr lang="en-US" sz="2500" b="0" i="1" smtClean="0">
                              <a:latin typeface="Cambria Math" panose="02040503050406030204" pitchFamily="18" charset="0"/>
                            </a:rPr>
                            <m:t>,</m:t>
                          </m:r>
                          <m:r>
                            <a:rPr lang="en-US" sz="2500" b="0" i="1" smtClean="0">
                              <a:latin typeface="Cambria Math" panose="02040503050406030204" pitchFamily="18" charset="0"/>
                            </a:rPr>
                            <m:t>𝑁</m:t>
                          </m:r>
                          <m:d>
                            <m:dPr>
                              <m:ctrlPr>
                                <a:rPr lang="en-US" sz="2500" b="0" i="1" smtClean="0">
                                  <a:latin typeface="Cambria Math" panose="02040503050406030204" pitchFamily="18" charset="0"/>
                                </a:rPr>
                              </m:ctrlPr>
                            </m:dPr>
                            <m:e>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0</m:t>
                                  </m:r>
                                </m:sub>
                              </m:sSub>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m:rPr>
                                      <m:sty m:val="p"/>
                                    </m:rPr>
                                    <a:rPr lang="en-US" sz="2500" b="0" i="0" smtClean="0">
                                      <a:latin typeface="Cambria Math" panose="02040503050406030204" pitchFamily="18" charset="0"/>
                                    </a:rPr>
                                    <m:t>Σ</m:t>
                                  </m:r>
                                </m:e>
                                <m:sub>
                                  <m:r>
                                    <a:rPr lang="en-US" sz="2500" b="0" i="1" smtClean="0">
                                      <a:latin typeface="Cambria Math" panose="02040503050406030204" pitchFamily="18" charset="0"/>
                                    </a:rPr>
                                    <m:t>0</m:t>
                                  </m:r>
                                </m:sub>
                              </m:sSub>
                            </m:e>
                          </m:d>
                        </m:e>
                      </m:d>
                    </m:oMath>
                  </m:oMathPara>
                </a14:m>
                <a:endParaRPr lang="en-US" sz="2500" dirty="0"/>
              </a:p>
            </p:txBody>
          </p:sp>
        </mc:Choice>
        <mc:Fallback>
          <p:sp>
            <p:nvSpPr>
              <p:cNvPr id="43" name="TextBox 42">
                <a:extLst>
                  <a:ext uri="{FF2B5EF4-FFF2-40B4-BE49-F238E27FC236}">
                    <a16:creationId xmlns:a16="http://schemas.microsoft.com/office/drawing/2014/main" id="{DD2712E0-4A15-987A-161B-3F15DED09827}"/>
                  </a:ext>
                </a:extLst>
              </p:cNvPr>
              <p:cNvSpPr txBox="1">
                <a:spLocks noRot="1" noChangeAspect="1" noMove="1" noResize="1" noEditPoints="1" noAdjustHandles="1" noChangeArrowheads="1" noChangeShapeType="1" noTextEdit="1"/>
              </p:cNvSpPr>
              <p:nvPr/>
            </p:nvSpPr>
            <p:spPr>
              <a:xfrm>
                <a:off x="2271221" y="3205367"/>
                <a:ext cx="4721357" cy="1048942"/>
              </a:xfrm>
              <a:prstGeom prst="rect">
                <a:avLst/>
              </a:prstGeom>
              <a:blipFill>
                <a:blip r:embed="rId10"/>
                <a:stretch>
                  <a:fillRect l="-11290" t="-120238" b="-180952"/>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E228101A-4965-1794-2D58-84265372ECC4}"/>
              </a:ext>
            </a:extLst>
          </p:cNvPr>
          <p:cNvSpPr txBox="1"/>
          <p:nvPr/>
        </p:nvSpPr>
        <p:spPr>
          <a:xfrm>
            <a:off x="1110578" y="3499450"/>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E8918065-5E21-1B7A-5C34-D66FA50295F0}"/>
                  </a:ext>
                </a:extLst>
              </p:cNvPr>
              <p:cNvSpPr txBox="1"/>
              <p:nvPr/>
            </p:nvSpPr>
            <p:spPr>
              <a:xfrm>
                <a:off x="3254138" y="3289190"/>
                <a:ext cx="23328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oMath>
                  </m:oMathPara>
                </a14:m>
                <a:endParaRPr lang="en-US" dirty="0"/>
              </a:p>
            </p:txBody>
          </p:sp>
        </mc:Choice>
        <mc:Fallback>
          <p:sp>
            <p:nvSpPr>
              <p:cNvPr id="46" name="TextBox 45">
                <a:extLst>
                  <a:ext uri="{FF2B5EF4-FFF2-40B4-BE49-F238E27FC236}">
                    <a16:creationId xmlns:a16="http://schemas.microsoft.com/office/drawing/2014/main" id="{E8918065-5E21-1B7A-5C34-D66FA50295F0}"/>
                  </a:ext>
                </a:extLst>
              </p:cNvPr>
              <p:cNvSpPr txBox="1">
                <a:spLocks noRot="1" noChangeAspect="1" noMove="1" noResize="1" noEditPoints="1" noAdjustHandles="1" noChangeArrowheads="1" noChangeShapeType="1" noTextEdit="1"/>
              </p:cNvSpPr>
              <p:nvPr/>
            </p:nvSpPr>
            <p:spPr>
              <a:xfrm>
                <a:off x="3254138" y="3289190"/>
                <a:ext cx="2332898" cy="369332"/>
              </a:xfrm>
              <a:prstGeom prst="rect">
                <a:avLst/>
              </a:prstGeom>
              <a:blipFill>
                <a:blip r:embed="rId11"/>
                <a:stretch>
                  <a:fillRect/>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37258843-F7C5-4C8A-86CB-AC53A2790305}"/>
              </a:ext>
            </a:extLst>
          </p:cNvPr>
          <p:cNvSpPr txBox="1"/>
          <p:nvPr/>
        </p:nvSpPr>
        <p:spPr>
          <a:xfrm>
            <a:off x="7053342" y="3194224"/>
            <a:ext cx="1624740" cy="1015663"/>
          </a:xfrm>
          <a:prstGeom prst="rect">
            <a:avLst/>
          </a:prstGeom>
          <a:noFill/>
        </p:spPr>
        <p:txBody>
          <a:bodyPr wrap="none" rtlCol="0">
            <a:spAutoFit/>
          </a:bodyPr>
          <a:lstStyle/>
          <a:p>
            <a:r>
              <a:rPr lang="en-US" sz="3000" b="1" dirty="0"/>
              <a:t>Dirichlet </a:t>
            </a:r>
          </a:p>
          <a:p>
            <a:r>
              <a:rPr lang="en-US" sz="3000" b="1" dirty="0"/>
              <a:t>Process</a:t>
            </a:r>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EF9BE517-9DDE-AF3C-8284-95BECD5271A8}"/>
                  </a:ext>
                </a:extLst>
              </p:cNvPr>
              <p:cNvSpPr txBox="1"/>
              <p:nvPr/>
            </p:nvSpPr>
            <p:spPr>
              <a:xfrm>
                <a:off x="-1062004" y="5791007"/>
                <a:ext cx="6569242"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500" b="0" i="1" smtClean="0">
                              <a:latin typeface="Cambria Math" panose="02040503050406030204" pitchFamily="18" charset="0"/>
                            </a:rPr>
                          </m:ctrlPr>
                        </m:sSubPr>
                        <m:e>
                          <m:r>
                            <m:rPr>
                              <m:sty m:val="p"/>
                            </m:rPr>
                            <a:rPr lang="en-US" sz="2500" b="0" i="1" smtClean="0">
                              <a:latin typeface="Cambria Math" panose="02040503050406030204" pitchFamily="18" charset="0"/>
                            </a:rPr>
                            <m:t>z</m:t>
                          </m:r>
                        </m:e>
                        <m:sub>
                          <m:r>
                            <m:rPr>
                              <m:sty m:val="p"/>
                            </m:rPr>
                            <a:rPr lang="en-US" sz="2500" b="0" i="1" smtClean="0">
                              <a:latin typeface="Cambria Math" panose="02040503050406030204" pitchFamily="18" charset="0"/>
                            </a:rPr>
                            <m:t>n</m:t>
                          </m:r>
                        </m:sub>
                      </m:sSub>
                      <m:r>
                        <a:rPr lang="en-US" sz="2500" b="0" i="1" smtClean="0">
                          <a:latin typeface="Cambria Math" panose="02040503050406030204" pitchFamily="18" charset="0"/>
                        </a:rPr>
                        <m:t>∼</m:t>
                      </m:r>
                      <m:r>
                        <a:rPr lang="en-US" sz="2500" b="0" i="1" smtClean="0">
                          <a:latin typeface="Cambria Math" panose="02040503050406030204" pitchFamily="18" charset="0"/>
                        </a:rPr>
                        <m:t>𝐶𝑎𝑡𝑒𝑔𝑜𝑟𝑖𝑐𝑎𝑙</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𝜌</m:t>
                          </m:r>
                        </m:e>
                      </m:d>
                    </m:oMath>
                  </m:oMathPara>
                </a14:m>
                <a:endParaRPr lang="en-US" sz="2500" dirty="0"/>
              </a:p>
            </p:txBody>
          </p:sp>
        </mc:Choice>
        <mc:Fallback>
          <p:sp>
            <p:nvSpPr>
              <p:cNvPr id="48" name="TextBox 47">
                <a:extLst>
                  <a:ext uri="{FF2B5EF4-FFF2-40B4-BE49-F238E27FC236}">
                    <a16:creationId xmlns:a16="http://schemas.microsoft.com/office/drawing/2014/main" id="{EF9BE517-9DDE-AF3C-8284-95BECD5271A8}"/>
                  </a:ext>
                </a:extLst>
              </p:cNvPr>
              <p:cNvSpPr txBox="1">
                <a:spLocks noRot="1" noChangeAspect="1" noMove="1" noResize="1" noEditPoints="1" noAdjustHandles="1" noChangeArrowheads="1" noChangeShapeType="1" noTextEdit="1"/>
              </p:cNvSpPr>
              <p:nvPr/>
            </p:nvSpPr>
            <p:spPr>
              <a:xfrm>
                <a:off x="-1062004" y="5791007"/>
                <a:ext cx="6569242" cy="477054"/>
              </a:xfrm>
              <a:prstGeom prst="rect">
                <a:avLst/>
              </a:prstGeom>
              <a:blipFill>
                <a:blip r:embed="rId12"/>
                <a:stretch>
                  <a:fillRect b="-131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ED50E278-F6C8-CAD0-4ECA-D4876D1923E9}"/>
                  </a:ext>
                </a:extLst>
              </p:cNvPr>
              <p:cNvSpPr txBox="1"/>
              <p:nvPr/>
            </p:nvSpPr>
            <p:spPr>
              <a:xfrm>
                <a:off x="1110578" y="5714422"/>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49" name="TextBox 48">
                <a:extLst>
                  <a:ext uri="{FF2B5EF4-FFF2-40B4-BE49-F238E27FC236}">
                    <a16:creationId xmlns:a16="http://schemas.microsoft.com/office/drawing/2014/main" id="{ED50E278-F6C8-CAD0-4ECA-D4876D1923E9}"/>
                  </a:ext>
                </a:extLst>
              </p:cNvPr>
              <p:cNvSpPr txBox="1">
                <a:spLocks noRot="1" noChangeAspect="1" noMove="1" noResize="1" noEditPoints="1" noAdjustHandles="1" noChangeArrowheads="1" noChangeShapeType="1" noTextEdit="1"/>
              </p:cNvSpPr>
              <p:nvPr/>
            </p:nvSpPr>
            <p:spPr>
              <a:xfrm>
                <a:off x="1110578" y="5714422"/>
                <a:ext cx="340734" cy="276999"/>
              </a:xfrm>
              <a:prstGeom prst="rect">
                <a:avLst/>
              </a:prstGeom>
              <a:blipFill>
                <a:blip r:embed="rId13"/>
                <a:stretch>
                  <a:fillRect l="-14286" r="-14286"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6D72C06B-DEAD-E80D-6673-BDF6850C0782}"/>
                  </a:ext>
                </a:extLst>
              </p:cNvPr>
              <p:cNvSpPr txBox="1"/>
              <p:nvPr/>
            </p:nvSpPr>
            <p:spPr>
              <a:xfrm>
                <a:off x="1789789" y="2652936"/>
                <a:ext cx="34073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0" name="TextBox 49">
                <a:extLst>
                  <a:ext uri="{FF2B5EF4-FFF2-40B4-BE49-F238E27FC236}">
                    <a16:creationId xmlns:a16="http://schemas.microsoft.com/office/drawing/2014/main" id="{6D72C06B-DEAD-E80D-6673-BDF6850C0782}"/>
                  </a:ext>
                </a:extLst>
              </p:cNvPr>
              <p:cNvSpPr txBox="1">
                <a:spLocks noRot="1" noChangeAspect="1" noMove="1" noResize="1" noEditPoints="1" noAdjustHandles="1" noChangeArrowheads="1" noChangeShapeType="1" noTextEdit="1"/>
              </p:cNvSpPr>
              <p:nvPr/>
            </p:nvSpPr>
            <p:spPr>
              <a:xfrm>
                <a:off x="1789789" y="2652936"/>
                <a:ext cx="340734" cy="276999"/>
              </a:xfrm>
              <a:prstGeom prst="rect">
                <a:avLst/>
              </a:prstGeom>
              <a:blipFill>
                <a:blip r:embed="rId6"/>
                <a:stretch>
                  <a:fillRect l="-18519" r="-14815"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78490AF8-2859-FFC4-122E-DD50854BC7D7}"/>
                  </a:ext>
                </a:extLst>
              </p:cNvPr>
              <p:cNvSpPr txBox="1"/>
              <p:nvPr/>
            </p:nvSpPr>
            <p:spPr>
              <a:xfrm>
                <a:off x="532797" y="6542641"/>
                <a:ext cx="1689820" cy="4770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500" b="0" i="1" smtClean="0">
                              <a:latin typeface="Cambria Math" panose="02040503050406030204" pitchFamily="18" charset="0"/>
                            </a:rPr>
                          </m:ctrlPr>
                        </m:sSubSupPr>
                        <m:e>
                          <m:r>
                            <a:rPr lang="en-US" sz="2500" b="0" i="1" smtClean="0">
                              <a:latin typeface="Cambria Math" panose="02040503050406030204" pitchFamily="18" charset="0"/>
                            </a:rPr>
                            <m:t>𝜇</m:t>
                          </m:r>
                        </m:e>
                        <m:sub>
                          <m:r>
                            <m:rPr>
                              <m:sty m:val="p"/>
                            </m:rPr>
                            <a:rPr lang="en-US" sz="2500" b="0" i="1" smtClean="0">
                              <a:latin typeface="Cambria Math" panose="02040503050406030204" pitchFamily="18" charset="0"/>
                            </a:rPr>
                            <m:t>n</m:t>
                          </m:r>
                        </m:sub>
                        <m:sup>
                          <m:r>
                            <a:rPr lang="en-US" sz="2500" b="0" i="1" smtClean="0">
                              <a:latin typeface="Cambria Math" panose="02040503050406030204" pitchFamily="18" charset="0"/>
                            </a:rPr>
                            <m:t>∗</m:t>
                          </m:r>
                        </m:sup>
                      </m:sSubSup>
                      <m:r>
                        <a:rPr lang="en-US" sz="2500" b="0" i="1" smtClean="0">
                          <a:latin typeface="Cambria Math" panose="02040503050406030204" pitchFamily="18" charset="0"/>
                        </a:rPr>
                        <m:t>=</m:t>
                      </m:r>
                      <m:sSub>
                        <m:sSubPr>
                          <m:ctrlPr>
                            <a:rPr lang="en-US" sz="2500" b="0" i="1" smtClean="0">
                              <a:latin typeface="Cambria Math" panose="02040503050406030204" pitchFamily="18" charset="0"/>
                            </a:rPr>
                          </m:ctrlPr>
                        </m:sSubPr>
                        <m:e>
                          <m:r>
                            <a:rPr lang="en-US" sz="2500" b="0" i="1" smtClean="0">
                              <a:latin typeface="Cambria Math" panose="02040503050406030204" pitchFamily="18" charset="0"/>
                            </a:rPr>
                            <m:t>𝜇</m:t>
                          </m:r>
                        </m:e>
                        <m:sub>
                          <m:r>
                            <a:rPr lang="en-US" sz="2500" b="0" i="1" smtClean="0">
                              <a:latin typeface="Cambria Math" panose="02040503050406030204" pitchFamily="18" charset="0"/>
                            </a:rPr>
                            <m:t>𝑧</m:t>
                          </m:r>
                        </m:sub>
                      </m:sSub>
                      <m:r>
                        <a:rPr lang="en-US" sz="2500" b="0" i="1" smtClean="0">
                          <a:latin typeface="Cambria Math" panose="02040503050406030204" pitchFamily="18" charset="0"/>
                        </a:rPr>
                        <m:t>,</m:t>
                      </m:r>
                    </m:oMath>
                  </m:oMathPara>
                </a14:m>
                <a:endParaRPr lang="en-US" sz="2500" b="0" dirty="0"/>
              </a:p>
            </p:txBody>
          </p:sp>
        </mc:Choice>
        <mc:Fallback>
          <p:sp>
            <p:nvSpPr>
              <p:cNvPr id="45" name="TextBox 44">
                <a:extLst>
                  <a:ext uri="{FF2B5EF4-FFF2-40B4-BE49-F238E27FC236}">
                    <a16:creationId xmlns:a16="http://schemas.microsoft.com/office/drawing/2014/main" id="{78490AF8-2859-FFC4-122E-DD50854BC7D7}"/>
                  </a:ext>
                </a:extLst>
              </p:cNvPr>
              <p:cNvSpPr txBox="1">
                <a:spLocks noRot="1" noChangeAspect="1" noMove="1" noResize="1" noEditPoints="1" noAdjustHandles="1" noChangeArrowheads="1" noChangeShapeType="1" noTextEdit="1"/>
              </p:cNvSpPr>
              <p:nvPr/>
            </p:nvSpPr>
            <p:spPr>
              <a:xfrm>
                <a:off x="532797" y="6542641"/>
                <a:ext cx="1689820" cy="477054"/>
              </a:xfrm>
              <a:prstGeom prst="rect">
                <a:avLst/>
              </a:prstGeom>
              <a:blipFill>
                <a:blip r:embed="rId14"/>
                <a:stretch>
                  <a:fillRect b="-7895"/>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E4704A49-CB18-5957-ABE1-ECC9BE780589}"/>
              </a:ext>
            </a:extLst>
          </p:cNvPr>
          <p:cNvSpPr txBox="1"/>
          <p:nvPr/>
        </p:nvSpPr>
        <p:spPr>
          <a:xfrm>
            <a:off x="601909" y="7435105"/>
            <a:ext cx="867545" cy="477054"/>
          </a:xfrm>
          <a:prstGeom prst="rect">
            <a:avLst/>
          </a:prstGeom>
          <a:noFill/>
        </p:spPr>
        <p:txBody>
          <a:bodyPr wrap="none" rtlCol="0">
            <a:spAutoFit/>
          </a:bodyPr>
          <a:lstStyle/>
          <a:p>
            <a:pPr marL="285750" indent="-285750">
              <a:buFont typeface="Arial" panose="020B0604020202020204" pitchFamily="34" charset="0"/>
              <a:buChar char="•"/>
            </a:pPr>
            <a:r>
              <a:rPr lang="en-US" sz="2500" dirty="0"/>
              <a:t>i.e.</a:t>
            </a:r>
          </a:p>
        </p:txBody>
      </p: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DC65D122-D30B-81CE-3B4A-5B6CDAA3A1CE}"/>
                  </a:ext>
                </a:extLst>
              </p:cNvPr>
              <p:cNvSpPr txBox="1"/>
              <p:nvPr/>
            </p:nvSpPr>
            <p:spPr>
              <a:xfrm>
                <a:off x="1564318" y="7273350"/>
                <a:ext cx="1689820" cy="553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3000" b="0" i="1" smtClean="0">
                              <a:latin typeface="Cambria Math" panose="02040503050406030204" pitchFamily="18" charset="0"/>
                            </a:rPr>
                          </m:ctrlPr>
                        </m:sSubSupPr>
                        <m:e>
                          <m:r>
                            <a:rPr lang="en-US" sz="3000" b="0" i="1" smtClean="0">
                              <a:latin typeface="Cambria Math" panose="02040503050406030204" pitchFamily="18" charset="0"/>
                            </a:rPr>
                            <m:t>𝜇</m:t>
                          </m:r>
                        </m:e>
                        <m:sub>
                          <m:r>
                            <m:rPr>
                              <m:sty m:val="p"/>
                            </m:rPr>
                            <a:rPr lang="en-US" sz="3000" b="0" i="1" smtClean="0">
                              <a:latin typeface="Cambria Math" panose="02040503050406030204" pitchFamily="18" charset="0"/>
                            </a:rPr>
                            <m:t>n</m:t>
                          </m:r>
                        </m:sub>
                        <m:sup>
                          <m:r>
                            <a:rPr lang="en-US" sz="3000" b="0" i="1" smtClean="0">
                              <a:latin typeface="Cambria Math" panose="02040503050406030204" pitchFamily="18" charset="0"/>
                            </a:rPr>
                            <m:t>∗</m:t>
                          </m:r>
                        </m:sup>
                      </m:sSubSup>
                      <m:r>
                        <a:rPr lang="en-US" sz="3000" b="0" i="1" smtClean="0">
                          <a:latin typeface="Cambria Math" panose="02040503050406030204" pitchFamily="18" charset="0"/>
                        </a:rPr>
                        <m:t> ∼</m:t>
                      </m:r>
                      <m:r>
                        <a:rPr lang="en-US" sz="3000" b="0" i="1" smtClean="0">
                          <a:latin typeface="Cambria Math" panose="02040503050406030204" pitchFamily="18" charset="0"/>
                        </a:rPr>
                        <m:t>𝐺</m:t>
                      </m:r>
                      <m:r>
                        <a:rPr lang="en-US" sz="3000" b="0" i="1" smtClean="0">
                          <a:latin typeface="Cambria Math" panose="02040503050406030204" pitchFamily="18" charset="0"/>
                        </a:rPr>
                        <m:t>,</m:t>
                      </m:r>
                    </m:oMath>
                  </m:oMathPara>
                </a14:m>
                <a:endParaRPr lang="en-US" sz="3000" b="0" dirty="0"/>
              </a:p>
            </p:txBody>
          </p:sp>
        </mc:Choice>
        <mc:Fallback>
          <p:sp>
            <p:nvSpPr>
              <p:cNvPr id="52" name="TextBox 51">
                <a:extLst>
                  <a:ext uri="{FF2B5EF4-FFF2-40B4-BE49-F238E27FC236}">
                    <a16:creationId xmlns:a16="http://schemas.microsoft.com/office/drawing/2014/main" id="{DC65D122-D30B-81CE-3B4A-5B6CDAA3A1CE}"/>
                  </a:ext>
                </a:extLst>
              </p:cNvPr>
              <p:cNvSpPr txBox="1">
                <a:spLocks noRot="1" noChangeAspect="1" noMove="1" noResize="1" noEditPoints="1" noAdjustHandles="1" noChangeArrowheads="1" noChangeShapeType="1" noTextEdit="1"/>
              </p:cNvSpPr>
              <p:nvPr/>
            </p:nvSpPr>
            <p:spPr>
              <a:xfrm>
                <a:off x="1564318" y="7273350"/>
                <a:ext cx="1689820" cy="553998"/>
              </a:xfrm>
              <a:prstGeom prst="rect">
                <a:avLst/>
              </a:prstGeom>
              <a:blipFill>
                <a:blip r:embed="rId15"/>
                <a:stretch>
                  <a:fillRect b="-222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406BF994-5659-13C5-B6F2-F9FCBCF7E09D}"/>
                  </a:ext>
                </a:extLst>
              </p:cNvPr>
              <p:cNvSpPr txBox="1"/>
              <p:nvPr/>
            </p:nvSpPr>
            <p:spPr>
              <a:xfrm>
                <a:off x="1476761" y="7109609"/>
                <a:ext cx="205658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𝑖𝑖𝑑</m:t>
                      </m:r>
                    </m:oMath>
                  </m:oMathPara>
                </a14:m>
                <a:endParaRPr lang="en-US" dirty="0"/>
              </a:p>
            </p:txBody>
          </p:sp>
        </mc:Choice>
        <mc:Fallback>
          <p:sp>
            <p:nvSpPr>
              <p:cNvPr id="54" name="TextBox 53">
                <a:extLst>
                  <a:ext uri="{FF2B5EF4-FFF2-40B4-BE49-F238E27FC236}">
                    <a16:creationId xmlns:a16="http://schemas.microsoft.com/office/drawing/2014/main" id="{406BF994-5659-13C5-B6F2-F9FCBCF7E09D}"/>
                  </a:ext>
                </a:extLst>
              </p:cNvPr>
              <p:cNvSpPr txBox="1">
                <a:spLocks noRot="1" noChangeAspect="1" noMove="1" noResize="1" noEditPoints="1" noAdjustHandles="1" noChangeArrowheads="1" noChangeShapeType="1" noTextEdit="1"/>
              </p:cNvSpPr>
              <p:nvPr/>
            </p:nvSpPr>
            <p:spPr>
              <a:xfrm>
                <a:off x="1476761" y="7109609"/>
                <a:ext cx="20565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15AB6447-81DF-48D0-FBD6-D61FEA17A858}"/>
                  </a:ext>
                </a:extLst>
              </p:cNvPr>
              <p:cNvSpPr txBox="1"/>
              <p:nvPr/>
            </p:nvSpPr>
            <p:spPr>
              <a:xfrm>
                <a:off x="1010387" y="8642672"/>
                <a:ext cx="3145861" cy="5386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𝑥</m:t>
                          </m:r>
                        </m:e>
                        <m:sub>
                          <m:r>
                            <a:rPr lang="en-US" sz="3500" b="0" i="1" smtClean="0">
                              <a:latin typeface="Cambria Math" panose="02040503050406030204" pitchFamily="18" charset="0"/>
                            </a:rPr>
                            <m:t>𝑛</m:t>
                          </m:r>
                        </m:sub>
                      </m:sSub>
                      <m:r>
                        <a:rPr lang="en-US" sz="3500" b="0" i="1" smtClean="0">
                          <a:latin typeface="Cambria Math" panose="02040503050406030204" pitchFamily="18" charset="0"/>
                        </a:rPr>
                        <m:t>  ∼  </m:t>
                      </m:r>
                      <m:r>
                        <a:rPr lang="en-US" sz="3500" b="0" i="1" smtClean="0">
                          <a:latin typeface="Cambria Math" panose="02040503050406030204" pitchFamily="18" charset="0"/>
                        </a:rPr>
                        <m:t>𝑁</m:t>
                      </m:r>
                      <m:d>
                        <m:dPr>
                          <m:ctrlPr>
                            <a:rPr lang="en-US" sz="3500" b="0" i="1" smtClean="0">
                              <a:latin typeface="Cambria Math" panose="02040503050406030204" pitchFamily="18" charset="0"/>
                            </a:rPr>
                          </m:ctrlPr>
                        </m:dPr>
                        <m:e>
                          <m:sSubSup>
                            <m:sSubSupPr>
                              <m:ctrlPr>
                                <a:rPr lang="en-US" sz="3600" b="0" i="1" smtClean="0">
                                  <a:latin typeface="Cambria Math" panose="02040503050406030204" pitchFamily="18" charset="0"/>
                                </a:rPr>
                              </m:ctrlPr>
                            </m:sSubSupPr>
                            <m:e>
                              <m:r>
                                <a:rPr lang="en-US" sz="3600" b="0" i="1" smtClean="0">
                                  <a:latin typeface="Cambria Math" panose="02040503050406030204" pitchFamily="18" charset="0"/>
                                </a:rPr>
                                <m:t>𝜇</m:t>
                              </m:r>
                            </m:e>
                            <m:sub>
                              <m:r>
                                <m:rPr>
                                  <m:sty m:val="p"/>
                                </m:rPr>
                                <a:rPr lang="en-US" sz="3600" b="0" i="1" smtClean="0">
                                  <a:latin typeface="Cambria Math" panose="02040503050406030204" pitchFamily="18" charset="0"/>
                                </a:rPr>
                                <m:t>n</m:t>
                              </m:r>
                            </m:sub>
                            <m:sup>
                              <m:r>
                                <a:rPr lang="en-US" sz="3600" b="0" i="1" smtClean="0">
                                  <a:latin typeface="Cambria Math" panose="02040503050406030204" pitchFamily="18" charset="0"/>
                                </a:rPr>
                                <m:t>∗</m:t>
                              </m:r>
                            </m:sup>
                          </m:sSubSup>
                          <m:r>
                            <a:rPr lang="en-US" sz="3500" b="0" i="1" smtClean="0">
                              <a:latin typeface="Cambria Math" panose="02040503050406030204" pitchFamily="18" charset="0"/>
                            </a:rPr>
                            <m:t>, </m:t>
                          </m:r>
                          <m:r>
                            <m:rPr>
                              <m:sty m:val="p"/>
                            </m:rPr>
                            <a:rPr lang="en-US" sz="3500" b="0" i="0" smtClean="0">
                              <a:latin typeface="Cambria Math" panose="02040503050406030204" pitchFamily="18" charset="0"/>
                            </a:rPr>
                            <m:t>Σ</m:t>
                          </m:r>
                        </m:e>
                      </m:d>
                    </m:oMath>
                  </m:oMathPara>
                </a14:m>
                <a:endParaRPr lang="en-US" sz="3500" dirty="0"/>
              </a:p>
            </p:txBody>
          </p:sp>
        </mc:Choice>
        <mc:Fallback>
          <p:sp>
            <p:nvSpPr>
              <p:cNvPr id="53" name="TextBox 52">
                <a:extLst>
                  <a:ext uri="{FF2B5EF4-FFF2-40B4-BE49-F238E27FC236}">
                    <a16:creationId xmlns:a16="http://schemas.microsoft.com/office/drawing/2014/main" id="{15AB6447-81DF-48D0-FBD6-D61FEA17A858}"/>
                  </a:ext>
                </a:extLst>
              </p:cNvPr>
              <p:cNvSpPr txBox="1">
                <a:spLocks noRot="1" noChangeAspect="1" noMove="1" noResize="1" noEditPoints="1" noAdjustHandles="1" noChangeArrowheads="1" noChangeShapeType="1" noTextEdit="1"/>
              </p:cNvSpPr>
              <p:nvPr/>
            </p:nvSpPr>
            <p:spPr>
              <a:xfrm>
                <a:off x="1010387" y="8642672"/>
                <a:ext cx="3145861" cy="538609"/>
              </a:xfrm>
              <a:prstGeom prst="rect">
                <a:avLst/>
              </a:prstGeom>
              <a:blipFill>
                <a:blip r:embed="rId17"/>
                <a:stretch>
                  <a:fillRect l="-1606" t="-6977" b="-395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DF3371A1-F5EC-9602-FCD9-D266D2E7BBC8}"/>
                  </a:ext>
                </a:extLst>
              </p:cNvPr>
              <p:cNvSpPr txBox="1"/>
              <p:nvPr/>
            </p:nvSpPr>
            <p:spPr>
              <a:xfrm>
                <a:off x="1681916" y="8476858"/>
                <a:ext cx="637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𝑖𝑛𝑑𝑒𝑝</m:t>
                      </m:r>
                    </m:oMath>
                  </m:oMathPara>
                </a14:m>
                <a:endParaRPr lang="en-US" dirty="0"/>
              </a:p>
            </p:txBody>
          </p:sp>
        </mc:Choice>
        <mc:Fallback>
          <p:sp>
            <p:nvSpPr>
              <p:cNvPr id="55" name="TextBox 54">
                <a:extLst>
                  <a:ext uri="{FF2B5EF4-FFF2-40B4-BE49-F238E27FC236}">
                    <a16:creationId xmlns:a16="http://schemas.microsoft.com/office/drawing/2014/main" id="{DF3371A1-F5EC-9602-FCD9-D266D2E7BBC8}"/>
                  </a:ext>
                </a:extLst>
              </p:cNvPr>
              <p:cNvSpPr txBox="1">
                <a:spLocks noRot="1" noChangeAspect="1" noMove="1" noResize="1" noEditPoints="1" noAdjustHandles="1" noChangeArrowheads="1" noChangeShapeType="1" noTextEdit="1"/>
              </p:cNvSpPr>
              <p:nvPr/>
            </p:nvSpPr>
            <p:spPr>
              <a:xfrm>
                <a:off x="1681916" y="8476858"/>
                <a:ext cx="637610" cy="276999"/>
              </a:xfrm>
              <a:prstGeom prst="rect">
                <a:avLst/>
              </a:prstGeom>
              <a:blipFill>
                <a:blip r:embed="rId18"/>
                <a:stretch>
                  <a:fillRect l="-13725" r="-11765" b="-34783"/>
                </a:stretch>
              </a:blipFill>
            </p:spPr>
            <p:txBody>
              <a:bodyPr/>
              <a:lstStyle/>
              <a:p>
                <a:r>
                  <a:rPr lang="en-US">
                    <a:noFill/>
                  </a:rPr>
                  <a:t> </a:t>
                </a:r>
              </a:p>
            </p:txBody>
          </p:sp>
        </mc:Fallback>
      </mc:AlternateContent>
      <p:grpSp>
        <p:nvGrpSpPr>
          <p:cNvPr id="56" name="object 44">
            <a:extLst>
              <a:ext uri="{FF2B5EF4-FFF2-40B4-BE49-F238E27FC236}">
                <a16:creationId xmlns:a16="http://schemas.microsoft.com/office/drawing/2014/main" id="{8D2FF8E8-E310-DBD3-E390-DB71932E2C4D}"/>
              </a:ext>
            </a:extLst>
          </p:cNvPr>
          <p:cNvGrpSpPr>
            <a:grpSpLocks/>
          </p:cNvGrpSpPr>
          <p:nvPr/>
        </p:nvGrpSpPr>
        <p:grpSpPr bwMode="auto">
          <a:xfrm>
            <a:off x="8151813" y="6662738"/>
            <a:ext cx="4019550" cy="3067050"/>
            <a:chOff x="8152130" y="6662419"/>
            <a:chExt cx="4020185" cy="3067685"/>
          </a:xfrm>
        </p:grpSpPr>
        <p:sp>
          <p:nvSpPr>
            <p:cNvPr id="57" name="object 45">
              <a:extLst>
                <a:ext uri="{FF2B5EF4-FFF2-40B4-BE49-F238E27FC236}">
                  <a16:creationId xmlns:a16="http://schemas.microsoft.com/office/drawing/2014/main" id="{C5C0F0AD-77AB-099C-2A12-1EE15D35BD9B}"/>
                </a:ext>
              </a:extLst>
            </p:cNvPr>
            <p:cNvSpPr>
              <a:spLocks/>
            </p:cNvSpPr>
            <p:nvPr/>
          </p:nvSpPr>
          <p:spPr bwMode="auto">
            <a:xfrm>
              <a:off x="8235950" y="6769099"/>
              <a:ext cx="0" cy="2882900"/>
            </a:xfrm>
            <a:custGeom>
              <a:avLst/>
              <a:gdLst>
                <a:gd name="T0" fmla="*/ 0 w 21600"/>
                <a:gd name="T1" fmla="*/ 0 h 2882900"/>
                <a:gd name="T2" fmla="*/ 0 w 21600"/>
                <a:gd name="T3" fmla="*/ 24624 h 2882900"/>
                <a:gd name="T4" fmla="*/ 0 w 21600"/>
                <a:gd name="T5" fmla="*/ 2882900 h 2882900"/>
                <a:gd name="T6" fmla="*/ 0 60000 65536"/>
                <a:gd name="T7" fmla="*/ 0 60000 65536"/>
                <a:gd name="T8" fmla="*/ 0 60000 65536"/>
              </a:gdLst>
              <a:ahLst/>
              <a:cxnLst>
                <a:cxn ang="T6">
                  <a:pos x="T0" y="T1"/>
                </a:cxn>
                <a:cxn ang="T7">
                  <a:pos x="T2" y="T3"/>
                </a:cxn>
                <a:cxn ang="T8">
                  <a:pos x="T4" y="T5"/>
                </a:cxn>
              </a:cxnLst>
              <a:rect l="0" t="0" r="r" b="b"/>
              <a:pathLst>
                <a:path w="21600" h="2882900">
                  <a:moveTo>
                    <a:pt x="0" y="0"/>
                  </a:moveTo>
                  <a:lnTo>
                    <a:pt x="0" y="24624"/>
                  </a:lnTo>
                  <a:lnTo>
                    <a:pt x="0" y="288290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58" name="object 46">
              <a:extLst>
                <a:ext uri="{FF2B5EF4-FFF2-40B4-BE49-F238E27FC236}">
                  <a16:creationId xmlns:a16="http://schemas.microsoft.com/office/drawing/2014/main" id="{7F141E5A-687E-F1E6-2692-DDFBD01D0AFE}"/>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152130" y="6662419"/>
              <a:ext cx="167640" cy="16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59" name="object 47">
              <a:extLst>
                <a:ext uri="{FF2B5EF4-FFF2-40B4-BE49-F238E27FC236}">
                  <a16:creationId xmlns:a16="http://schemas.microsoft.com/office/drawing/2014/main" id="{0DDF453E-0A10-5CFF-70FB-56150AA82881}"/>
                </a:ext>
              </a:extLst>
            </p:cNvPr>
            <p:cNvSpPr>
              <a:spLocks/>
            </p:cNvSpPr>
            <p:nvPr/>
          </p:nvSpPr>
          <p:spPr bwMode="auto">
            <a:xfrm>
              <a:off x="8229600" y="9645649"/>
              <a:ext cx="3835400" cy="0"/>
            </a:xfrm>
            <a:custGeom>
              <a:avLst/>
              <a:gdLst>
                <a:gd name="T0" fmla="*/ 3835399 w 3835400"/>
                <a:gd name="T1" fmla="*/ 0 h 21600"/>
                <a:gd name="T2" fmla="*/ 3816964 w 3835400"/>
                <a:gd name="T3" fmla="*/ 0 h 21600"/>
                <a:gd name="T4" fmla="*/ 0 w 3835400"/>
                <a:gd name="T5" fmla="*/ 0 h 21600"/>
                <a:gd name="T6" fmla="*/ 0 60000 65536"/>
                <a:gd name="T7" fmla="*/ 0 60000 65536"/>
                <a:gd name="T8" fmla="*/ 0 60000 65536"/>
              </a:gdLst>
              <a:ahLst/>
              <a:cxnLst>
                <a:cxn ang="T6">
                  <a:pos x="T0" y="T1"/>
                </a:cxn>
                <a:cxn ang="T7">
                  <a:pos x="T2" y="T3"/>
                </a:cxn>
                <a:cxn ang="T8">
                  <a:pos x="T4" y="T5"/>
                </a:cxn>
              </a:cxnLst>
              <a:rect l="0" t="0" r="r" b="b"/>
              <a:pathLst>
                <a:path w="3835400" h="21600">
                  <a:moveTo>
                    <a:pt x="3835399" y="0"/>
                  </a:moveTo>
                  <a:lnTo>
                    <a:pt x="3816964" y="0"/>
                  </a:lnTo>
                  <a:lnTo>
                    <a:pt x="0" y="0"/>
                  </a:lnTo>
                </a:path>
              </a:pathLst>
            </a:custGeom>
            <a:noFill/>
            <a:ln w="38100"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0" name="object 48">
              <a:extLst>
                <a:ext uri="{FF2B5EF4-FFF2-40B4-BE49-F238E27FC236}">
                  <a16:creationId xmlns:a16="http://schemas.microsoft.com/office/drawing/2014/main" id="{216E50C7-F4EA-A7AD-52EA-36C5F76AA89D}"/>
                </a:ext>
              </a:extLst>
            </p:cNvPr>
            <p:cNvSpPr>
              <a:spLocks/>
            </p:cNvSpPr>
            <p:nvPr/>
          </p:nvSpPr>
          <p:spPr bwMode="auto">
            <a:xfrm>
              <a:off x="12003999" y="9561859"/>
              <a:ext cx="168275" cy="167640"/>
            </a:xfrm>
            <a:custGeom>
              <a:avLst/>
              <a:gdLst>
                <a:gd name="T0" fmla="*/ 0 w 168275"/>
                <a:gd name="T1" fmla="*/ 0 h 167640"/>
                <a:gd name="T2" fmla="*/ 41950 w 168275"/>
                <a:gd name="T3" fmla="*/ 83799 h 167640"/>
                <a:gd name="T4" fmla="*/ 81 w 168275"/>
                <a:gd name="T5" fmla="*/ 167639 h 167640"/>
                <a:gd name="T6" fmla="*/ 167557 w 168275"/>
                <a:gd name="T7" fmla="*/ 83799 h 167640"/>
                <a:gd name="T8" fmla="*/ 167803 w 168275"/>
                <a:gd name="T9" fmla="*/ 83799 h 167640"/>
                <a:gd name="T10" fmla="*/ 0 w 168275"/>
                <a:gd name="T11" fmla="*/ 0 h 16764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275" h="167640">
                  <a:moveTo>
                    <a:pt x="0" y="0"/>
                  </a:moveTo>
                  <a:lnTo>
                    <a:pt x="41950" y="83799"/>
                  </a:lnTo>
                  <a:lnTo>
                    <a:pt x="81" y="167639"/>
                  </a:lnTo>
                  <a:lnTo>
                    <a:pt x="167557" y="83799"/>
                  </a:lnTo>
                  <a:lnTo>
                    <a:pt x="167803" y="83799"/>
                  </a:lnTo>
                  <a:lnTo>
                    <a:pt x="0"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1" name="object 49">
              <a:extLst>
                <a:ext uri="{FF2B5EF4-FFF2-40B4-BE49-F238E27FC236}">
                  <a16:creationId xmlns:a16="http://schemas.microsoft.com/office/drawing/2014/main" id="{0BB45061-FB7D-8DF1-DB1C-790DEABD39DF}"/>
                </a:ext>
              </a:extLst>
            </p:cNvPr>
            <p:cNvSpPr>
              <a:spLocks/>
            </p:cNvSpPr>
            <p:nvPr/>
          </p:nvSpPr>
          <p:spPr bwMode="auto">
            <a:xfrm>
              <a:off x="8470832" y="8927886"/>
              <a:ext cx="53340" cy="53340"/>
            </a:xfrm>
            <a:custGeom>
              <a:avLst/>
              <a:gdLst>
                <a:gd name="T0" fmla="*/ 26602 w 53340"/>
                <a:gd name="T1" fmla="*/ 0 h 53340"/>
                <a:gd name="T2" fmla="*/ 16591 w 53340"/>
                <a:gd name="T3" fmla="*/ 1947 h 53340"/>
                <a:gd name="T4" fmla="*/ 7791 w 53340"/>
                <a:gd name="T5" fmla="*/ 7791 h 53340"/>
                <a:gd name="T6" fmla="*/ 1947 w 53340"/>
                <a:gd name="T7" fmla="*/ 16591 h 53340"/>
                <a:gd name="T8" fmla="*/ 0 w 53340"/>
                <a:gd name="T9" fmla="*/ 26601 h 53340"/>
                <a:gd name="T10" fmla="*/ 1947 w 53340"/>
                <a:gd name="T11" fmla="*/ 36612 h 53340"/>
                <a:gd name="T12" fmla="*/ 7791 w 53340"/>
                <a:gd name="T13" fmla="*/ 45412 h 53340"/>
                <a:gd name="T14" fmla="*/ 16591 w 53340"/>
                <a:gd name="T15" fmla="*/ 51255 h 53340"/>
                <a:gd name="T16" fmla="*/ 26602 w 53340"/>
                <a:gd name="T17" fmla="*/ 53203 h 53340"/>
                <a:gd name="T18" fmla="*/ 36612 w 53340"/>
                <a:gd name="T19" fmla="*/ 51255 h 53340"/>
                <a:gd name="T20" fmla="*/ 45412 w 53340"/>
                <a:gd name="T21" fmla="*/ 45412 h 53340"/>
                <a:gd name="T22" fmla="*/ 51256 w 53340"/>
                <a:gd name="T23" fmla="*/ 36612 h 53340"/>
                <a:gd name="T24" fmla="*/ 53204 w 53340"/>
                <a:gd name="T25" fmla="*/ 26601 h 53340"/>
                <a:gd name="T26" fmla="*/ 51256 w 53340"/>
                <a:gd name="T27" fmla="*/ 16591 h 53340"/>
                <a:gd name="T28" fmla="*/ 45412 w 53340"/>
                <a:gd name="T29" fmla="*/ 7791 h 53340"/>
                <a:gd name="T30" fmla="*/ 36612 w 53340"/>
                <a:gd name="T31" fmla="*/ 1947 h 53340"/>
                <a:gd name="T32" fmla="*/ 26602 w 53340"/>
                <a:gd name="T33" fmla="*/ 0 h 53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40" h="53340">
                  <a:moveTo>
                    <a:pt x="26602" y="0"/>
                  </a:moveTo>
                  <a:lnTo>
                    <a:pt x="16591" y="1947"/>
                  </a:lnTo>
                  <a:lnTo>
                    <a:pt x="7791" y="7791"/>
                  </a:lnTo>
                  <a:lnTo>
                    <a:pt x="1947" y="16591"/>
                  </a:lnTo>
                  <a:lnTo>
                    <a:pt x="0" y="26601"/>
                  </a:lnTo>
                  <a:lnTo>
                    <a:pt x="1947" y="36612"/>
                  </a:lnTo>
                  <a:lnTo>
                    <a:pt x="7791" y="45412"/>
                  </a:lnTo>
                  <a:lnTo>
                    <a:pt x="16591" y="51255"/>
                  </a:lnTo>
                  <a:lnTo>
                    <a:pt x="26602" y="53203"/>
                  </a:lnTo>
                  <a:lnTo>
                    <a:pt x="36612" y="51255"/>
                  </a:lnTo>
                  <a:lnTo>
                    <a:pt x="45412" y="45412"/>
                  </a:lnTo>
                  <a:lnTo>
                    <a:pt x="51256" y="36612"/>
                  </a:lnTo>
                  <a:lnTo>
                    <a:pt x="53204" y="26601"/>
                  </a:lnTo>
                  <a:lnTo>
                    <a:pt x="51256" y="16591"/>
                  </a:lnTo>
                  <a:lnTo>
                    <a:pt x="45412" y="7791"/>
                  </a:lnTo>
                  <a:lnTo>
                    <a:pt x="36612" y="1947"/>
                  </a:lnTo>
                  <a:lnTo>
                    <a:pt x="26602"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62" name="object 50">
              <a:extLst>
                <a:ext uri="{FF2B5EF4-FFF2-40B4-BE49-F238E27FC236}">
                  <a16:creationId xmlns:a16="http://schemas.microsoft.com/office/drawing/2014/main" id="{AA1CF6B6-5C72-92E0-717A-0E4E966E5B41}"/>
                </a:ext>
              </a:extLst>
            </p:cNvPr>
            <p:cNvSpPr>
              <a:spLocks/>
            </p:cNvSpPr>
            <p:nvPr/>
          </p:nvSpPr>
          <p:spPr bwMode="auto">
            <a:xfrm>
              <a:off x="8470832" y="8927887"/>
              <a:ext cx="53340" cy="53340"/>
            </a:xfrm>
            <a:custGeom>
              <a:avLst/>
              <a:gdLst>
                <a:gd name="T0" fmla="*/ 45412 w 53340"/>
                <a:gd name="T1" fmla="*/ 7791 h 53340"/>
                <a:gd name="T2" fmla="*/ 51255 w 53340"/>
                <a:gd name="T3" fmla="*/ 16591 h 53340"/>
                <a:gd name="T4" fmla="*/ 53203 w 53340"/>
                <a:gd name="T5" fmla="*/ 26601 h 53340"/>
                <a:gd name="T6" fmla="*/ 51255 w 53340"/>
                <a:gd name="T7" fmla="*/ 36612 h 53340"/>
                <a:gd name="T8" fmla="*/ 45412 w 53340"/>
                <a:gd name="T9" fmla="*/ 45412 h 53340"/>
                <a:gd name="T10" fmla="*/ 36612 w 53340"/>
                <a:gd name="T11" fmla="*/ 51255 h 53340"/>
                <a:gd name="T12" fmla="*/ 26601 w 53340"/>
                <a:gd name="T13" fmla="*/ 53203 h 53340"/>
                <a:gd name="T14" fmla="*/ 16591 w 53340"/>
                <a:gd name="T15" fmla="*/ 51255 h 53340"/>
                <a:gd name="T16" fmla="*/ 7791 w 53340"/>
                <a:gd name="T17" fmla="*/ 45412 h 53340"/>
                <a:gd name="T18" fmla="*/ 1947 w 53340"/>
                <a:gd name="T19" fmla="*/ 36612 h 53340"/>
                <a:gd name="T20" fmla="*/ 0 w 53340"/>
                <a:gd name="T21" fmla="*/ 26601 h 53340"/>
                <a:gd name="T22" fmla="*/ 1947 w 53340"/>
                <a:gd name="T23" fmla="*/ 16591 h 53340"/>
                <a:gd name="T24" fmla="*/ 7791 w 53340"/>
                <a:gd name="T25" fmla="*/ 7791 h 53340"/>
                <a:gd name="T26" fmla="*/ 16591 w 53340"/>
                <a:gd name="T27" fmla="*/ 1947 h 53340"/>
                <a:gd name="T28" fmla="*/ 26601 w 53340"/>
                <a:gd name="T29" fmla="*/ 0 h 53340"/>
                <a:gd name="T30" fmla="*/ 36612 w 53340"/>
                <a:gd name="T31" fmla="*/ 1947 h 53340"/>
                <a:gd name="T32" fmla="*/ 45412 w 53340"/>
                <a:gd name="T33" fmla="*/ 7791 h 53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40" h="53340">
                  <a:moveTo>
                    <a:pt x="45412" y="7791"/>
                  </a:moveTo>
                  <a:lnTo>
                    <a:pt x="51255" y="16591"/>
                  </a:lnTo>
                  <a:lnTo>
                    <a:pt x="53203" y="26601"/>
                  </a:lnTo>
                  <a:lnTo>
                    <a:pt x="51255" y="36612"/>
                  </a:lnTo>
                  <a:lnTo>
                    <a:pt x="45412" y="45412"/>
                  </a:lnTo>
                  <a:lnTo>
                    <a:pt x="36612" y="51255"/>
                  </a:lnTo>
                  <a:lnTo>
                    <a:pt x="26601" y="53203"/>
                  </a:lnTo>
                  <a:lnTo>
                    <a:pt x="16591" y="51255"/>
                  </a:lnTo>
                  <a:lnTo>
                    <a:pt x="7791" y="45412"/>
                  </a:lnTo>
                  <a:lnTo>
                    <a:pt x="1947" y="36612"/>
                  </a:lnTo>
                  <a:lnTo>
                    <a:pt x="0" y="26601"/>
                  </a:lnTo>
                  <a:lnTo>
                    <a:pt x="1947" y="16591"/>
                  </a:lnTo>
                  <a:lnTo>
                    <a:pt x="7791" y="7791"/>
                  </a:lnTo>
                  <a:lnTo>
                    <a:pt x="16591" y="1947"/>
                  </a:lnTo>
                  <a:lnTo>
                    <a:pt x="26601" y="0"/>
                  </a:lnTo>
                  <a:lnTo>
                    <a:pt x="36612" y="1947"/>
                  </a:lnTo>
                  <a:lnTo>
                    <a:pt x="45412" y="7791"/>
                  </a:lnTo>
                </a:path>
              </a:pathLst>
            </a:custGeom>
            <a:noFill/>
            <a:ln w="25399"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63" name="object 51">
              <a:extLst>
                <a:ext uri="{FF2B5EF4-FFF2-40B4-BE49-F238E27FC236}">
                  <a16:creationId xmlns:a16="http://schemas.microsoft.com/office/drawing/2014/main" id="{109A92F2-D749-9C01-C2E8-535E875ABFF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602543" y="8823980"/>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sp>
          <p:nvSpPr>
            <p:cNvPr id="99328" name="object 52">
              <a:extLst>
                <a:ext uri="{FF2B5EF4-FFF2-40B4-BE49-F238E27FC236}">
                  <a16:creationId xmlns:a16="http://schemas.microsoft.com/office/drawing/2014/main" id="{95174163-C1F5-2A39-1AB0-A499FB17B673}"/>
                </a:ext>
              </a:extLst>
            </p:cNvPr>
            <p:cNvSpPr>
              <a:spLocks/>
            </p:cNvSpPr>
            <p:nvPr/>
          </p:nvSpPr>
          <p:spPr bwMode="auto">
            <a:xfrm>
              <a:off x="8554438" y="9019093"/>
              <a:ext cx="53340" cy="53340"/>
            </a:xfrm>
            <a:custGeom>
              <a:avLst/>
              <a:gdLst>
                <a:gd name="T0" fmla="*/ 26602 w 53340"/>
                <a:gd name="T1" fmla="*/ 0 h 53340"/>
                <a:gd name="T2" fmla="*/ 16592 w 53340"/>
                <a:gd name="T3" fmla="*/ 1947 h 53340"/>
                <a:gd name="T4" fmla="*/ 7792 w 53340"/>
                <a:gd name="T5" fmla="*/ 7791 h 53340"/>
                <a:gd name="T6" fmla="*/ 1948 w 53340"/>
                <a:gd name="T7" fmla="*/ 16591 h 53340"/>
                <a:gd name="T8" fmla="*/ 0 w 53340"/>
                <a:gd name="T9" fmla="*/ 26601 h 53340"/>
                <a:gd name="T10" fmla="*/ 1948 w 53340"/>
                <a:gd name="T11" fmla="*/ 36612 h 53340"/>
                <a:gd name="T12" fmla="*/ 7792 w 53340"/>
                <a:gd name="T13" fmla="*/ 45412 h 53340"/>
                <a:gd name="T14" fmla="*/ 16592 w 53340"/>
                <a:gd name="T15" fmla="*/ 51255 h 53340"/>
                <a:gd name="T16" fmla="*/ 26602 w 53340"/>
                <a:gd name="T17" fmla="*/ 53203 h 53340"/>
                <a:gd name="T18" fmla="*/ 36612 w 53340"/>
                <a:gd name="T19" fmla="*/ 51255 h 53340"/>
                <a:gd name="T20" fmla="*/ 45412 w 53340"/>
                <a:gd name="T21" fmla="*/ 45412 h 53340"/>
                <a:gd name="T22" fmla="*/ 51255 w 53340"/>
                <a:gd name="T23" fmla="*/ 36612 h 53340"/>
                <a:gd name="T24" fmla="*/ 53203 w 53340"/>
                <a:gd name="T25" fmla="*/ 26601 h 53340"/>
                <a:gd name="T26" fmla="*/ 51255 w 53340"/>
                <a:gd name="T27" fmla="*/ 16591 h 53340"/>
                <a:gd name="T28" fmla="*/ 45412 w 53340"/>
                <a:gd name="T29" fmla="*/ 7791 h 53340"/>
                <a:gd name="T30" fmla="*/ 36612 w 53340"/>
                <a:gd name="T31" fmla="*/ 1947 h 53340"/>
                <a:gd name="T32" fmla="*/ 26602 w 53340"/>
                <a:gd name="T33" fmla="*/ 0 h 53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40" h="53340">
                  <a:moveTo>
                    <a:pt x="26602" y="0"/>
                  </a:moveTo>
                  <a:lnTo>
                    <a:pt x="16592" y="1947"/>
                  </a:lnTo>
                  <a:lnTo>
                    <a:pt x="7792" y="7791"/>
                  </a:lnTo>
                  <a:lnTo>
                    <a:pt x="1948" y="16591"/>
                  </a:lnTo>
                  <a:lnTo>
                    <a:pt x="0" y="26601"/>
                  </a:lnTo>
                  <a:lnTo>
                    <a:pt x="1948" y="36612"/>
                  </a:lnTo>
                  <a:lnTo>
                    <a:pt x="7792" y="45412"/>
                  </a:lnTo>
                  <a:lnTo>
                    <a:pt x="16592" y="51255"/>
                  </a:lnTo>
                  <a:lnTo>
                    <a:pt x="26602" y="53203"/>
                  </a:lnTo>
                  <a:lnTo>
                    <a:pt x="36612" y="51255"/>
                  </a:lnTo>
                  <a:lnTo>
                    <a:pt x="45412" y="45412"/>
                  </a:lnTo>
                  <a:lnTo>
                    <a:pt x="51255" y="36612"/>
                  </a:lnTo>
                  <a:lnTo>
                    <a:pt x="53203" y="26601"/>
                  </a:lnTo>
                  <a:lnTo>
                    <a:pt x="51255" y="16591"/>
                  </a:lnTo>
                  <a:lnTo>
                    <a:pt x="45412" y="7791"/>
                  </a:lnTo>
                  <a:lnTo>
                    <a:pt x="36612" y="1947"/>
                  </a:lnTo>
                  <a:lnTo>
                    <a:pt x="26602" y="0"/>
                  </a:lnTo>
                  <a:close/>
                </a:path>
              </a:pathLst>
            </a:custGeom>
            <a:solidFill>
              <a:srgbClr val="000000"/>
            </a:solidFill>
            <a:ln>
              <a:noFill/>
            </a:ln>
            <a:extLst>
              <a:ext uri="{91240B29-F687-4F45-9708-019B960494DF}">
                <a14:hiddenLine xmlns:a14="http://schemas.microsoft.com/office/drawing/2010/main" w="9525" cap="flat" algn="ctr">
                  <a:solidFill>
                    <a:srgbClr val="000000"/>
                  </a:solidFill>
                  <a:prstDash val="solid"/>
                  <a:round/>
                  <a:headEnd type="none" w="med" len="med"/>
                  <a:tailEnd type="none" w="med" len="med"/>
                </a14:hiddenLine>
              </a:ext>
            </a:extLst>
          </p:spPr>
          <p:txBody>
            <a:bodyPr lIns="0" tIns="0" rIns="0" bIns="0"/>
            <a:lstStyle/>
            <a:p>
              <a:endParaRPr lang="en-US"/>
            </a:p>
          </p:txBody>
        </p:sp>
        <p:sp>
          <p:nvSpPr>
            <p:cNvPr id="99330" name="object 53">
              <a:extLst>
                <a:ext uri="{FF2B5EF4-FFF2-40B4-BE49-F238E27FC236}">
                  <a16:creationId xmlns:a16="http://schemas.microsoft.com/office/drawing/2014/main" id="{12B4D72A-263D-E6A5-E256-DD055AFD608B}"/>
                </a:ext>
              </a:extLst>
            </p:cNvPr>
            <p:cNvSpPr>
              <a:spLocks/>
            </p:cNvSpPr>
            <p:nvPr/>
          </p:nvSpPr>
          <p:spPr bwMode="auto">
            <a:xfrm>
              <a:off x="8554439" y="9019093"/>
              <a:ext cx="53340" cy="53340"/>
            </a:xfrm>
            <a:custGeom>
              <a:avLst/>
              <a:gdLst>
                <a:gd name="T0" fmla="*/ 45412 w 53340"/>
                <a:gd name="T1" fmla="*/ 7791 h 53340"/>
                <a:gd name="T2" fmla="*/ 51255 w 53340"/>
                <a:gd name="T3" fmla="*/ 16591 h 53340"/>
                <a:gd name="T4" fmla="*/ 53203 w 53340"/>
                <a:gd name="T5" fmla="*/ 26601 h 53340"/>
                <a:gd name="T6" fmla="*/ 51255 w 53340"/>
                <a:gd name="T7" fmla="*/ 36612 h 53340"/>
                <a:gd name="T8" fmla="*/ 45412 w 53340"/>
                <a:gd name="T9" fmla="*/ 45412 h 53340"/>
                <a:gd name="T10" fmla="*/ 36612 w 53340"/>
                <a:gd name="T11" fmla="*/ 51255 h 53340"/>
                <a:gd name="T12" fmla="*/ 26601 w 53340"/>
                <a:gd name="T13" fmla="*/ 53203 h 53340"/>
                <a:gd name="T14" fmla="*/ 16591 w 53340"/>
                <a:gd name="T15" fmla="*/ 51255 h 53340"/>
                <a:gd name="T16" fmla="*/ 7791 w 53340"/>
                <a:gd name="T17" fmla="*/ 45412 h 53340"/>
                <a:gd name="T18" fmla="*/ 1947 w 53340"/>
                <a:gd name="T19" fmla="*/ 36612 h 53340"/>
                <a:gd name="T20" fmla="*/ 0 w 53340"/>
                <a:gd name="T21" fmla="*/ 26601 h 53340"/>
                <a:gd name="T22" fmla="*/ 1947 w 53340"/>
                <a:gd name="T23" fmla="*/ 16591 h 53340"/>
                <a:gd name="T24" fmla="*/ 7791 w 53340"/>
                <a:gd name="T25" fmla="*/ 7791 h 53340"/>
                <a:gd name="T26" fmla="*/ 16591 w 53340"/>
                <a:gd name="T27" fmla="*/ 1947 h 53340"/>
                <a:gd name="T28" fmla="*/ 26601 w 53340"/>
                <a:gd name="T29" fmla="*/ 0 h 53340"/>
                <a:gd name="T30" fmla="*/ 36612 w 53340"/>
                <a:gd name="T31" fmla="*/ 1947 h 53340"/>
                <a:gd name="T32" fmla="*/ 45412 w 53340"/>
                <a:gd name="T33" fmla="*/ 7791 h 533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3340" h="53340">
                  <a:moveTo>
                    <a:pt x="45412" y="7791"/>
                  </a:moveTo>
                  <a:lnTo>
                    <a:pt x="51255" y="16591"/>
                  </a:lnTo>
                  <a:lnTo>
                    <a:pt x="53203" y="26601"/>
                  </a:lnTo>
                  <a:lnTo>
                    <a:pt x="51255" y="36612"/>
                  </a:lnTo>
                  <a:lnTo>
                    <a:pt x="45412" y="45412"/>
                  </a:lnTo>
                  <a:lnTo>
                    <a:pt x="36612" y="51255"/>
                  </a:lnTo>
                  <a:lnTo>
                    <a:pt x="26601" y="53203"/>
                  </a:lnTo>
                  <a:lnTo>
                    <a:pt x="16591" y="51255"/>
                  </a:lnTo>
                  <a:lnTo>
                    <a:pt x="7791" y="45412"/>
                  </a:lnTo>
                  <a:lnTo>
                    <a:pt x="1947" y="36612"/>
                  </a:lnTo>
                  <a:lnTo>
                    <a:pt x="0" y="26601"/>
                  </a:lnTo>
                  <a:lnTo>
                    <a:pt x="1947" y="16591"/>
                  </a:lnTo>
                  <a:lnTo>
                    <a:pt x="7791" y="7791"/>
                  </a:lnTo>
                  <a:lnTo>
                    <a:pt x="16591" y="1947"/>
                  </a:lnTo>
                  <a:lnTo>
                    <a:pt x="26601" y="0"/>
                  </a:lnTo>
                  <a:lnTo>
                    <a:pt x="36612" y="1947"/>
                  </a:lnTo>
                  <a:lnTo>
                    <a:pt x="45412" y="7791"/>
                  </a:lnTo>
                </a:path>
              </a:pathLst>
            </a:custGeom>
            <a:noFill/>
            <a:ln w="25399"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pic>
          <p:nvPicPr>
            <p:cNvPr id="99331" name="object 54">
              <a:extLst>
                <a:ext uri="{FF2B5EF4-FFF2-40B4-BE49-F238E27FC236}">
                  <a16:creationId xmlns:a16="http://schemas.microsoft.com/office/drawing/2014/main" id="{A10091BF-172B-4CA1-453F-DF90E051192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762154" y="8915187"/>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2" name="object 55">
              <a:extLst>
                <a:ext uri="{FF2B5EF4-FFF2-40B4-BE49-F238E27FC236}">
                  <a16:creationId xmlns:a16="http://schemas.microsoft.com/office/drawing/2014/main" id="{FB67E006-F452-AF41-53BE-986A8519DE0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762154" y="9067197"/>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3" name="object 56">
              <a:extLst>
                <a:ext uri="{FF2B5EF4-FFF2-40B4-BE49-F238E27FC236}">
                  <a16:creationId xmlns:a16="http://schemas.microsoft.com/office/drawing/2014/main" id="{84F38ECD-ED8E-4069-CD6E-BE00B3AB810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990170" y="900639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4" name="object 57">
              <a:extLst>
                <a:ext uri="{FF2B5EF4-FFF2-40B4-BE49-F238E27FC236}">
                  <a16:creationId xmlns:a16="http://schemas.microsoft.com/office/drawing/2014/main" id="{807142F3-E5D2-CD11-5331-059BD9C279A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602543" y="929521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5" name="object 58">
              <a:extLst>
                <a:ext uri="{FF2B5EF4-FFF2-40B4-BE49-F238E27FC236}">
                  <a16:creationId xmlns:a16="http://schemas.microsoft.com/office/drawing/2014/main" id="{3699AFE4-39D8-3672-85CC-4EBEA611481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990170" y="9226809"/>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7" name="object 59">
              <a:extLst>
                <a:ext uri="{FF2B5EF4-FFF2-40B4-BE49-F238E27FC236}">
                  <a16:creationId xmlns:a16="http://schemas.microsoft.com/office/drawing/2014/main" id="{3806357D-B690-DE57-2FBC-7F9BB22BB94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822959" y="8641567"/>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8" name="object 60">
              <a:extLst>
                <a:ext uri="{FF2B5EF4-FFF2-40B4-BE49-F238E27FC236}">
                  <a16:creationId xmlns:a16="http://schemas.microsoft.com/office/drawing/2014/main" id="{7A90A923-ADCB-6C7B-261C-1F3C390DFA10}"/>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050975" y="872517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39" name="object 61">
              <a:extLst>
                <a:ext uri="{FF2B5EF4-FFF2-40B4-BE49-F238E27FC236}">
                  <a16:creationId xmlns:a16="http://schemas.microsoft.com/office/drawing/2014/main" id="{E7A8F516-1C63-5EF7-A477-6D9784BE3374}"/>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202985" y="7425481"/>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0" name="object 62">
              <a:extLst>
                <a:ext uri="{FF2B5EF4-FFF2-40B4-BE49-F238E27FC236}">
                  <a16:creationId xmlns:a16="http://schemas.microsoft.com/office/drawing/2014/main" id="{CF4C1133-E6CA-EF78-C122-34FE85D84A9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438602" y="7645897"/>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1" name="object 63">
              <a:extLst>
                <a:ext uri="{FF2B5EF4-FFF2-40B4-BE49-F238E27FC236}">
                  <a16:creationId xmlns:a16="http://schemas.microsoft.com/office/drawing/2014/main" id="{15330C6F-4C29-6C25-CF41-D1CA737470E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990170" y="7600294"/>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2" name="object 64">
              <a:extLst>
                <a:ext uri="{FF2B5EF4-FFF2-40B4-BE49-F238E27FC236}">
                  <a16:creationId xmlns:a16="http://schemas.microsoft.com/office/drawing/2014/main" id="{54B24214-D646-729C-D890-CE13930CE71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050975" y="7699101"/>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3" name="object 65">
              <a:extLst>
                <a:ext uri="{FF2B5EF4-FFF2-40B4-BE49-F238E27FC236}">
                  <a16:creationId xmlns:a16="http://schemas.microsoft.com/office/drawing/2014/main" id="{5E021684-D3A8-AF71-F704-E8A55FCA985F}"/>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271447" y="7638354"/>
              <a:ext cx="78489" cy="78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4" name="object 66">
              <a:extLst>
                <a:ext uri="{FF2B5EF4-FFF2-40B4-BE49-F238E27FC236}">
                  <a16:creationId xmlns:a16="http://schemas.microsoft.com/office/drawing/2014/main" id="{C18DAEB1-BDA1-BFF1-BA77-A0692494191F}"/>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354996" y="7425481"/>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5" name="object 67">
              <a:extLst>
                <a:ext uri="{FF2B5EF4-FFF2-40B4-BE49-F238E27FC236}">
                  <a16:creationId xmlns:a16="http://schemas.microsoft.com/office/drawing/2014/main" id="{9670D85E-5874-D33B-8177-0D173973C79D}"/>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210586" y="7851111"/>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6" name="object 68">
              <a:extLst>
                <a:ext uri="{FF2B5EF4-FFF2-40B4-BE49-F238E27FC236}">
                  <a16:creationId xmlns:a16="http://schemas.microsoft.com/office/drawing/2014/main" id="{50E4C80E-AAEE-C398-8E99-9DDBC4DC781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423401" y="7957518"/>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7" name="object 69">
              <a:extLst>
                <a:ext uri="{FF2B5EF4-FFF2-40B4-BE49-F238E27FC236}">
                  <a16:creationId xmlns:a16="http://schemas.microsoft.com/office/drawing/2014/main" id="{1EB80373-4589-8FF0-136D-921BA8A882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552610" y="7767506"/>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8" name="object 70">
              <a:extLst>
                <a:ext uri="{FF2B5EF4-FFF2-40B4-BE49-F238E27FC236}">
                  <a16:creationId xmlns:a16="http://schemas.microsoft.com/office/drawing/2014/main" id="{031A3B3A-B702-1F76-728F-19A98CC95546}"/>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545010" y="7501487"/>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49" name="object 71">
              <a:extLst>
                <a:ext uri="{FF2B5EF4-FFF2-40B4-BE49-F238E27FC236}">
                  <a16:creationId xmlns:a16="http://schemas.microsoft.com/office/drawing/2014/main" id="{AB850D39-71B8-2EE9-8FA9-6B19EAD26FD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035774" y="7972720"/>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0" name="object 72">
              <a:extLst>
                <a:ext uri="{FF2B5EF4-FFF2-40B4-BE49-F238E27FC236}">
                  <a16:creationId xmlns:a16="http://schemas.microsoft.com/office/drawing/2014/main" id="{9362BEB3-3C64-6E28-002F-211196D78745}"/>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294191" y="8109530"/>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1" name="object 73">
              <a:extLst>
                <a:ext uri="{FF2B5EF4-FFF2-40B4-BE49-F238E27FC236}">
                  <a16:creationId xmlns:a16="http://schemas.microsoft.com/office/drawing/2014/main" id="{636F8CF1-6951-41D1-7FA6-E65568BCDAA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704621" y="7744704"/>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2" name="object 74">
              <a:extLst>
                <a:ext uri="{FF2B5EF4-FFF2-40B4-BE49-F238E27FC236}">
                  <a16:creationId xmlns:a16="http://schemas.microsoft.com/office/drawing/2014/main" id="{19E1F6C4-4668-CDE6-33CB-A1374162224C}"/>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575413" y="7957518"/>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3" name="object 75">
              <a:extLst>
                <a:ext uri="{FF2B5EF4-FFF2-40B4-BE49-F238E27FC236}">
                  <a16:creationId xmlns:a16="http://schemas.microsoft.com/office/drawing/2014/main" id="{0C7BE466-3E82-FFDA-4ACA-5AFF240C0C3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826230" y="7562290"/>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4" name="object 76">
              <a:extLst>
                <a:ext uri="{FF2B5EF4-FFF2-40B4-BE49-F238E27FC236}">
                  <a16:creationId xmlns:a16="http://schemas.microsoft.com/office/drawing/2014/main" id="{B2D9CB9B-B3D8-B6D2-A50B-E3E630E2179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806699" y="787391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5" name="object 77">
              <a:extLst>
                <a:ext uri="{FF2B5EF4-FFF2-40B4-BE49-F238E27FC236}">
                  <a16:creationId xmlns:a16="http://schemas.microsoft.com/office/drawing/2014/main" id="{423FCC69-83AD-FB72-6D5E-AC977CF9EE0A}"/>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99099" y="8010722"/>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6" name="object 78">
              <a:extLst>
                <a:ext uri="{FF2B5EF4-FFF2-40B4-BE49-F238E27FC236}">
                  <a16:creationId xmlns:a16="http://schemas.microsoft.com/office/drawing/2014/main" id="{757DE4B9-F9ED-8A5C-F16B-0480CA9DEEE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631887" y="8033524"/>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7" name="object 79">
              <a:extLst>
                <a:ext uri="{FF2B5EF4-FFF2-40B4-BE49-F238E27FC236}">
                  <a16:creationId xmlns:a16="http://schemas.microsoft.com/office/drawing/2014/main" id="{10580C80-01FC-FABE-F44B-82472070916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034716" y="8003121"/>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8" name="object 80">
              <a:extLst>
                <a:ext uri="{FF2B5EF4-FFF2-40B4-BE49-F238E27FC236}">
                  <a16:creationId xmlns:a16="http://schemas.microsoft.com/office/drawing/2014/main" id="{8571921B-E440-728C-B508-CDF09056D4A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905506" y="815513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59" name="object 81">
              <a:extLst>
                <a:ext uri="{FF2B5EF4-FFF2-40B4-BE49-F238E27FC236}">
                  <a16:creationId xmlns:a16="http://schemas.microsoft.com/office/drawing/2014/main" id="{EE1AFFA8-C476-D6E7-C9DA-74AFC592E12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685090" y="8200736"/>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0" name="object 82">
              <a:extLst>
                <a:ext uri="{FF2B5EF4-FFF2-40B4-BE49-F238E27FC236}">
                  <a16:creationId xmlns:a16="http://schemas.microsoft.com/office/drawing/2014/main" id="{2877DAFA-1097-9D60-4E44-6DD982DEE408}"/>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057518" y="8291942"/>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1" name="object 83">
              <a:extLst>
                <a:ext uri="{FF2B5EF4-FFF2-40B4-BE49-F238E27FC236}">
                  <a16:creationId xmlns:a16="http://schemas.microsoft.com/office/drawing/2014/main" id="{778D9D76-F3F4-3AE1-E69B-7732D0F92327}"/>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806699" y="8367948"/>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2" name="object 84">
              <a:extLst>
                <a:ext uri="{FF2B5EF4-FFF2-40B4-BE49-F238E27FC236}">
                  <a16:creationId xmlns:a16="http://schemas.microsoft.com/office/drawing/2014/main" id="{262E65D3-C991-39C3-6156-94C480C7330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647088" y="8390750"/>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3" name="object 85">
              <a:extLst>
                <a:ext uri="{FF2B5EF4-FFF2-40B4-BE49-F238E27FC236}">
                  <a16:creationId xmlns:a16="http://schemas.microsoft.com/office/drawing/2014/main" id="{50299033-8424-38B5-D3A2-C39F19681B0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723094" y="8557961"/>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4" name="object 86">
              <a:extLst>
                <a:ext uri="{FF2B5EF4-FFF2-40B4-BE49-F238E27FC236}">
                  <a16:creationId xmlns:a16="http://schemas.microsoft.com/office/drawing/2014/main" id="{4E3A95CE-B9A7-E5A9-EE68-31B4D2C0C45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981512" y="8443954"/>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5" name="object 87">
              <a:extLst>
                <a:ext uri="{FF2B5EF4-FFF2-40B4-BE49-F238E27FC236}">
                  <a16:creationId xmlns:a16="http://schemas.microsoft.com/office/drawing/2014/main" id="{B3F6CD83-6AE1-F712-357E-EF848212467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224729" y="8405950"/>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6" name="object 88">
              <a:extLst>
                <a:ext uri="{FF2B5EF4-FFF2-40B4-BE49-F238E27FC236}">
                  <a16:creationId xmlns:a16="http://schemas.microsoft.com/office/drawing/2014/main" id="{9067028B-03A1-7EC9-10F0-F637835583E9}"/>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844702" y="858836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7" name="object 89">
              <a:extLst>
                <a:ext uri="{FF2B5EF4-FFF2-40B4-BE49-F238E27FC236}">
                  <a16:creationId xmlns:a16="http://schemas.microsoft.com/office/drawing/2014/main" id="{86D0CE11-446C-A280-A3B8-DA3E10A26AA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201927" y="8603564"/>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8" name="object 90">
              <a:extLst>
                <a:ext uri="{FF2B5EF4-FFF2-40B4-BE49-F238E27FC236}">
                  <a16:creationId xmlns:a16="http://schemas.microsoft.com/office/drawing/2014/main" id="{FEB36A1A-2F13-6A9A-B27D-86F35DCF9763}"/>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1270332" y="8048724"/>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pic>
          <p:nvPicPr>
            <p:cNvPr id="99369" name="object 91">
              <a:extLst>
                <a:ext uri="{FF2B5EF4-FFF2-40B4-BE49-F238E27FC236}">
                  <a16:creationId xmlns:a16="http://schemas.microsoft.com/office/drawing/2014/main" id="{B4EBC8F7-0BB0-444E-27FB-20A3B457A86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996713" y="8861983"/>
              <a:ext cx="78603" cy="7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pic>
      </p:grpSp>
      <p:sp>
        <p:nvSpPr>
          <p:cNvPr id="99370" name="TextBox 99369">
            <a:extLst>
              <a:ext uri="{FF2B5EF4-FFF2-40B4-BE49-F238E27FC236}">
                <a16:creationId xmlns:a16="http://schemas.microsoft.com/office/drawing/2014/main" id="{5AA00156-A5BA-4F75-B800-756B188D37A2}"/>
              </a:ext>
            </a:extLst>
          </p:cNvPr>
          <p:cNvSpPr txBox="1"/>
          <p:nvPr/>
        </p:nvSpPr>
        <p:spPr>
          <a:xfrm>
            <a:off x="5587036" y="9181281"/>
            <a:ext cx="1059906" cy="369332"/>
          </a:xfrm>
          <a:prstGeom prst="rect">
            <a:avLst/>
          </a:prstGeom>
          <a:noFill/>
        </p:spPr>
        <p:txBody>
          <a:bodyPr wrap="none" rtlCol="0">
            <a:spAutoFit/>
          </a:bodyPr>
          <a:lstStyle/>
          <a:p>
            <a:r>
              <a:rPr lang="en-US" dirty="0"/>
              <a:t>[Demo 6]</a:t>
            </a:r>
          </a:p>
        </p:txBody>
      </p:sp>
    </p:spTree>
    <p:extLst>
      <p:ext uri="{BB962C8B-B14F-4D97-AF65-F5344CB8AC3E}">
        <p14:creationId xmlns:p14="http://schemas.microsoft.com/office/powerpoint/2010/main" val="2987319128"/>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3" name="object 11">
            <a:extLst>
              <a:ext uri="{FF2B5EF4-FFF2-40B4-BE49-F238E27FC236}">
                <a16:creationId xmlns:a16="http://schemas.microsoft.com/office/drawing/2014/main" id="{7FD3F2B2-D6A2-9A51-A52F-E75EBC13A6A0}"/>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9A25488E-F810-C7F9-3EF2-17011041B93F}"/>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18CCFF5B-A70F-EFD7-FFA4-3582A90A9957}"/>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1BA4D4D7-8D25-0FA4-C22A-5B5438D63EC2}"/>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BA136DA5-2FCC-C734-17AD-966C6A408AC1}"/>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73AC4DBC-DB63-9BF7-04DB-92C107F2A47F}"/>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07039465-FBC2-3EF8-621C-37ACBDD93E85}"/>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8A077901-0A95-DFDD-4589-B89426AA2A6D}"/>
              </a:ext>
            </a:extLst>
          </p:cNvPr>
          <p:cNvSpPr txBox="1">
            <a:spLocks noChangeArrowheads="1"/>
          </p:cNvSpPr>
          <p:nvPr/>
        </p:nvSpPr>
        <p:spPr bwMode="auto">
          <a:xfrm>
            <a:off x="843175" y="3682883"/>
            <a:ext cx="10844213" cy="2387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a:t>
            </a:r>
            <a:endParaRPr lang="en-US" altLang="en-US" sz="3200" dirty="0">
              <a:latin typeface="Arial" panose="020B0604020202020204" pitchFamily="34" charset="0"/>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C4EE-2A06-C1AC-ADC4-B7553A94092D}"/>
            </a:ext>
          </a:extLst>
        </p:cNvPr>
        <p:cNvGrpSpPr/>
        <p:nvPr/>
      </p:nvGrpSpPr>
      <p:grpSpPr>
        <a:xfrm>
          <a:off x="0" y="0"/>
          <a:ext cx="0" cy="0"/>
          <a:chOff x="0" y="0"/>
          <a:chExt cx="0" cy="0"/>
        </a:xfrm>
      </p:grpSpPr>
      <p:sp>
        <p:nvSpPr>
          <p:cNvPr id="115713" name="object 11">
            <a:extLst>
              <a:ext uri="{FF2B5EF4-FFF2-40B4-BE49-F238E27FC236}">
                <a16:creationId xmlns:a16="http://schemas.microsoft.com/office/drawing/2014/main" id="{50F93086-2C8B-D947-3A2D-666C706E1AA7}"/>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7804CFB0-2065-37C2-D4E5-E29BD6C778F9}"/>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17673253-BCD9-E0A2-40BB-CA33D4AC4174}"/>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26E2C40A-44F9-FCA0-8227-904310C0F412}"/>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9FF05A25-BB0A-B55F-4A1F-F7A507C706DF}"/>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7027E3B6-BE7C-777A-7D27-0D2FE5DAD4EB}"/>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E0A5F27A-0EF8-A57E-0170-D30E97509063}"/>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8CFB89F9-9D74-9041-CDBF-A639A84DC1B2}"/>
              </a:ext>
            </a:extLst>
          </p:cNvPr>
          <p:cNvSpPr txBox="1">
            <a:spLocks noChangeArrowheads="1"/>
          </p:cNvSpPr>
          <p:nvPr/>
        </p:nvSpPr>
        <p:spPr bwMode="auto">
          <a:xfrm>
            <a:off x="843175" y="3682883"/>
            <a:ext cx="10844213" cy="2387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Learn</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from</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data</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a:t>
            </a:r>
            <a:endParaRPr lang="en-US" altLang="en-US" sz="3200" dirty="0">
              <a:latin typeface="Arial" panose="020B0604020202020204" pitchFamily="34" charset="0"/>
            </a:endParaRPr>
          </a:p>
        </p:txBody>
      </p:sp>
    </p:spTree>
    <p:extLst>
      <p:ext uri="{BB962C8B-B14F-4D97-AF65-F5344CB8AC3E}">
        <p14:creationId xmlns:p14="http://schemas.microsoft.com/office/powerpoint/2010/main" val="2778521023"/>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81C9D-212D-180F-AD6C-C777A926A2BB}"/>
            </a:ext>
          </a:extLst>
        </p:cNvPr>
        <p:cNvGrpSpPr/>
        <p:nvPr/>
      </p:nvGrpSpPr>
      <p:grpSpPr>
        <a:xfrm>
          <a:off x="0" y="0"/>
          <a:ext cx="0" cy="0"/>
          <a:chOff x="0" y="0"/>
          <a:chExt cx="0" cy="0"/>
        </a:xfrm>
      </p:grpSpPr>
      <p:sp>
        <p:nvSpPr>
          <p:cNvPr id="115713" name="object 11">
            <a:extLst>
              <a:ext uri="{FF2B5EF4-FFF2-40B4-BE49-F238E27FC236}">
                <a16:creationId xmlns:a16="http://schemas.microsoft.com/office/drawing/2014/main" id="{580E3FD6-CA41-3289-C3A7-EE0317A2F562}"/>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860711A2-4F28-162C-7567-80B99638F5E1}"/>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B4730B97-B2E4-B4E5-FA18-18B8FFD2A0E5}"/>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4B01F6A9-E1D3-F52D-A5BB-B8BF5356E96F}"/>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6DB87B5D-49A5-CDFC-9E1E-8F5E41508A6D}"/>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3E713796-EAE6-8E02-4453-D082FDE30139}"/>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7AAF215D-C09F-46CC-2A8B-6A002F57C588}"/>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8950C9A0-2BD4-4B8D-861C-38E76C24231D}"/>
              </a:ext>
            </a:extLst>
          </p:cNvPr>
          <p:cNvSpPr txBox="1">
            <a:spLocks noChangeArrowheads="1"/>
          </p:cNvSpPr>
          <p:nvPr/>
        </p:nvSpPr>
        <p:spPr bwMode="auto">
          <a:xfrm>
            <a:off x="843175" y="3682883"/>
            <a:ext cx="10844213" cy="2880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Learn</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from</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data</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Components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clusters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latent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a:t>
            </a:r>
            <a:endParaRPr lang="en-US" altLang="en-US" sz="3200" dirty="0">
              <a:latin typeface="Arial" panose="020B0604020202020204" pitchFamily="34" charset="0"/>
            </a:endParaRPr>
          </a:p>
        </p:txBody>
      </p:sp>
    </p:spTree>
    <p:extLst>
      <p:ext uri="{BB962C8B-B14F-4D97-AF65-F5344CB8AC3E}">
        <p14:creationId xmlns:p14="http://schemas.microsoft.com/office/powerpoint/2010/main" val="2080037202"/>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418E-B1D5-5223-8419-0F76450BDEA8}"/>
            </a:ext>
          </a:extLst>
        </p:cNvPr>
        <p:cNvGrpSpPr/>
        <p:nvPr/>
      </p:nvGrpSpPr>
      <p:grpSpPr>
        <a:xfrm>
          <a:off x="0" y="0"/>
          <a:ext cx="0" cy="0"/>
          <a:chOff x="0" y="0"/>
          <a:chExt cx="0" cy="0"/>
        </a:xfrm>
      </p:grpSpPr>
      <p:sp>
        <p:nvSpPr>
          <p:cNvPr id="115713" name="object 11">
            <a:extLst>
              <a:ext uri="{FF2B5EF4-FFF2-40B4-BE49-F238E27FC236}">
                <a16:creationId xmlns:a16="http://schemas.microsoft.com/office/drawing/2014/main" id="{EE8679B6-4F6B-5A2E-1DCD-ECE5FEFEB5AD}"/>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BE5AB1EB-BA4F-2BED-057C-4B3B65FAF9FD}"/>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57CE8DFE-A81C-B4DF-B8CA-91CD5D606B6E}"/>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2917548B-418D-3905-A3C8-75F973268A67}"/>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7C423B9E-1F79-C1A1-A070-CB403E0C7660}"/>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B8CCDB1C-CCC3-E932-ADFB-0C101CAC82C5}"/>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693319C4-B0B4-F7DE-8765-524A0BEC1FF5}"/>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2E128717-B282-EC13-78A2-A5E3B62B3F6E}"/>
              </a:ext>
            </a:extLst>
          </p:cNvPr>
          <p:cNvSpPr txBox="1">
            <a:spLocks noChangeArrowheads="1"/>
          </p:cNvSpPr>
          <p:nvPr/>
        </p:nvSpPr>
        <p:spPr bwMode="auto">
          <a:xfrm>
            <a:off x="843175" y="3682883"/>
            <a:ext cx="10844213" cy="3372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Learn</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from</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data</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Components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clusters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latent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dimensional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but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finitely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many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p:txBody>
      </p:sp>
    </p:spTree>
    <p:extLst>
      <p:ext uri="{BB962C8B-B14F-4D97-AF65-F5344CB8AC3E}">
        <p14:creationId xmlns:p14="http://schemas.microsoft.com/office/powerpoint/2010/main" val="3120655538"/>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0DA91-30CC-4BF1-8D97-8A633FC0277E}"/>
            </a:ext>
          </a:extLst>
        </p:cNvPr>
        <p:cNvGrpSpPr/>
        <p:nvPr/>
      </p:nvGrpSpPr>
      <p:grpSpPr>
        <a:xfrm>
          <a:off x="0" y="0"/>
          <a:ext cx="0" cy="0"/>
          <a:chOff x="0" y="0"/>
          <a:chExt cx="0" cy="0"/>
        </a:xfrm>
      </p:grpSpPr>
      <p:sp>
        <p:nvSpPr>
          <p:cNvPr id="115713" name="object 11">
            <a:extLst>
              <a:ext uri="{FF2B5EF4-FFF2-40B4-BE49-F238E27FC236}">
                <a16:creationId xmlns:a16="http://schemas.microsoft.com/office/drawing/2014/main" id="{7AD2BC00-8E5D-2215-E776-BC96B6E4B5EB}"/>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10BC4271-C745-23B6-9893-C78FEC2B3C39}"/>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F3E0F9B9-03C1-1578-4BC5-E1DEE3864CC1}"/>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4FD40323-D8D3-581F-6DE1-65753131C94C}"/>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69F6F1A3-2BAE-84A0-329C-3CF5B5C8A7F7}"/>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B751C601-080C-6FF5-F7D3-77CD854EF79A}"/>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FA867421-9105-A6A6-CFDA-524327241091}"/>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11AB6119-7BA8-1313-C2CF-FEE96AE4D4E4}"/>
              </a:ext>
            </a:extLst>
          </p:cNvPr>
          <p:cNvSpPr txBox="1">
            <a:spLocks noChangeArrowheads="1"/>
          </p:cNvSpPr>
          <p:nvPr/>
        </p:nvSpPr>
        <p:spPr bwMode="auto">
          <a:xfrm>
            <a:off x="843175" y="3682883"/>
            <a:ext cx="10844213" cy="3372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Learn</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from</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data</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Components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clusters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latent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dimensional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but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finitely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many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p:txBody>
      </p:sp>
      <p:sp>
        <p:nvSpPr>
          <p:cNvPr id="4" name="object 12">
            <a:extLst>
              <a:ext uri="{FF2B5EF4-FFF2-40B4-BE49-F238E27FC236}">
                <a16:creationId xmlns:a16="http://schemas.microsoft.com/office/drawing/2014/main" id="{E336DF5C-7BE8-B703-E46F-13CAE8B00C1A}"/>
              </a:ext>
            </a:extLst>
          </p:cNvPr>
          <p:cNvSpPr txBox="1">
            <a:spLocks noChangeArrowheads="1"/>
          </p:cNvSpPr>
          <p:nvPr/>
        </p:nvSpPr>
        <p:spPr bwMode="auto">
          <a:xfrm>
            <a:off x="822245" y="7541096"/>
            <a:ext cx="392588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00"/>
              </a:spcBef>
              <a:buSzPct val="100000"/>
              <a:buFont typeface="Calibri" panose="020F0502020204030204" pitchFamily="34" charset="0"/>
              <a:buNone/>
            </a:pPr>
            <a:r>
              <a:rPr lang="ru-RU" altLang="en-US" sz="3200" b="1" dirty="0" err="1">
                <a:solidFill>
                  <a:srgbClr val="51A7F9"/>
                </a:solidFill>
                <a:latin typeface="Arial" panose="020B0604020202020204" pitchFamily="34" charset="0"/>
              </a:rPr>
              <a:t>Typical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approaches</a:t>
            </a:r>
            <a:r>
              <a:rPr lang="ru-RU" altLang="en-US" sz="3200" b="1" dirty="0">
                <a:solidFill>
                  <a:srgbClr val="51A7F9"/>
                </a:solidFill>
                <a:latin typeface="Arial" panose="020B0604020202020204" pitchFamily="34" charset="0"/>
              </a:rPr>
              <a:t>:</a:t>
            </a:r>
            <a:endParaRPr lang="ru-RU" altLang="en-US" sz="3200" dirty="0">
              <a:latin typeface="Arial" panose="020B0604020202020204" pitchFamily="34" charset="0"/>
            </a:endParaRPr>
          </a:p>
        </p:txBody>
      </p:sp>
    </p:spTree>
    <p:extLst>
      <p:ext uri="{BB962C8B-B14F-4D97-AF65-F5344CB8AC3E}">
        <p14:creationId xmlns:p14="http://schemas.microsoft.com/office/powerpoint/2010/main" val="812526655"/>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09A63-B7A1-9AD4-183C-863FD290D681}"/>
            </a:ext>
          </a:extLst>
        </p:cNvPr>
        <p:cNvGrpSpPr/>
        <p:nvPr/>
      </p:nvGrpSpPr>
      <p:grpSpPr>
        <a:xfrm>
          <a:off x="0" y="0"/>
          <a:ext cx="0" cy="0"/>
          <a:chOff x="0" y="0"/>
          <a:chExt cx="0" cy="0"/>
        </a:xfrm>
      </p:grpSpPr>
      <p:sp>
        <p:nvSpPr>
          <p:cNvPr id="115713" name="object 11">
            <a:extLst>
              <a:ext uri="{FF2B5EF4-FFF2-40B4-BE49-F238E27FC236}">
                <a16:creationId xmlns:a16="http://schemas.microsoft.com/office/drawing/2014/main" id="{64CA2770-7F54-967E-1432-61CBC3B5082A}"/>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1CDFB16C-150F-4144-17C4-0100D0318095}"/>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0C931AAF-FB2F-32F9-7A6A-93D92CAB9C78}"/>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B6A978A9-7AFF-C930-EEEE-6132C0163143}"/>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D873DE11-1341-CFDB-B423-606A956D45EB}"/>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C702CA45-14D6-64F3-6520-0FBCA424A726}"/>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C1788503-1793-168F-7953-F11A1B0FA2BD}"/>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2822DA8D-8B53-1589-EC75-A3FB1BFC89F3}"/>
              </a:ext>
            </a:extLst>
          </p:cNvPr>
          <p:cNvSpPr txBox="1">
            <a:spLocks noChangeArrowheads="1"/>
          </p:cNvSpPr>
          <p:nvPr/>
        </p:nvSpPr>
        <p:spPr bwMode="auto">
          <a:xfrm>
            <a:off x="843175" y="3682883"/>
            <a:ext cx="10844213" cy="3372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Learn</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from</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data</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Components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clusters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latent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dimensional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but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finitely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many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p:txBody>
      </p:sp>
      <p:sp>
        <p:nvSpPr>
          <p:cNvPr id="4" name="object 12">
            <a:extLst>
              <a:ext uri="{FF2B5EF4-FFF2-40B4-BE49-F238E27FC236}">
                <a16:creationId xmlns:a16="http://schemas.microsoft.com/office/drawing/2014/main" id="{1EF2BF30-35BC-5F4A-65C3-F366028F03E3}"/>
              </a:ext>
            </a:extLst>
          </p:cNvPr>
          <p:cNvSpPr txBox="1">
            <a:spLocks noChangeArrowheads="1"/>
          </p:cNvSpPr>
          <p:nvPr/>
        </p:nvSpPr>
        <p:spPr bwMode="auto">
          <a:xfrm>
            <a:off x="822244" y="7541096"/>
            <a:ext cx="9568587" cy="151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square"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00"/>
              </a:spcBef>
              <a:buSzPct val="100000"/>
              <a:buFont typeface="Calibri" panose="020F0502020204030204" pitchFamily="34" charset="0"/>
              <a:buNone/>
            </a:pPr>
            <a:r>
              <a:rPr lang="ru-RU" altLang="en-US" sz="3200" b="1" dirty="0" err="1">
                <a:solidFill>
                  <a:srgbClr val="51A7F9"/>
                </a:solidFill>
                <a:latin typeface="Arial" panose="020B0604020202020204" pitchFamily="34" charset="0"/>
              </a:rPr>
              <a:t>Typical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approaches</a:t>
            </a:r>
            <a:r>
              <a:rPr lang="ru-RU" altLang="en-US" sz="3200" b="1" dirty="0">
                <a:solidFill>
                  <a:srgbClr val="51A7F9"/>
                </a:solidFill>
                <a:latin typeface="Arial" panose="020B0604020202020204" pitchFamily="34" charset="0"/>
              </a:rPr>
              <a:t>:</a:t>
            </a:r>
            <a:endParaRPr lang="en-US" altLang="en-US" sz="3200" b="1" dirty="0">
              <a:solidFill>
                <a:srgbClr val="51A7F9"/>
              </a:solidFill>
              <a:latin typeface="Arial" panose="020B0604020202020204" pitchFamily="34" charset="0"/>
            </a:endParaRPr>
          </a:p>
          <a:p>
            <a:pPr marL="469900" indent="-457200" eaLnBrk="1" hangingPunct="1">
              <a:spcBef>
                <a:spcPts val="100"/>
              </a:spcBef>
              <a:buSzPct val="100000"/>
              <a:buFont typeface="Arial" panose="020B0604020202020204" pitchFamily="34" charset="0"/>
              <a:buChar char="•"/>
            </a:pPr>
            <a:r>
              <a:rPr lang="ru-RU" altLang="en-US" sz="3200" b="1" dirty="0" err="1">
                <a:solidFill>
                  <a:srgbClr val="51A7F9"/>
                </a:solidFill>
                <a:latin typeface="Arial" panose="020B0604020202020204" pitchFamily="34" charset="0"/>
              </a:rPr>
              <a:t>Integrate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out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the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endParaRPr lang="ru-RU" altLang="en-US" sz="3200" dirty="0">
              <a:latin typeface="Arial" panose="020B0604020202020204" pitchFamily="34" charset="0"/>
            </a:endParaRPr>
          </a:p>
          <a:p>
            <a:pPr marL="469900" indent="-457200" eaLnBrk="1" hangingPunct="1">
              <a:spcBef>
                <a:spcPts val="100"/>
              </a:spcBef>
              <a:buSzPct val="100000"/>
              <a:buFont typeface="Arial" panose="020B0604020202020204" pitchFamily="34" charset="0"/>
              <a:buChar char="•"/>
            </a:pPr>
            <a:endParaRPr lang="ru-RU" altLang="en-US" sz="3200" dirty="0">
              <a:latin typeface="Arial" panose="020B0604020202020204" pitchFamily="34" charset="0"/>
            </a:endParaRPr>
          </a:p>
        </p:txBody>
      </p:sp>
    </p:spTree>
    <p:extLst>
      <p:ext uri="{BB962C8B-B14F-4D97-AF65-F5344CB8AC3E}">
        <p14:creationId xmlns:p14="http://schemas.microsoft.com/office/powerpoint/2010/main" val="2598390151"/>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45E26-5C07-C323-921C-134BC80C7D74}"/>
            </a:ext>
          </a:extLst>
        </p:cNvPr>
        <p:cNvGrpSpPr/>
        <p:nvPr/>
      </p:nvGrpSpPr>
      <p:grpSpPr>
        <a:xfrm>
          <a:off x="0" y="0"/>
          <a:ext cx="0" cy="0"/>
          <a:chOff x="0" y="0"/>
          <a:chExt cx="0" cy="0"/>
        </a:xfrm>
      </p:grpSpPr>
      <p:sp>
        <p:nvSpPr>
          <p:cNvPr id="115713" name="object 11">
            <a:extLst>
              <a:ext uri="{FF2B5EF4-FFF2-40B4-BE49-F238E27FC236}">
                <a16:creationId xmlns:a16="http://schemas.microsoft.com/office/drawing/2014/main" id="{9E7B1712-0A2E-73A7-BFB6-1EB5F5847545}"/>
              </a:ext>
            </a:extLst>
          </p:cNvPr>
          <p:cNvSpPr txBox="1">
            <a:spLocks noChangeArrowheads="1"/>
          </p:cNvSpPr>
          <p:nvPr/>
        </p:nvSpPr>
        <p:spPr bwMode="auto">
          <a:xfrm>
            <a:off x="17463" y="9501188"/>
            <a:ext cx="3079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ts val="2038"/>
              </a:lnSpc>
            </a:pPr>
            <a:r>
              <a:rPr lang="en-US" altLang="en-US" sz="2000">
                <a:solidFill>
                  <a:srgbClr val="000000"/>
                </a:solidFill>
                <a:latin typeface="Arial" panose="020B0604020202020204" pitchFamily="34" charset="0"/>
              </a:rPr>
              <a:t>13</a:t>
            </a:r>
            <a:endParaRPr lang="en-US" altLang="en-US" sz="2000">
              <a:latin typeface="Arial" panose="020B0604020202020204" pitchFamily="34" charset="0"/>
            </a:endParaRPr>
          </a:p>
        </p:txBody>
      </p:sp>
      <p:sp>
        <p:nvSpPr>
          <p:cNvPr id="115714" name="object 2" descr="$PPTXTitle">
            <a:extLst>
              <a:ext uri="{FF2B5EF4-FFF2-40B4-BE49-F238E27FC236}">
                <a16:creationId xmlns:a16="http://schemas.microsoft.com/office/drawing/2014/main" id="{38197EB8-061F-5CC8-0906-2140C38F488F}"/>
              </a:ext>
            </a:extLst>
          </p:cNvPr>
          <p:cNvSpPr>
            <a:spLocks noGrp="1" noChangeArrowheads="1"/>
          </p:cNvSpPr>
          <p:nvPr>
            <p:ph type="title"/>
          </p:nvPr>
        </p:nvSpPr>
        <p:spPr>
          <a:xfrm>
            <a:off x="684213" y="261938"/>
            <a:ext cx="364966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Roadmap</a:t>
            </a:r>
          </a:p>
        </p:txBody>
      </p:sp>
      <p:sp>
        <p:nvSpPr>
          <p:cNvPr id="115715" name="object 3">
            <a:extLst>
              <a:ext uri="{FF2B5EF4-FFF2-40B4-BE49-F238E27FC236}">
                <a16:creationId xmlns:a16="http://schemas.microsoft.com/office/drawing/2014/main" id="{6492C64F-C835-934E-0EB1-FFAE85887103}"/>
              </a:ext>
            </a:extLst>
          </p:cNvPr>
          <p:cNvSpPr txBox="1">
            <a:spLocks noChangeArrowheads="1"/>
          </p:cNvSpPr>
          <p:nvPr/>
        </p:nvSpPr>
        <p:spPr bwMode="auto">
          <a:xfrm>
            <a:off x="431800" y="14668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6" name="object 4">
            <a:extLst>
              <a:ext uri="{FF2B5EF4-FFF2-40B4-BE49-F238E27FC236}">
                <a16:creationId xmlns:a16="http://schemas.microsoft.com/office/drawing/2014/main" id="{89318E03-D16F-8E08-66AC-7FD911AE02C9}"/>
              </a:ext>
            </a:extLst>
          </p:cNvPr>
          <p:cNvSpPr txBox="1">
            <a:spLocks noChangeArrowheads="1"/>
          </p:cNvSpPr>
          <p:nvPr/>
        </p:nvSpPr>
        <p:spPr bwMode="auto">
          <a:xfrm>
            <a:off x="876300" y="1276350"/>
            <a:ext cx="7921625"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63"/>
              </a:spcBef>
            </a:pPr>
            <a:r>
              <a:rPr lang="en-US" altLang="en-US" sz="3200">
                <a:solidFill>
                  <a:srgbClr val="000000"/>
                </a:solidFill>
                <a:latin typeface="Arial" panose="020B0604020202020204" pitchFamily="34" charset="0"/>
              </a:rPr>
              <a:t>Example problem: clustering</a:t>
            </a:r>
            <a:endParaRPr lang="en-US" altLang="en-US" sz="3200">
              <a:latin typeface="Arial" panose="020B0604020202020204" pitchFamily="34" charset="0"/>
            </a:endParaRPr>
          </a:p>
          <a:p>
            <a:pPr>
              <a:spcBef>
                <a:spcPts val="963"/>
              </a:spcBef>
            </a:pPr>
            <a:r>
              <a:rPr lang="en-US" altLang="en-US" sz="3200">
                <a:solidFill>
                  <a:srgbClr val="000000"/>
                </a:solidFill>
                <a:latin typeface="Arial" panose="020B0604020202020204" pitchFamily="34" charset="0"/>
              </a:rPr>
              <a:t>Example NPBayes model: Dirichlet process</a:t>
            </a:r>
            <a:endParaRPr lang="en-US" altLang="en-US" sz="3200">
              <a:latin typeface="Arial" panose="020B0604020202020204" pitchFamily="34" charset="0"/>
            </a:endParaRPr>
          </a:p>
        </p:txBody>
      </p:sp>
      <p:sp>
        <p:nvSpPr>
          <p:cNvPr id="115717" name="object 5">
            <a:extLst>
              <a:ext uri="{FF2B5EF4-FFF2-40B4-BE49-F238E27FC236}">
                <a16:creationId xmlns:a16="http://schemas.microsoft.com/office/drawing/2014/main" id="{7FF66475-F244-94F3-E760-B7C02D778089}"/>
              </a:ext>
            </a:extLst>
          </p:cNvPr>
          <p:cNvSpPr txBox="1">
            <a:spLocks noChangeArrowheads="1"/>
          </p:cNvSpPr>
          <p:nvPr/>
        </p:nvSpPr>
        <p:spPr bwMode="auto">
          <a:xfrm>
            <a:off x="431800" y="20764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8" name="object 6">
            <a:extLst>
              <a:ext uri="{FF2B5EF4-FFF2-40B4-BE49-F238E27FC236}">
                <a16:creationId xmlns:a16="http://schemas.microsoft.com/office/drawing/2014/main" id="{3A05A77E-BE79-206D-4419-08E572B6510C}"/>
              </a:ext>
            </a:extLst>
          </p:cNvPr>
          <p:cNvSpPr txBox="1">
            <a:spLocks noChangeArrowheads="1"/>
          </p:cNvSpPr>
          <p:nvPr/>
        </p:nvSpPr>
        <p:spPr bwMode="auto">
          <a:xfrm>
            <a:off x="431800" y="3067050"/>
            <a:ext cx="1778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2400">
                <a:solidFill>
                  <a:srgbClr val="000000"/>
                </a:solidFill>
                <a:latin typeface="Arial" panose="020B0604020202020204" pitchFamily="34" charset="0"/>
              </a:rPr>
              <a:t>•</a:t>
            </a:r>
            <a:endParaRPr lang="en-US" altLang="en-US" sz="2400">
              <a:latin typeface="Arial" panose="020B0604020202020204" pitchFamily="34" charset="0"/>
            </a:endParaRPr>
          </a:p>
        </p:txBody>
      </p:sp>
      <p:sp>
        <p:nvSpPr>
          <p:cNvPr id="115719" name="object 7">
            <a:extLst>
              <a:ext uri="{FF2B5EF4-FFF2-40B4-BE49-F238E27FC236}">
                <a16:creationId xmlns:a16="http://schemas.microsoft.com/office/drawing/2014/main" id="{EABD7A44-C7A1-4267-F251-14DB9AA83E3B}"/>
              </a:ext>
            </a:extLst>
          </p:cNvPr>
          <p:cNvSpPr txBox="1">
            <a:spLocks noChangeArrowheads="1"/>
          </p:cNvSpPr>
          <p:nvPr/>
        </p:nvSpPr>
        <p:spPr bwMode="auto">
          <a:xfrm>
            <a:off x="876300" y="2998788"/>
            <a:ext cx="2509838"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sz="3200">
                <a:solidFill>
                  <a:srgbClr val="000000"/>
                </a:solidFill>
                <a:latin typeface="Arial" panose="020B0604020202020204" pitchFamily="34" charset="0"/>
              </a:rPr>
              <a:t>Big questions</a:t>
            </a:r>
            <a:endParaRPr lang="en-US" altLang="en-US" sz="3200">
              <a:latin typeface="Arial" panose="020B0604020202020204" pitchFamily="34" charset="0"/>
            </a:endParaRPr>
          </a:p>
        </p:txBody>
      </p:sp>
      <p:sp>
        <p:nvSpPr>
          <p:cNvPr id="115722" name="object 10">
            <a:extLst>
              <a:ext uri="{FF2B5EF4-FFF2-40B4-BE49-F238E27FC236}">
                <a16:creationId xmlns:a16="http://schemas.microsoft.com/office/drawing/2014/main" id="{0BDC3347-3572-CD92-20AF-4C9BFAB8685F}"/>
              </a:ext>
            </a:extLst>
          </p:cNvPr>
          <p:cNvSpPr txBox="1">
            <a:spLocks noChangeArrowheads="1"/>
          </p:cNvSpPr>
          <p:nvPr/>
        </p:nvSpPr>
        <p:spPr bwMode="auto">
          <a:xfrm>
            <a:off x="843175" y="3682883"/>
            <a:ext cx="10844213" cy="3372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34620" rIns="0" bIns="0">
            <a:spAutoFit/>
          </a:bodyPr>
          <a:lstStyle>
            <a:lvl1pPr marL="455613" indent="-442913">
              <a:tabLst>
                <a:tab pos="455613" algn="l"/>
              </a:tabLst>
              <a:defRPr>
                <a:solidFill>
                  <a:schemeClr val="tx1"/>
                </a:solidFill>
                <a:latin typeface="Calibri" panose="020F0502020204030204" pitchFamily="34" charset="0"/>
                <a:cs typeface="Calibri" panose="020F0502020204030204" pitchFamily="34" charset="0"/>
              </a:defRPr>
            </a:lvl1pPr>
            <a:lvl2pPr marL="742950" indent="-285750">
              <a:tabLst>
                <a:tab pos="455613" algn="l"/>
              </a:tabLst>
              <a:defRPr>
                <a:solidFill>
                  <a:schemeClr val="tx1"/>
                </a:solidFill>
                <a:latin typeface="Calibri" panose="020F0502020204030204" pitchFamily="34" charset="0"/>
                <a:cs typeface="Calibri" panose="020F0502020204030204" pitchFamily="34" charset="0"/>
              </a:defRPr>
            </a:lvl2pPr>
            <a:lvl3pPr marL="1143000" indent="-228600">
              <a:tabLst>
                <a:tab pos="455613" algn="l"/>
              </a:tabLst>
              <a:defRPr>
                <a:solidFill>
                  <a:schemeClr val="tx1"/>
                </a:solidFill>
                <a:latin typeface="Calibri" panose="020F0502020204030204" pitchFamily="34" charset="0"/>
                <a:cs typeface="Calibri" panose="020F0502020204030204" pitchFamily="34" charset="0"/>
              </a:defRPr>
            </a:lvl3pPr>
            <a:lvl4pPr marL="1600200" indent="-228600">
              <a:tabLst>
                <a:tab pos="455613" algn="l"/>
              </a:tabLst>
              <a:defRPr>
                <a:solidFill>
                  <a:schemeClr val="tx1"/>
                </a:solidFill>
                <a:latin typeface="Calibri" panose="020F0502020204030204" pitchFamily="34" charset="0"/>
                <a:cs typeface="Calibri" panose="020F0502020204030204" pitchFamily="34" charset="0"/>
              </a:defRPr>
            </a:lvl4pPr>
            <a:lvl5pPr marL="2057400" indent="-228600">
              <a:tabLst>
                <a:tab pos="455613" algn="l"/>
              </a:tabLst>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tabLst>
                <a:tab pos="455613" algn="l"/>
              </a:tabLst>
              <a:defRPr>
                <a:solidFill>
                  <a:schemeClr val="tx1"/>
                </a:solidFill>
                <a:latin typeface="Calibri" panose="020F0502020204030204" pitchFamily="34" charset="0"/>
                <a:cs typeface="Calibri" panose="020F0502020204030204" pitchFamily="34" charset="0"/>
              </a:defRPr>
            </a:lvl9pPr>
          </a:lstStyle>
          <a:p>
            <a:pPr>
              <a:spcBef>
                <a:spcPts val="1063"/>
              </a:spcBef>
              <a:buSzPct val="75000"/>
              <a:buFontTx/>
              <a:buChar char="•"/>
            </a:pPr>
            <a:r>
              <a:rPr lang="en-US" altLang="en-US" sz="3200" dirty="0">
                <a:solidFill>
                  <a:srgbClr val="000000"/>
                </a:solidFill>
                <a:latin typeface="Arial" panose="020B0604020202020204" pitchFamily="34" charset="0"/>
              </a:rPr>
              <a:t>Why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Learn</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from</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more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data</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What does a growing/infinite number of parameters really mean (in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a:t>
            </a:r>
            <a:r>
              <a:rPr lang="ru-RU" altLang="en-US" sz="3200" b="1" dirty="0" err="1">
                <a:solidFill>
                  <a:srgbClr val="51A7F9"/>
                </a:solidFill>
                <a:latin typeface="Arial" panose="020B0604020202020204" pitchFamily="34" charset="0"/>
              </a:rPr>
              <a:t>Components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clusters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latent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vs</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a:p>
            <a:pPr>
              <a:spcBef>
                <a:spcPts val="1063"/>
              </a:spcBef>
              <a:buSzPct val="75000"/>
              <a:buFontTx/>
              <a:buChar char="•"/>
            </a:pPr>
            <a:r>
              <a:rPr lang="en-US" altLang="en-US" sz="3200" dirty="0">
                <a:solidFill>
                  <a:srgbClr val="000000"/>
                </a:solidFill>
                <a:latin typeface="Arial" panose="020B0604020202020204" pitchFamily="34" charset="0"/>
              </a:rPr>
              <a:t>Why is </a:t>
            </a:r>
            <a:r>
              <a:rPr lang="en-US" altLang="en-US" sz="3200" dirty="0" err="1">
                <a:solidFill>
                  <a:srgbClr val="000000"/>
                </a:solidFill>
                <a:latin typeface="Arial" panose="020B0604020202020204" pitchFamily="34" charset="0"/>
              </a:rPr>
              <a:t>NPBayes</a:t>
            </a:r>
            <a:r>
              <a:rPr lang="en-US" altLang="en-US" sz="3200" dirty="0">
                <a:solidFill>
                  <a:srgbClr val="000000"/>
                </a:solidFill>
                <a:latin typeface="Arial" panose="020B0604020202020204" pitchFamily="34" charset="0"/>
              </a:rPr>
              <a:t> challenging but practical?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dimensional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but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finitely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many</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realized</a:t>
            </a:r>
            <a:endParaRPr lang="en-US" altLang="en-US" sz="3200" dirty="0">
              <a:latin typeface="Arial" panose="020B0604020202020204" pitchFamily="34" charset="0"/>
            </a:endParaRPr>
          </a:p>
        </p:txBody>
      </p:sp>
      <p:sp>
        <p:nvSpPr>
          <p:cNvPr id="4" name="object 12">
            <a:extLst>
              <a:ext uri="{FF2B5EF4-FFF2-40B4-BE49-F238E27FC236}">
                <a16:creationId xmlns:a16="http://schemas.microsoft.com/office/drawing/2014/main" id="{6559549F-F457-D41A-C865-441CC674D7E6}"/>
              </a:ext>
            </a:extLst>
          </p:cNvPr>
          <p:cNvSpPr txBox="1">
            <a:spLocks noChangeArrowheads="1"/>
          </p:cNvSpPr>
          <p:nvPr/>
        </p:nvSpPr>
        <p:spPr bwMode="auto">
          <a:xfrm>
            <a:off x="822244" y="7541096"/>
            <a:ext cx="9568587" cy="2021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square"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eaLnBrk="1" hangingPunct="1">
              <a:spcBef>
                <a:spcPts val="100"/>
              </a:spcBef>
              <a:buSzPct val="100000"/>
              <a:buFont typeface="Calibri" panose="020F0502020204030204" pitchFamily="34" charset="0"/>
              <a:buNone/>
            </a:pPr>
            <a:r>
              <a:rPr lang="ru-RU" altLang="en-US" sz="3200" b="1" dirty="0" err="1">
                <a:solidFill>
                  <a:srgbClr val="51A7F9"/>
                </a:solidFill>
                <a:latin typeface="Arial" panose="020B0604020202020204" pitchFamily="34" charset="0"/>
              </a:rPr>
              <a:t>Typical</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approaches</a:t>
            </a:r>
            <a:r>
              <a:rPr lang="ru-RU" altLang="en-US" sz="3200" b="1" dirty="0">
                <a:solidFill>
                  <a:srgbClr val="51A7F9"/>
                </a:solidFill>
                <a:latin typeface="Arial" panose="020B0604020202020204" pitchFamily="34" charset="0"/>
              </a:rPr>
              <a:t>:</a:t>
            </a:r>
            <a:endParaRPr lang="en-US" altLang="en-US" sz="3200" b="1" dirty="0">
              <a:solidFill>
                <a:srgbClr val="51A7F9"/>
              </a:solidFill>
              <a:latin typeface="Arial" panose="020B0604020202020204" pitchFamily="34" charset="0"/>
            </a:endParaRPr>
          </a:p>
          <a:p>
            <a:pPr marL="469900" indent="-457200" eaLnBrk="1" hangingPunct="1">
              <a:spcBef>
                <a:spcPts val="100"/>
              </a:spcBef>
              <a:buSzPct val="100000"/>
              <a:buFont typeface="Arial" panose="020B0604020202020204" pitchFamily="34" charset="0"/>
              <a:buChar char="•"/>
            </a:pPr>
            <a:r>
              <a:rPr lang="ru-RU" altLang="en-US" sz="3200" b="1" dirty="0" err="1">
                <a:solidFill>
                  <a:srgbClr val="51A7F9"/>
                </a:solidFill>
                <a:latin typeface="Arial" panose="020B0604020202020204" pitchFamily="34" charset="0"/>
              </a:rPr>
              <a:t>Integrate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out</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the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endParaRPr lang="en-US" altLang="en-US" sz="3200" b="1" dirty="0">
              <a:solidFill>
                <a:srgbClr val="51A7F9"/>
              </a:solidFill>
              <a:latin typeface="Arial" panose="020B0604020202020204" pitchFamily="34" charset="0"/>
            </a:endParaRPr>
          </a:p>
          <a:p>
            <a:pPr marL="469900" indent="-457200" eaLnBrk="1" hangingPunct="1">
              <a:spcBef>
                <a:spcPts val="100"/>
              </a:spcBef>
              <a:buSzPct val="100000"/>
              <a:buFont typeface="Arial" panose="020B0604020202020204" pitchFamily="34" charset="0"/>
              <a:buChar char="•"/>
            </a:pPr>
            <a:r>
              <a:rPr lang="ru-RU" altLang="en-US" sz="3200" b="1" dirty="0" err="1">
                <a:solidFill>
                  <a:srgbClr val="51A7F9"/>
                </a:solidFill>
                <a:latin typeface="Arial" panose="020B0604020202020204" pitchFamily="34" charset="0"/>
              </a:rPr>
              <a:t>Truncate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the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infinite</a:t>
            </a:r>
            <a:r>
              <a:rPr lang="ru-RU" altLang="en-US" sz="3200" b="1" dirty="0">
                <a:solidFill>
                  <a:srgbClr val="51A7F9"/>
                </a:solidFill>
                <a:latin typeface="Arial" panose="020B0604020202020204" pitchFamily="34" charset="0"/>
              </a:rPr>
              <a:t> </a:t>
            </a:r>
            <a:r>
              <a:rPr lang="ru-RU" altLang="en-US" sz="3200" b="1" dirty="0" err="1">
                <a:solidFill>
                  <a:srgbClr val="51A7F9"/>
                </a:solidFill>
                <a:latin typeface="Arial" panose="020B0604020202020204" pitchFamily="34" charset="0"/>
              </a:rPr>
              <a:t>parameter</a:t>
            </a:r>
            <a:endParaRPr lang="ru-RU" altLang="en-US" sz="3200" dirty="0">
              <a:latin typeface="Arial" panose="020B0604020202020204" pitchFamily="34" charset="0"/>
            </a:endParaRPr>
          </a:p>
          <a:p>
            <a:pPr marL="469900" indent="-457200" eaLnBrk="1" hangingPunct="1">
              <a:spcBef>
                <a:spcPts val="100"/>
              </a:spcBef>
              <a:buSzPct val="100000"/>
              <a:buFont typeface="Arial" panose="020B0604020202020204" pitchFamily="34" charset="0"/>
              <a:buChar char="•"/>
            </a:pPr>
            <a:endParaRPr lang="ru-RU" altLang="en-US" sz="3200" dirty="0">
              <a:latin typeface="Arial" panose="020B0604020202020204" pitchFamily="34" charset="0"/>
            </a:endParaRPr>
          </a:p>
        </p:txBody>
      </p:sp>
    </p:spTree>
    <p:extLst>
      <p:ext uri="{BB962C8B-B14F-4D97-AF65-F5344CB8AC3E}">
        <p14:creationId xmlns:p14="http://schemas.microsoft.com/office/powerpoint/2010/main" val="1141534589"/>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81" name="object 2" descr="$PPTXTitle">
            <a:extLst>
              <a:ext uri="{FF2B5EF4-FFF2-40B4-BE49-F238E27FC236}">
                <a16:creationId xmlns:a16="http://schemas.microsoft.com/office/drawing/2014/main" id="{15345BFD-B12D-2F96-4672-C16E6EBD58F5}"/>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References (page 1 of 4)</a:t>
            </a:r>
          </a:p>
        </p:txBody>
      </p:sp>
      <p:sp>
        <p:nvSpPr>
          <p:cNvPr id="122882" name="object 3">
            <a:extLst>
              <a:ext uri="{FF2B5EF4-FFF2-40B4-BE49-F238E27FC236}">
                <a16:creationId xmlns:a16="http://schemas.microsoft.com/office/drawing/2014/main" id="{03F105EC-E970-9397-0B3D-3429E50391C9}"/>
              </a:ext>
            </a:extLst>
          </p:cNvPr>
          <p:cNvSpPr txBox="1">
            <a:spLocks noChangeArrowheads="1"/>
          </p:cNvSpPr>
          <p:nvPr/>
        </p:nvSpPr>
        <p:spPr bwMode="auto">
          <a:xfrm>
            <a:off x="393700" y="1357313"/>
            <a:ext cx="12238038" cy="789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a:solidFill>
                  <a:srgbClr val="000000"/>
                </a:solidFill>
                <a:latin typeface="Arial" panose="020B0604020202020204" pitchFamily="34" charset="0"/>
              </a:rPr>
              <a:t>DJ Aldous. </a:t>
            </a:r>
            <a:r>
              <a:rPr lang="en-US" altLang="en-US" i="1">
                <a:solidFill>
                  <a:srgbClr val="000000"/>
                </a:solidFill>
                <a:latin typeface="Arial" panose="020B0604020202020204" pitchFamily="34" charset="0"/>
              </a:rPr>
              <a:t>Exchangeability and related topics</a:t>
            </a:r>
            <a:r>
              <a:rPr lang="en-US" altLang="en-US">
                <a:solidFill>
                  <a:srgbClr val="000000"/>
                </a:solidFill>
                <a:latin typeface="Arial" panose="020B0604020202020204" pitchFamily="34" charset="0"/>
              </a:rPr>
              <a:t>. Springer, 1983.</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CE Antoniak. Mixtures of Dirichlet processes with applications to Bayesian nonparametric problems. </a:t>
            </a:r>
            <a:r>
              <a:rPr lang="en-US" altLang="en-US" i="1">
                <a:solidFill>
                  <a:srgbClr val="000000"/>
                </a:solidFill>
                <a:latin typeface="Arial" panose="020B0604020202020204" pitchFamily="34" charset="0"/>
              </a:rPr>
              <a:t>The Annals of Statistics</a:t>
            </a:r>
            <a:r>
              <a:rPr lang="en-US" altLang="en-US">
                <a:solidFill>
                  <a:srgbClr val="000000"/>
                </a:solidFill>
                <a:latin typeface="Arial" panose="020B0604020202020204" pitchFamily="34" charset="0"/>
              </a:rPr>
              <a:t>, 1974.</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E Arjas and D Gasbarra. Nonparametric Bayesian inference from right censored survival data, using the Gibbs sampler.</a:t>
            </a:r>
            <a:endParaRPr lang="en-US" altLang="en-US">
              <a:latin typeface="Arial" panose="020B0604020202020204" pitchFamily="34" charset="0"/>
            </a:endParaRPr>
          </a:p>
          <a:p>
            <a:pPr>
              <a:spcBef>
                <a:spcPts val="38"/>
              </a:spcBef>
            </a:pPr>
            <a:r>
              <a:rPr lang="en-US" altLang="en-US" i="1">
                <a:solidFill>
                  <a:srgbClr val="000000"/>
                </a:solidFill>
                <a:latin typeface="Arial" panose="020B0604020202020204" pitchFamily="34" charset="0"/>
              </a:rPr>
              <a:t>Statistica Sinica</a:t>
            </a:r>
            <a:r>
              <a:rPr lang="en-US" altLang="en-US">
                <a:solidFill>
                  <a:srgbClr val="000000"/>
                </a:solidFill>
                <a:latin typeface="Arial" panose="020B0604020202020204" pitchFamily="34" charset="0"/>
              </a:rPr>
              <a:t>, 1994.</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J Bertoin. </a:t>
            </a:r>
            <a:r>
              <a:rPr lang="en-US" altLang="en-US" i="1">
                <a:solidFill>
                  <a:srgbClr val="000000"/>
                </a:solidFill>
                <a:latin typeface="Arial" panose="020B0604020202020204" pitchFamily="34" charset="0"/>
              </a:rPr>
              <a:t>Random Fragmentation and Coagulation Processes</a:t>
            </a:r>
            <a:r>
              <a:rPr lang="en-US" altLang="en-US">
                <a:solidFill>
                  <a:srgbClr val="000000"/>
                </a:solidFill>
                <a:latin typeface="Arial" panose="020B0604020202020204" pitchFamily="34" charset="0"/>
              </a:rPr>
              <a:t>. Cambridge University Press, 2006.</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D Blackwell and JB MacQueen. Ferguson distributions via Pólya urn schemes. </a:t>
            </a:r>
            <a:r>
              <a:rPr lang="en-US" altLang="en-US" i="1">
                <a:solidFill>
                  <a:srgbClr val="000000"/>
                </a:solidFill>
                <a:latin typeface="Arial" panose="020B0604020202020204" pitchFamily="34" charset="0"/>
              </a:rPr>
              <a:t>The Annals of Statistics</a:t>
            </a:r>
            <a:r>
              <a:rPr lang="en-US" altLang="en-US">
                <a:solidFill>
                  <a:srgbClr val="000000"/>
                </a:solidFill>
                <a:latin typeface="Arial" panose="020B0604020202020204" pitchFamily="34" charset="0"/>
              </a:rPr>
              <a:t>, 1973.</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E Bowlby. NOAA/Olympic Coast NMS; NOAA/OAR/Office of Ocean Exploration - NOAA Photo Library. Retrieved from: https://en.wikipedia.org/wiki/Opisthoteuthis_californiana#/media/File:Opisthoteuthis_californiana.jpg</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T Broderick, MI Jordan, and J Pitman. Beta processes, stick-breaking, and power laws. </a:t>
            </a:r>
            <a:r>
              <a:rPr lang="en-US" altLang="en-US" i="1">
                <a:solidFill>
                  <a:srgbClr val="000000"/>
                </a:solidFill>
                <a:latin typeface="Arial" panose="020B0604020202020204" pitchFamily="34" charset="0"/>
              </a:rPr>
              <a:t>Bayesian Analysis</a:t>
            </a:r>
            <a:r>
              <a:rPr lang="en-US" altLang="en-US">
                <a:solidFill>
                  <a:srgbClr val="000000"/>
                </a:solidFill>
                <a:latin typeface="Arial" panose="020B0604020202020204" pitchFamily="34" charset="0"/>
              </a:rPr>
              <a:t>, 2012.</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T Broderick, MI Jordan, and J Pitman. Cluster and feature modeling from combinatorial stochastic processes. </a:t>
            </a:r>
            <a:r>
              <a:rPr lang="en-US" altLang="en-US" i="1">
                <a:solidFill>
                  <a:srgbClr val="000000"/>
                </a:solidFill>
                <a:latin typeface="Arial" panose="020B0604020202020204" pitchFamily="34" charset="0"/>
              </a:rPr>
              <a:t>Statistical Science</a:t>
            </a:r>
            <a:r>
              <a:rPr lang="en-US" altLang="en-US">
                <a:solidFill>
                  <a:srgbClr val="000000"/>
                </a:solidFill>
                <a:latin typeface="Arial" panose="020B0604020202020204" pitchFamily="34" charset="0"/>
              </a:rPr>
              <a:t>, 2013.</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T Broderick, J Pitman, and MI Jordan. Feature allocations, probability functions, and paintboxes. </a:t>
            </a:r>
            <a:r>
              <a:rPr lang="en-US" altLang="en-US" i="1">
                <a:solidFill>
                  <a:srgbClr val="000000"/>
                </a:solidFill>
                <a:latin typeface="Arial" panose="020B0604020202020204" pitchFamily="34" charset="0"/>
              </a:rPr>
              <a:t>Bayesian Analysis</a:t>
            </a:r>
            <a:r>
              <a:rPr lang="en-US" altLang="en-US">
                <a:solidFill>
                  <a:srgbClr val="000000"/>
                </a:solidFill>
                <a:latin typeface="Arial" panose="020B0604020202020204" pitchFamily="34" charset="0"/>
              </a:rPr>
              <a:t>, 2013.</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T Broderick, AC Wilson, and MI Jordan. Posteriors, conjugacy, and exponential families for completely random measures. arXiv preprint arXiv:1410.6843, 2014.</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T Campbell*, JH Huggins*, J How, T Broderick. Truncation random measures. arXiv preprint arXiv:1603.00861, 2016. S Engen. A note on the geometric series as a species frequency model. </a:t>
            </a:r>
            <a:r>
              <a:rPr lang="en-US" altLang="en-US" i="1">
                <a:solidFill>
                  <a:srgbClr val="000000"/>
                </a:solidFill>
                <a:latin typeface="Arial" panose="020B0604020202020204" pitchFamily="34" charset="0"/>
              </a:rPr>
              <a:t>Biometrika</a:t>
            </a:r>
            <a:r>
              <a:rPr lang="en-US" altLang="en-US">
                <a:solidFill>
                  <a:srgbClr val="000000"/>
                </a:solidFill>
                <a:latin typeface="Arial" panose="020B0604020202020204" pitchFamily="34" charset="0"/>
              </a:rPr>
              <a:t>, 1975.</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MD Escobar and M West. Bayesian density estimation and inference using mixtures. </a:t>
            </a:r>
            <a:r>
              <a:rPr lang="en-US" altLang="en-US" i="1">
                <a:solidFill>
                  <a:srgbClr val="000000"/>
                </a:solidFill>
                <a:latin typeface="Arial" panose="020B0604020202020204" pitchFamily="34" charset="0"/>
              </a:rPr>
              <a:t>Journal of the American Statistical Association</a:t>
            </a:r>
            <a:r>
              <a:rPr lang="en-US" altLang="en-US">
                <a:solidFill>
                  <a:srgbClr val="000000"/>
                </a:solidFill>
                <a:latin typeface="Arial" panose="020B0604020202020204" pitchFamily="34" charset="0"/>
              </a:rPr>
              <a:t>, 1995.</a:t>
            </a:r>
            <a:endParaRPr lang="en-US" altLang="en-US">
              <a:latin typeface="Arial" panose="020B0604020202020204" pitchFamily="34" charset="0"/>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3905" name="object 2" descr="$PPTXTitle">
            <a:extLst>
              <a:ext uri="{FF2B5EF4-FFF2-40B4-BE49-F238E27FC236}">
                <a16:creationId xmlns:a16="http://schemas.microsoft.com/office/drawing/2014/main" id="{955569CF-04FA-36A1-282F-9AE040156BD7}"/>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References (page 2 of 4)</a:t>
            </a:r>
          </a:p>
        </p:txBody>
      </p:sp>
      <p:sp>
        <p:nvSpPr>
          <p:cNvPr id="123906" name="object 3">
            <a:extLst>
              <a:ext uri="{FF2B5EF4-FFF2-40B4-BE49-F238E27FC236}">
                <a16:creationId xmlns:a16="http://schemas.microsoft.com/office/drawing/2014/main" id="{85D2686E-C630-E815-AF21-9368B61CF9E0}"/>
              </a:ext>
            </a:extLst>
          </p:cNvPr>
          <p:cNvSpPr txBox="1">
            <a:spLocks noChangeArrowheads="1"/>
          </p:cNvSpPr>
          <p:nvPr/>
        </p:nvSpPr>
        <p:spPr bwMode="auto">
          <a:xfrm>
            <a:off x="395288" y="1360488"/>
            <a:ext cx="12322175" cy="786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651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25"/>
              </a:spcBef>
            </a:pPr>
            <a:r>
              <a:rPr lang="en-US" altLang="en-US" sz="1700">
                <a:solidFill>
                  <a:srgbClr val="000000"/>
                </a:solidFill>
                <a:latin typeface="Arial" panose="020B0604020202020204" pitchFamily="34" charset="0"/>
              </a:rPr>
              <a:t>W Ewens. The sampling theory of selectively neutral alleles. </a:t>
            </a:r>
            <a:r>
              <a:rPr lang="en-US" altLang="en-US" sz="1700" i="1">
                <a:solidFill>
                  <a:srgbClr val="000000"/>
                </a:solidFill>
                <a:latin typeface="Arial" panose="020B0604020202020204" pitchFamily="34" charset="0"/>
              </a:rPr>
              <a:t>Theoretical Population Biology</a:t>
            </a:r>
            <a:r>
              <a:rPr lang="en-US" altLang="en-US" sz="1700">
                <a:solidFill>
                  <a:srgbClr val="000000"/>
                </a:solidFill>
                <a:latin typeface="Arial" panose="020B0604020202020204" pitchFamily="34" charset="0"/>
              </a:rPr>
              <a:t>, 1972.</a:t>
            </a:r>
            <a:endParaRPr lang="en-US" altLang="en-US" sz="1700">
              <a:latin typeface="Arial" panose="020B0604020202020204" pitchFamily="34" charset="0"/>
            </a:endParaRPr>
          </a:p>
          <a:p>
            <a:pPr>
              <a:lnSpc>
                <a:spcPct val="105000"/>
              </a:lnSpc>
              <a:spcBef>
                <a:spcPts val="1488"/>
              </a:spcBef>
            </a:pPr>
            <a:r>
              <a:rPr lang="en-US" altLang="en-US" sz="1700">
                <a:solidFill>
                  <a:srgbClr val="000000"/>
                </a:solidFill>
                <a:latin typeface="Arial" panose="020B0604020202020204" pitchFamily="34" charset="0"/>
              </a:rPr>
              <a:t>W Ewens. Population genetics theory -- the past and the future. </a:t>
            </a:r>
            <a:r>
              <a:rPr lang="en-US" altLang="en-US" sz="1700" i="1">
                <a:solidFill>
                  <a:srgbClr val="000000"/>
                </a:solidFill>
                <a:latin typeface="Arial" panose="020B0604020202020204" pitchFamily="34" charset="0"/>
              </a:rPr>
              <a:t>Mathematical and Statistical Developments of Evolutionary Theory</a:t>
            </a:r>
            <a:r>
              <a:rPr lang="en-US" altLang="en-US" sz="1700">
                <a:solidFill>
                  <a:srgbClr val="000000"/>
                </a:solidFill>
                <a:latin typeface="Arial" panose="020B0604020202020204" pitchFamily="34" charset="0"/>
              </a:rPr>
              <a:t>, 1987.</a:t>
            </a:r>
            <a:endParaRPr lang="en-US" altLang="en-US" sz="1700">
              <a:latin typeface="Arial" panose="020B0604020202020204" pitchFamily="34" charset="0"/>
            </a:endParaRPr>
          </a:p>
          <a:p>
            <a:pPr>
              <a:spcBef>
                <a:spcPts val="1588"/>
              </a:spcBef>
            </a:pPr>
            <a:r>
              <a:rPr lang="en-US" altLang="en-US" sz="1700">
                <a:solidFill>
                  <a:srgbClr val="000000"/>
                </a:solidFill>
                <a:latin typeface="Arial" panose="020B0604020202020204" pitchFamily="34" charset="0"/>
              </a:rPr>
              <a:t>TS Ferguson. A Bayesian analysis of some nonparametric problems. </a:t>
            </a:r>
            <a:r>
              <a:rPr lang="en-US" altLang="en-US" sz="1700" i="1">
                <a:solidFill>
                  <a:srgbClr val="000000"/>
                </a:solidFill>
                <a:latin typeface="Arial" panose="020B0604020202020204" pitchFamily="34" charset="0"/>
              </a:rPr>
              <a:t>The Annals of Statistics</a:t>
            </a:r>
            <a:r>
              <a:rPr lang="en-US" altLang="en-US" sz="1700">
                <a:solidFill>
                  <a:srgbClr val="000000"/>
                </a:solidFill>
                <a:latin typeface="Arial" panose="020B0604020202020204" pitchFamily="34" charset="0"/>
              </a:rPr>
              <a:t>, 1973.</a:t>
            </a:r>
            <a:endParaRPr lang="en-US" altLang="en-US" sz="1700">
              <a:latin typeface="Arial" panose="020B0604020202020204" pitchFamily="34" charset="0"/>
            </a:endParaRPr>
          </a:p>
          <a:p>
            <a:pPr>
              <a:spcBef>
                <a:spcPts val="1588"/>
              </a:spcBef>
            </a:pPr>
            <a:r>
              <a:rPr lang="en-US" altLang="en-US" sz="1700">
                <a:solidFill>
                  <a:srgbClr val="000000"/>
                </a:solidFill>
                <a:latin typeface="Arial" panose="020B0604020202020204" pitchFamily="34" charset="0"/>
              </a:rPr>
              <a:t>TS Ferguson. Bayesian density estimation by mixtures of normal distributions. </a:t>
            </a:r>
            <a:r>
              <a:rPr lang="en-US" altLang="en-US" sz="1700" i="1">
                <a:solidFill>
                  <a:srgbClr val="000000"/>
                </a:solidFill>
                <a:latin typeface="Arial" panose="020B0604020202020204" pitchFamily="34" charset="0"/>
              </a:rPr>
              <a:t>Recent Advances in Statistics</a:t>
            </a:r>
            <a:r>
              <a:rPr lang="en-US" altLang="en-US" sz="1700">
                <a:solidFill>
                  <a:srgbClr val="000000"/>
                </a:solidFill>
                <a:latin typeface="Arial" panose="020B0604020202020204" pitchFamily="34" charset="0"/>
              </a:rPr>
              <a:t>, 1983.</a:t>
            </a:r>
            <a:endParaRPr lang="en-US" altLang="en-US" sz="1700">
              <a:latin typeface="Arial" panose="020B0604020202020204" pitchFamily="34" charset="0"/>
            </a:endParaRPr>
          </a:p>
          <a:p>
            <a:pPr>
              <a:lnSpc>
                <a:spcPct val="105000"/>
              </a:lnSpc>
              <a:spcBef>
                <a:spcPts val="1488"/>
              </a:spcBef>
            </a:pPr>
            <a:r>
              <a:rPr lang="en-US" altLang="en-US" sz="1700">
                <a:solidFill>
                  <a:srgbClr val="000000"/>
                </a:solidFill>
                <a:latin typeface="Arial" panose="020B0604020202020204" pitchFamily="34" charset="0"/>
              </a:rPr>
              <a:t>EB Fox, personal website. Retrieved from: </a:t>
            </a:r>
            <a:r>
              <a:rPr lang="en-US" altLang="en-US" sz="1700">
                <a:solidFill>
                  <a:srgbClr val="000000"/>
                </a:solidFill>
                <a:latin typeface="Arial" panose="020B0604020202020204" pitchFamily="34" charset="0"/>
                <a:hlinkClick r:id="rId2"/>
              </a:rPr>
              <a:t>http://www.stat.washington.edu/~ebfox/research.html</a:t>
            </a:r>
            <a:r>
              <a:rPr lang="en-US" altLang="en-US" sz="1700">
                <a:solidFill>
                  <a:srgbClr val="000000"/>
                </a:solidFill>
                <a:latin typeface="Arial" panose="020B0604020202020204" pitchFamily="34" charset="0"/>
              </a:rPr>
              <a:t> --- Associated paper: EB Fox, MC Hughes, EB Sudderth, and MI Jordan. </a:t>
            </a:r>
            <a:r>
              <a:rPr lang="en-US" altLang="en-US" sz="1700" i="1">
                <a:solidFill>
                  <a:srgbClr val="000000"/>
                </a:solidFill>
                <a:latin typeface="Arial" panose="020B0604020202020204" pitchFamily="34" charset="0"/>
              </a:rPr>
              <a:t>The Annals of Applied Statistics</a:t>
            </a:r>
            <a:r>
              <a:rPr lang="en-US" altLang="en-US" sz="1700">
                <a:solidFill>
                  <a:srgbClr val="000000"/>
                </a:solidFill>
                <a:latin typeface="Arial" panose="020B0604020202020204" pitchFamily="34" charset="0"/>
              </a:rPr>
              <a:t>, 2014.</a:t>
            </a:r>
            <a:endParaRPr lang="en-US" altLang="en-US" sz="1700">
              <a:latin typeface="Arial" panose="020B0604020202020204" pitchFamily="34" charset="0"/>
            </a:endParaRPr>
          </a:p>
          <a:p>
            <a:pPr>
              <a:lnSpc>
                <a:spcPct val="105000"/>
              </a:lnSpc>
              <a:spcBef>
                <a:spcPts val="1488"/>
              </a:spcBef>
            </a:pPr>
            <a:r>
              <a:rPr lang="en-US" altLang="en-US" sz="1700">
                <a:solidFill>
                  <a:srgbClr val="000000"/>
                </a:solidFill>
                <a:latin typeface="Arial" panose="020B0604020202020204" pitchFamily="34" charset="0"/>
              </a:rPr>
              <a:t>S Ghosal, JK Ghosh, and RV Ramamoorthi. Posterior consistency of Dirichlet mixtures in density estimation. </a:t>
            </a:r>
            <a:r>
              <a:rPr lang="en-US" altLang="en-US" sz="1700" i="1">
                <a:solidFill>
                  <a:srgbClr val="000000"/>
                </a:solidFill>
                <a:latin typeface="Arial" panose="020B0604020202020204" pitchFamily="34" charset="0"/>
              </a:rPr>
              <a:t>The Annals of Statistics</a:t>
            </a:r>
            <a:r>
              <a:rPr lang="en-US" altLang="en-US" sz="1700">
                <a:solidFill>
                  <a:srgbClr val="000000"/>
                </a:solidFill>
                <a:latin typeface="Arial" panose="020B0604020202020204" pitchFamily="34" charset="0"/>
              </a:rPr>
              <a:t>, 1999.</a:t>
            </a:r>
            <a:endParaRPr lang="en-US" altLang="en-US" sz="1700">
              <a:latin typeface="Arial" panose="020B0604020202020204" pitchFamily="34" charset="0"/>
            </a:endParaRPr>
          </a:p>
          <a:p>
            <a:pPr>
              <a:spcBef>
                <a:spcPts val="1588"/>
              </a:spcBef>
            </a:pPr>
            <a:r>
              <a:rPr lang="en-US" altLang="en-US" sz="1700">
                <a:solidFill>
                  <a:srgbClr val="000000"/>
                </a:solidFill>
                <a:latin typeface="Arial" panose="020B0604020202020204" pitchFamily="34" charset="0"/>
              </a:rPr>
              <a:t>S Goldwater, TL Griffiths, and M Johnson. Interpolating between types and tokens by estimating power-law generators.</a:t>
            </a:r>
            <a:endParaRPr lang="en-US" altLang="en-US" sz="1700">
              <a:latin typeface="Arial" panose="020B0604020202020204" pitchFamily="34" charset="0"/>
            </a:endParaRPr>
          </a:p>
          <a:p>
            <a:pPr>
              <a:spcBef>
                <a:spcPts val="100"/>
              </a:spcBef>
            </a:pPr>
            <a:r>
              <a:rPr lang="en-US" altLang="en-US" sz="1700" i="1">
                <a:solidFill>
                  <a:srgbClr val="000000"/>
                </a:solidFill>
                <a:latin typeface="Arial" panose="020B0604020202020204" pitchFamily="34" charset="0"/>
              </a:rPr>
              <a:t>NIPS</a:t>
            </a:r>
            <a:r>
              <a:rPr lang="en-US" altLang="en-US" sz="1700">
                <a:solidFill>
                  <a:srgbClr val="000000"/>
                </a:solidFill>
                <a:latin typeface="Arial" panose="020B0604020202020204" pitchFamily="34" charset="0"/>
              </a:rPr>
              <a:t>, 2005.</a:t>
            </a:r>
            <a:endParaRPr lang="en-US" altLang="en-US" sz="1700">
              <a:latin typeface="Arial" panose="020B0604020202020204" pitchFamily="34" charset="0"/>
            </a:endParaRPr>
          </a:p>
          <a:p>
            <a:pPr>
              <a:lnSpc>
                <a:spcPct val="105000"/>
              </a:lnSpc>
              <a:spcBef>
                <a:spcPts val="1475"/>
              </a:spcBef>
            </a:pPr>
            <a:r>
              <a:rPr lang="en-US" altLang="en-US" sz="1700">
                <a:solidFill>
                  <a:srgbClr val="000000"/>
                </a:solidFill>
                <a:latin typeface="Arial" panose="020B0604020202020204" pitchFamily="34" charset="0"/>
              </a:rPr>
              <a:t>A Gnedin, B Hansen, and J Pitman. Notes on the occupancy problem with infinitely many boxes: general asymptotics and power laws. </a:t>
            </a:r>
            <a:r>
              <a:rPr lang="en-US" altLang="en-US" sz="1700" i="1">
                <a:solidFill>
                  <a:srgbClr val="000000"/>
                </a:solidFill>
                <a:latin typeface="Arial" panose="020B0604020202020204" pitchFamily="34" charset="0"/>
              </a:rPr>
              <a:t>Probability Surveys</a:t>
            </a:r>
            <a:r>
              <a:rPr lang="en-US" altLang="en-US" sz="1700">
                <a:solidFill>
                  <a:srgbClr val="000000"/>
                </a:solidFill>
                <a:latin typeface="Arial" panose="020B0604020202020204" pitchFamily="34" charset="0"/>
              </a:rPr>
              <a:t>, 2007.</a:t>
            </a:r>
            <a:endParaRPr lang="en-US" altLang="en-US" sz="1700">
              <a:latin typeface="Arial" panose="020B0604020202020204" pitchFamily="34" charset="0"/>
            </a:endParaRPr>
          </a:p>
          <a:p>
            <a:pPr>
              <a:lnSpc>
                <a:spcPct val="176000"/>
              </a:lnSpc>
            </a:pPr>
            <a:r>
              <a:rPr lang="en-US" altLang="en-US" sz="1700">
                <a:solidFill>
                  <a:srgbClr val="000000"/>
                </a:solidFill>
                <a:latin typeface="Arial" panose="020B0604020202020204" pitchFamily="34" charset="0"/>
              </a:rPr>
              <a:t>TL Griffiths and Z Ghahramani. Infinite latent feature models and the Indian buffet process. </a:t>
            </a:r>
            <a:r>
              <a:rPr lang="en-US" altLang="en-US" sz="1700" i="1">
                <a:solidFill>
                  <a:srgbClr val="000000"/>
                </a:solidFill>
                <a:latin typeface="Arial" panose="020B0604020202020204" pitchFamily="34" charset="0"/>
              </a:rPr>
              <a:t>NIPS</a:t>
            </a:r>
            <a:r>
              <a:rPr lang="en-US" altLang="en-US" sz="1700">
                <a:solidFill>
                  <a:srgbClr val="000000"/>
                </a:solidFill>
                <a:latin typeface="Arial" panose="020B0604020202020204" pitchFamily="34" charset="0"/>
              </a:rPr>
              <a:t>, 2005. DL Hartl and AG Clark. </a:t>
            </a:r>
            <a:r>
              <a:rPr lang="en-US" altLang="en-US" sz="1700" i="1">
                <a:solidFill>
                  <a:srgbClr val="000000"/>
                </a:solidFill>
                <a:latin typeface="Arial" panose="020B0604020202020204" pitchFamily="34" charset="0"/>
              </a:rPr>
              <a:t>Principles of Population Genetics, Fourth Edition</a:t>
            </a:r>
            <a:r>
              <a:rPr lang="en-US" altLang="en-US" sz="1700">
                <a:solidFill>
                  <a:srgbClr val="000000"/>
                </a:solidFill>
                <a:latin typeface="Arial" panose="020B0604020202020204" pitchFamily="34" charset="0"/>
              </a:rPr>
              <a:t>. 2003.</a:t>
            </a:r>
            <a:endParaRPr lang="en-US" altLang="en-US" sz="1700">
              <a:latin typeface="Arial" panose="020B0604020202020204" pitchFamily="34" charset="0"/>
            </a:endParaRPr>
          </a:p>
          <a:p>
            <a:pPr>
              <a:lnSpc>
                <a:spcPct val="105000"/>
              </a:lnSpc>
              <a:spcBef>
                <a:spcPts val="1488"/>
              </a:spcBef>
            </a:pPr>
            <a:r>
              <a:rPr lang="en-US" altLang="en-US" sz="1700">
                <a:solidFill>
                  <a:srgbClr val="000000"/>
                </a:solidFill>
                <a:latin typeface="Arial" panose="020B0604020202020204" pitchFamily="34" charset="0"/>
              </a:rPr>
              <a:t>E Hewitt and LJ Savage. Symmetric measures on Cartesian products. </a:t>
            </a:r>
            <a:r>
              <a:rPr lang="en-US" altLang="en-US" sz="1700" i="1">
                <a:solidFill>
                  <a:srgbClr val="000000"/>
                </a:solidFill>
                <a:latin typeface="Arial" panose="020B0604020202020204" pitchFamily="34" charset="0"/>
              </a:rPr>
              <a:t>Transactions of the American Mathematical Society</a:t>
            </a:r>
            <a:r>
              <a:rPr lang="en-US" altLang="en-US" sz="1700">
                <a:solidFill>
                  <a:srgbClr val="000000"/>
                </a:solidFill>
                <a:latin typeface="Arial" panose="020B0604020202020204" pitchFamily="34" charset="0"/>
              </a:rPr>
              <a:t>, 1955.</a:t>
            </a:r>
            <a:endParaRPr lang="en-US" altLang="en-US" sz="1700">
              <a:latin typeface="Arial" panose="020B0604020202020204" pitchFamily="34" charset="0"/>
            </a:endParaRPr>
          </a:p>
          <a:p>
            <a:pPr>
              <a:lnSpc>
                <a:spcPct val="105000"/>
              </a:lnSpc>
              <a:spcBef>
                <a:spcPts val="1488"/>
              </a:spcBef>
            </a:pPr>
            <a:r>
              <a:rPr lang="en-US" altLang="en-US" sz="1700">
                <a:solidFill>
                  <a:srgbClr val="000000"/>
                </a:solidFill>
                <a:latin typeface="Arial" panose="020B0604020202020204" pitchFamily="34" charset="0"/>
              </a:rPr>
              <a:t>NL Hjort. Nonparametric Bayes estimators based on beta processes in models for life history data. </a:t>
            </a:r>
            <a:r>
              <a:rPr lang="en-US" altLang="en-US" sz="1700" i="1">
                <a:solidFill>
                  <a:srgbClr val="000000"/>
                </a:solidFill>
                <a:latin typeface="Arial" panose="020B0604020202020204" pitchFamily="34" charset="0"/>
              </a:rPr>
              <a:t>The Annals of Statistics</a:t>
            </a:r>
            <a:r>
              <a:rPr lang="en-US" altLang="en-US" sz="1700">
                <a:solidFill>
                  <a:srgbClr val="000000"/>
                </a:solidFill>
                <a:latin typeface="Arial" panose="020B0604020202020204" pitchFamily="34" charset="0"/>
              </a:rPr>
              <a:t>, 1990.</a:t>
            </a:r>
            <a:endParaRPr lang="en-US" altLang="en-US" sz="1700">
              <a:latin typeface="Arial" panose="020B0604020202020204" pitchFamily="34" charset="0"/>
            </a:endParaRPr>
          </a:p>
          <a:p>
            <a:pPr>
              <a:spcBef>
                <a:spcPts val="1588"/>
              </a:spcBef>
            </a:pPr>
            <a:r>
              <a:rPr lang="en-US" altLang="en-US" sz="1700">
                <a:solidFill>
                  <a:srgbClr val="000000"/>
                </a:solidFill>
                <a:latin typeface="Arial" panose="020B0604020202020204" pitchFamily="34" charset="0"/>
              </a:rPr>
              <a:t>DN Hoover. Relations on probability spaces and arrays of random variables, </a:t>
            </a:r>
            <a:r>
              <a:rPr lang="en-US" altLang="en-US" sz="1700" i="1">
                <a:solidFill>
                  <a:srgbClr val="000000"/>
                </a:solidFill>
                <a:latin typeface="Arial" panose="020B0604020202020204" pitchFamily="34" charset="0"/>
              </a:rPr>
              <a:t>Preprint, Institute for Advanced Study</a:t>
            </a:r>
            <a:r>
              <a:rPr lang="en-US" altLang="en-US" sz="1700">
                <a:solidFill>
                  <a:srgbClr val="000000"/>
                </a:solidFill>
                <a:latin typeface="Arial" panose="020B0604020202020204" pitchFamily="34" charset="0"/>
              </a:rPr>
              <a:t>, 1979.</a:t>
            </a:r>
            <a:endParaRPr lang="en-US" altLang="en-US" sz="1700">
              <a:latin typeface="Arial" panose="020B0604020202020204" pitchFamily="34"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929" name="object 2" descr="$PPTXTitle">
            <a:extLst>
              <a:ext uri="{FF2B5EF4-FFF2-40B4-BE49-F238E27FC236}">
                <a16:creationId xmlns:a16="http://schemas.microsoft.com/office/drawing/2014/main" id="{F5AE685B-9FCD-60A2-B112-2F9FDC6BAB35}"/>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References (page 3 of 4)</a:t>
            </a:r>
          </a:p>
        </p:txBody>
      </p:sp>
      <p:sp>
        <p:nvSpPr>
          <p:cNvPr id="124930" name="object 3">
            <a:extLst>
              <a:ext uri="{FF2B5EF4-FFF2-40B4-BE49-F238E27FC236}">
                <a16:creationId xmlns:a16="http://schemas.microsoft.com/office/drawing/2014/main" id="{A20DEB23-D2A7-6F13-51D9-B2CC7F8EDF73}"/>
              </a:ext>
            </a:extLst>
          </p:cNvPr>
          <p:cNvSpPr txBox="1">
            <a:spLocks noChangeArrowheads="1"/>
          </p:cNvSpPr>
          <p:nvPr/>
        </p:nvSpPr>
        <p:spPr bwMode="auto">
          <a:xfrm>
            <a:off x="395288" y="1357313"/>
            <a:ext cx="12199937" cy="799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12700"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spcBef>
                <a:spcPts val="100"/>
              </a:spcBef>
            </a:pPr>
            <a:r>
              <a:rPr lang="en-US" altLang="en-US">
                <a:solidFill>
                  <a:srgbClr val="000000"/>
                </a:solidFill>
                <a:latin typeface="Arial" panose="020B0604020202020204" pitchFamily="34" charset="0"/>
              </a:rPr>
              <a:t>FM Hoppe. Pólya-like urns and the Ewens' sampling formula. </a:t>
            </a:r>
            <a:r>
              <a:rPr lang="en-US" altLang="en-US" i="1">
                <a:solidFill>
                  <a:srgbClr val="000000"/>
                </a:solidFill>
                <a:latin typeface="Arial" panose="020B0604020202020204" pitchFamily="34" charset="0"/>
              </a:rPr>
              <a:t>Journal of Mathematical Biology</a:t>
            </a:r>
            <a:r>
              <a:rPr lang="en-US" altLang="en-US">
                <a:solidFill>
                  <a:srgbClr val="000000"/>
                </a:solidFill>
                <a:latin typeface="Arial" panose="020B0604020202020204" pitchFamily="34" charset="0"/>
              </a:rPr>
              <a:t>, 1984.</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H Ishwaran and LF James. Gibbs sampling methods for stick-breaking priors. </a:t>
            </a:r>
            <a:r>
              <a:rPr lang="en-US" altLang="en-US" i="1">
                <a:solidFill>
                  <a:srgbClr val="000000"/>
                </a:solidFill>
                <a:latin typeface="Arial" panose="020B0604020202020204" pitchFamily="34" charset="0"/>
              </a:rPr>
              <a:t>Journal of the American Statistical Association</a:t>
            </a:r>
            <a:r>
              <a:rPr lang="en-US" altLang="en-US">
                <a:solidFill>
                  <a:srgbClr val="000000"/>
                </a:solidFill>
                <a:latin typeface="Arial" panose="020B0604020202020204" pitchFamily="34" charset="0"/>
              </a:rPr>
              <a:t>, 2001.</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L James. Poisson latent feature calculus for generalized Indian buffet processes. arXiv preprint arXiv:1411.2936, 2014. Y Kim. Nonparametric Bayesian estimators for counting processes. </a:t>
            </a:r>
            <a:r>
              <a:rPr lang="en-US" altLang="en-US" i="1">
                <a:solidFill>
                  <a:srgbClr val="000000"/>
                </a:solidFill>
                <a:latin typeface="Arial" panose="020B0604020202020204" pitchFamily="34" charset="0"/>
              </a:rPr>
              <a:t>The Annals of Statistics</a:t>
            </a:r>
            <a:r>
              <a:rPr lang="en-US" altLang="en-US">
                <a:solidFill>
                  <a:srgbClr val="000000"/>
                </a:solidFill>
                <a:latin typeface="Arial" panose="020B0604020202020204" pitchFamily="34" charset="0"/>
              </a:rPr>
              <a:t>, 1999.</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JFC Kingman. The representation of partition structures. </a:t>
            </a:r>
            <a:r>
              <a:rPr lang="en-US" altLang="en-US" i="1">
                <a:solidFill>
                  <a:srgbClr val="000000"/>
                </a:solidFill>
                <a:latin typeface="Arial" panose="020B0604020202020204" pitchFamily="34" charset="0"/>
              </a:rPr>
              <a:t>Journal of the London Mathematical Society</a:t>
            </a:r>
            <a:r>
              <a:rPr lang="en-US" altLang="en-US">
                <a:solidFill>
                  <a:srgbClr val="000000"/>
                </a:solidFill>
                <a:latin typeface="Arial" panose="020B0604020202020204" pitchFamily="34" charset="0"/>
              </a:rPr>
              <a:t>, 1978. JFC Kingman. On the genealogy of large populations. </a:t>
            </a:r>
            <a:r>
              <a:rPr lang="en-US" altLang="en-US" i="1">
                <a:solidFill>
                  <a:srgbClr val="000000"/>
                </a:solidFill>
                <a:latin typeface="Arial" panose="020B0604020202020204" pitchFamily="34" charset="0"/>
              </a:rPr>
              <a:t>Journal of Applied Probability</a:t>
            </a:r>
            <a:r>
              <a:rPr lang="en-US" altLang="en-US">
                <a:solidFill>
                  <a:srgbClr val="000000"/>
                </a:solidFill>
                <a:latin typeface="Arial" panose="020B0604020202020204" pitchFamily="34" charset="0"/>
              </a:rPr>
              <a:t>, 1982.</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JFC Kingman. </a:t>
            </a:r>
            <a:r>
              <a:rPr lang="en-US" altLang="en-US" i="1">
                <a:solidFill>
                  <a:srgbClr val="000000"/>
                </a:solidFill>
                <a:latin typeface="Arial" panose="020B0604020202020204" pitchFamily="34" charset="0"/>
              </a:rPr>
              <a:t>Poisson processes</a:t>
            </a:r>
            <a:r>
              <a:rPr lang="en-US" altLang="en-US">
                <a:solidFill>
                  <a:srgbClr val="000000"/>
                </a:solidFill>
                <a:latin typeface="Arial" panose="020B0604020202020204" pitchFamily="34" charset="0"/>
              </a:rPr>
              <a:t>, 1992.</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JR Lloyd, P Orbanz, Z Ghahramani, and DM Roy. Random function priors for exchangeable arrays with applications to graphs and relational data. </a:t>
            </a:r>
            <a:r>
              <a:rPr lang="en-US" altLang="en-US" i="1">
                <a:solidFill>
                  <a:srgbClr val="000000"/>
                </a:solidFill>
                <a:latin typeface="Arial" panose="020B0604020202020204" pitchFamily="34" charset="0"/>
              </a:rPr>
              <a:t>NIPS</a:t>
            </a:r>
            <a:r>
              <a:rPr lang="en-US" altLang="en-US">
                <a:solidFill>
                  <a:srgbClr val="000000"/>
                </a:solidFill>
                <a:latin typeface="Arial" panose="020B0604020202020204" pitchFamily="34" charset="0"/>
              </a:rPr>
              <a:t>, 2012.</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SN MacEachern and P Müller. Estimating mixtures of Dirichlet process models. </a:t>
            </a:r>
            <a:r>
              <a:rPr lang="en-US" altLang="en-US" i="1">
                <a:solidFill>
                  <a:srgbClr val="000000"/>
                </a:solidFill>
                <a:latin typeface="Arial" panose="020B0604020202020204" pitchFamily="34" charset="0"/>
              </a:rPr>
              <a:t>Journal of Computational and Graphical Statistics</a:t>
            </a:r>
            <a:r>
              <a:rPr lang="en-US" altLang="en-US">
                <a:solidFill>
                  <a:srgbClr val="000000"/>
                </a:solidFill>
                <a:latin typeface="Arial" panose="020B0604020202020204" pitchFamily="34" charset="0"/>
              </a:rPr>
              <a:t>, 1998.</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JW McCloskey. A model for the distribution of individuals by species in an environment. </a:t>
            </a:r>
            <a:r>
              <a:rPr lang="en-US" altLang="en-US" i="1">
                <a:solidFill>
                  <a:srgbClr val="000000"/>
                </a:solidFill>
                <a:latin typeface="Arial" panose="020B0604020202020204" pitchFamily="34" charset="0"/>
              </a:rPr>
              <a:t>Ph.D. thesis, Michigan State University</a:t>
            </a:r>
            <a:r>
              <a:rPr lang="en-US" altLang="en-US">
                <a:solidFill>
                  <a:srgbClr val="000000"/>
                </a:solidFill>
                <a:latin typeface="Arial" panose="020B0604020202020204" pitchFamily="34" charset="0"/>
              </a:rPr>
              <a:t>, 1965.</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K Miller, MI Jordan, and TL Griffiths. Nonparametric latent feature models for link prediction. </a:t>
            </a:r>
            <a:r>
              <a:rPr lang="en-US" altLang="en-US" i="1">
                <a:solidFill>
                  <a:srgbClr val="000000"/>
                </a:solidFill>
                <a:latin typeface="Arial" panose="020B0604020202020204" pitchFamily="34" charset="0"/>
              </a:rPr>
              <a:t>NIPS</a:t>
            </a:r>
            <a:r>
              <a:rPr lang="en-US" altLang="en-US">
                <a:solidFill>
                  <a:srgbClr val="000000"/>
                </a:solidFill>
                <a:latin typeface="Arial" panose="020B0604020202020204" pitchFamily="34" charset="0"/>
              </a:rPr>
              <a:t>, 2009. RM Neal. Density modeling and clustering using Dirichlet diffusion trees. </a:t>
            </a:r>
            <a:r>
              <a:rPr lang="en-US" altLang="en-US" i="1">
                <a:solidFill>
                  <a:srgbClr val="000000"/>
                </a:solidFill>
                <a:latin typeface="Arial" panose="020B0604020202020204" pitchFamily="34" charset="0"/>
              </a:rPr>
              <a:t>Bayesian Statistics</a:t>
            </a:r>
            <a:r>
              <a:rPr lang="en-US" altLang="en-US">
                <a:solidFill>
                  <a:srgbClr val="000000"/>
                </a:solidFill>
                <a:latin typeface="Arial" panose="020B0604020202020204" pitchFamily="34" charset="0"/>
              </a:rPr>
              <a:t>, 2003.</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P Orbanz. Construction of nonparametric Bayesian models from parametric Bayes equations. </a:t>
            </a:r>
            <a:r>
              <a:rPr lang="en-US" altLang="en-US" i="1">
                <a:solidFill>
                  <a:srgbClr val="000000"/>
                </a:solidFill>
                <a:latin typeface="Arial" panose="020B0604020202020204" pitchFamily="34" charset="0"/>
              </a:rPr>
              <a:t>NIPS</a:t>
            </a:r>
            <a:r>
              <a:rPr lang="en-US" altLang="en-US">
                <a:solidFill>
                  <a:srgbClr val="000000"/>
                </a:solidFill>
                <a:latin typeface="Arial" panose="020B0604020202020204" pitchFamily="34" charset="0"/>
              </a:rPr>
              <a:t>, 2009. P Orbanz. Conjugate Projective Limits. arXiv preprint arXiv:1012.0363, 2010.</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P Orbanz, DM Roy. Bayesian models of graphs, arrays and other exchangeable random structures. </a:t>
            </a:r>
            <a:r>
              <a:rPr lang="en-US" altLang="en-US" i="1">
                <a:solidFill>
                  <a:srgbClr val="000000"/>
                </a:solidFill>
                <a:latin typeface="Arial" panose="020B0604020202020204" pitchFamily="34" charset="0"/>
              </a:rPr>
              <a:t>IEEE TPAMI</a:t>
            </a:r>
            <a:r>
              <a:rPr lang="en-US" altLang="en-US">
                <a:solidFill>
                  <a:srgbClr val="000000"/>
                </a:solidFill>
                <a:latin typeface="Arial" panose="020B0604020202020204" pitchFamily="34" charset="0"/>
              </a:rPr>
              <a:t>, 2015.</a:t>
            </a:r>
            <a:endParaRPr lang="en-US" altLang="en-US">
              <a:latin typeface="Arial" panose="020B0604020202020204" pitchFamily="34" charset="0"/>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953" name="object 2" descr="$PPTXTitle">
            <a:extLst>
              <a:ext uri="{FF2B5EF4-FFF2-40B4-BE49-F238E27FC236}">
                <a16:creationId xmlns:a16="http://schemas.microsoft.com/office/drawing/2014/main" id="{D959E261-DFCE-DF5E-B4D0-3C0017C3722B}"/>
              </a:ext>
            </a:extLst>
          </p:cNvPr>
          <p:cNvSpPr>
            <a:spLocks noGrp="1" noChangeArrowheads="1"/>
          </p:cNvSpPr>
          <p:nvPr>
            <p:ph type="title"/>
          </p:nvPr>
        </p:nvSpPr>
        <p:spPr>
          <a:xfrm>
            <a:off x="684213" y="261938"/>
            <a:ext cx="9879012" cy="1016000"/>
          </a:xfrm>
          <a:extLst>
            <a:ext uri="{91240B29-F687-4F45-9708-019B960494DF}">
              <a14:hiddenLine xmlns:a14="http://schemas.microsoft.com/office/drawing/2010/main" w="9525" cap="flat" algn="ctr">
                <a:solidFill>
                  <a:srgbClr val="000000"/>
                </a:solidFill>
                <a:round/>
                <a:headEnd type="none" w="med" len="med"/>
                <a:tailEnd type="none" w="med" len="med"/>
              </a14:hiddenLine>
            </a:ext>
          </a:extLst>
        </p:spPr>
        <p:txBody>
          <a:bodyPr tIns="12700"/>
          <a:lstStyle/>
          <a:p>
            <a:pPr marL="12700">
              <a:spcBef>
                <a:spcPts val="100"/>
              </a:spcBef>
            </a:pPr>
            <a:r>
              <a:rPr lang="ru-RU" altLang="en-US">
                <a:solidFill>
                  <a:srgbClr val="000000"/>
                </a:solidFill>
                <a:latin typeface="Arial" panose="020B0604020202020204" pitchFamily="34" charset="0"/>
                <a:cs typeface="Calibri" panose="020F0502020204030204" pitchFamily="34" charset="0"/>
              </a:rPr>
              <a:t>References (page 4 of 4)</a:t>
            </a:r>
          </a:p>
        </p:txBody>
      </p:sp>
      <p:sp>
        <p:nvSpPr>
          <p:cNvPr id="125954" name="object 3">
            <a:extLst>
              <a:ext uri="{FF2B5EF4-FFF2-40B4-BE49-F238E27FC236}">
                <a16:creationId xmlns:a16="http://schemas.microsoft.com/office/drawing/2014/main" id="{0C9737F0-B635-3455-CE48-3D60DA76ACA2}"/>
              </a:ext>
            </a:extLst>
          </p:cNvPr>
          <p:cNvSpPr txBox="1">
            <a:spLocks noChangeArrowheads="1"/>
          </p:cNvSpPr>
          <p:nvPr/>
        </p:nvSpPr>
        <p:spPr bwMode="auto">
          <a:xfrm>
            <a:off x="395288" y="1357313"/>
            <a:ext cx="12161837" cy="714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0" tIns="6985" rIns="0" bIns="0">
            <a:spAutoFit/>
          </a:bodyPr>
          <a:lstStyle>
            <a:lvl1pPr marL="12700">
              <a:defRPr>
                <a:solidFill>
                  <a:schemeClr val="tx1"/>
                </a:solidFill>
                <a:latin typeface="Calibri" panose="020F0502020204030204" pitchFamily="34" charset="0"/>
                <a:cs typeface="Calibri" panose="020F0502020204030204" pitchFamily="34" charset="0"/>
              </a:defRPr>
            </a:lvl1pPr>
            <a:lvl2pPr marL="742950" indent="-285750">
              <a:defRPr>
                <a:solidFill>
                  <a:schemeClr val="tx1"/>
                </a:solidFill>
                <a:latin typeface="Calibri" panose="020F0502020204030204" pitchFamily="34" charset="0"/>
                <a:cs typeface="Calibri" panose="020F0502020204030204" pitchFamily="34" charset="0"/>
              </a:defRPr>
            </a:lvl2pPr>
            <a:lvl3pPr marL="1143000" indent="-228600">
              <a:defRPr>
                <a:solidFill>
                  <a:schemeClr val="tx1"/>
                </a:solidFill>
                <a:latin typeface="Calibri" panose="020F0502020204030204" pitchFamily="34" charset="0"/>
                <a:cs typeface="Calibri" panose="020F0502020204030204" pitchFamily="34" charset="0"/>
              </a:defRPr>
            </a:lvl3pPr>
            <a:lvl4pPr marL="1600200" indent="-228600">
              <a:defRPr>
                <a:solidFill>
                  <a:schemeClr val="tx1"/>
                </a:solidFill>
                <a:latin typeface="Calibri" panose="020F0502020204030204" pitchFamily="34" charset="0"/>
                <a:cs typeface="Calibri" panose="020F0502020204030204" pitchFamily="34" charset="0"/>
              </a:defRPr>
            </a:lvl4pPr>
            <a:lvl5pPr marL="2057400" indent="-228600">
              <a:defRPr>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Calibri" panose="020F0502020204030204" pitchFamily="34" charset="0"/>
              </a:defRPr>
            </a:lvl9pPr>
          </a:lstStyle>
          <a:p>
            <a:pPr>
              <a:lnSpc>
                <a:spcPct val="102000"/>
              </a:lnSpc>
              <a:spcBef>
                <a:spcPts val="50"/>
              </a:spcBef>
            </a:pPr>
            <a:r>
              <a:rPr lang="en-US" altLang="en-US">
                <a:solidFill>
                  <a:srgbClr val="000000"/>
                </a:solidFill>
                <a:latin typeface="Arial" panose="020B0604020202020204" pitchFamily="34" charset="0"/>
              </a:rPr>
              <a:t>GP Patil and C Taillie. Diversity as a concept and its implications for random communities. </a:t>
            </a:r>
            <a:r>
              <a:rPr lang="en-US" altLang="en-US" i="1">
                <a:solidFill>
                  <a:srgbClr val="000000"/>
                </a:solidFill>
                <a:latin typeface="Arial" panose="020B0604020202020204" pitchFamily="34" charset="0"/>
              </a:rPr>
              <a:t>Bulletin of the International Statistical Institute</a:t>
            </a:r>
            <a:r>
              <a:rPr lang="en-US" altLang="en-US">
                <a:solidFill>
                  <a:srgbClr val="000000"/>
                </a:solidFill>
                <a:latin typeface="Arial" panose="020B0604020202020204" pitchFamily="34" charset="0"/>
              </a:rPr>
              <a:t>, 1977.</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J Pitman and M Yor. The two-parameter Poisson-Dirichlet distribution derived from a stable subordinator. </a:t>
            </a:r>
            <a:r>
              <a:rPr lang="en-US" altLang="en-US" i="1">
                <a:solidFill>
                  <a:srgbClr val="000000"/>
                </a:solidFill>
                <a:latin typeface="Arial" panose="020B0604020202020204" pitchFamily="34" charset="0"/>
              </a:rPr>
              <a:t>The Annals of Probability</a:t>
            </a:r>
            <a:r>
              <a:rPr lang="en-US" altLang="en-US">
                <a:solidFill>
                  <a:srgbClr val="000000"/>
                </a:solidFill>
                <a:latin typeface="Arial" panose="020B0604020202020204" pitchFamily="34" charset="0"/>
              </a:rPr>
              <a:t>, 1997.</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A Rodríguez, DB Dunson &amp; AE Gelfand. The nested Dirichlet process. </a:t>
            </a:r>
            <a:r>
              <a:rPr lang="en-US" altLang="en-US" i="1">
                <a:solidFill>
                  <a:srgbClr val="000000"/>
                </a:solidFill>
                <a:latin typeface="Arial" panose="020B0604020202020204" pitchFamily="34" charset="0"/>
              </a:rPr>
              <a:t>Journal of the American Statistical Association</a:t>
            </a:r>
            <a:r>
              <a:rPr lang="en-US" altLang="en-US">
                <a:solidFill>
                  <a:srgbClr val="000000"/>
                </a:solidFill>
                <a:latin typeface="Arial" panose="020B0604020202020204" pitchFamily="34" charset="0"/>
              </a:rPr>
              <a:t>, 2008.</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S Saria, D Koller, and A Penn. Learning individual and population traits from clinical temporal data. </a:t>
            </a:r>
            <a:r>
              <a:rPr lang="en-US" altLang="en-US" i="1">
                <a:solidFill>
                  <a:srgbClr val="000000"/>
                </a:solidFill>
                <a:latin typeface="Arial" panose="020B0604020202020204" pitchFamily="34" charset="0"/>
              </a:rPr>
              <a:t>NIPS</a:t>
            </a:r>
            <a:r>
              <a:rPr lang="en-US" altLang="en-US">
                <a:solidFill>
                  <a:srgbClr val="000000"/>
                </a:solidFill>
                <a:latin typeface="Arial" panose="020B0604020202020204" pitchFamily="34" charset="0"/>
              </a:rPr>
              <a:t>, 2010. J Sethuraman. A constructive definition of Dirichlet priors. </a:t>
            </a:r>
            <a:r>
              <a:rPr lang="en-US" altLang="en-US" i="1">
                <a:solidFill>
                  <a:srgbClr val="000000"/>
                </a:solidFill>
                <a:latin typeface="Arial" panose="020B0604020202020204" pitchFamily="34" charset="0"/>
              </a:rPr>
              <a:t>Statistica Sinica</a:t>
            </a:r>
            <a:r>
              <a:rPr lang="en-US" altLang="en-US">
                <a:solidFill>
                  <a:srgbClr val="000000"/>
                </a:solidFill>
                <a:latin typeface="Arial" panose="020B0604020202020204" pitchFamily="34" charset="0"/>
              </a:rPr>
              <a:t>, 1994.</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EB Sudderth and MI Jordan. Shared segmentation of natural scenes using dependent Pitman-Yor processes. </a:t>
            </a:r>
            <a:r>
              <a:rPr lang="en-US" altLang="en-US" i="1">
                <a:solidFill>
                  <a:srgbClr val="000000"/>
                </a:solidFill>
                <a:latin typeface="Arial" panose="020B0604020202020204" pitchFamily="34" charset="0"/>
              </a:rPr>
              <a:t>NIPS</a:t>
            </a:r>
            <a:r>
              <a:rPr lang="en-US" altLang="en-US">
                <a:solidFill>
                  <a:srgbClr val="000000"/>
                </a:solidFill>
                <a:latin typeface="Arial" panose="020B0604020202020204" pitchFamily="34" charset="0"/>
              </a:rPr>
              <a:t>, 2009.</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YW Teh. A hierarchical Bayesian language model based on Pitman-Yor processes. </a:t>
            </a:r>
            <a:r>
              <a:rPr lang="en-US" altLang="en-US" i="1">
                <a:solidFill>
                  <a:srgbClr val="000000"/>
                </a:solidFill>
                <a:latin typeface="Arial" panose="020B0604020202020204" pitchFamily="34" charset="0"/>
              </a:rPr>
              <a:t>ACL</a:t>
            </a:r>
            <a:r>
              <a:rPr lang="en-US" altLang="en-US">
                <a:solidFill>
                  <a:srgbClr val="000000"/>
                </a:solidFill>
                <a:latin typeface="Arial" panose="020B0604020202020204" pitchFamily="34" charset="0"/>
              </a:rPr>
              <a:t>, 2006.</a:t>
            </a:r>
            <a:endParaRPr lang="en-US" altLang="en-US">
              <a:latin typeface="Arial" panose="020B0604020202020204" pitchFamily="34" charset="0"/>
            </a:endParaRPr>
          </a:p>
          <a:p>
            <a:pPr>
              <a:spcBef>
                <a:spcPts val="1538"/>
              </a:spcBef>
            </a:pPr>
            <a:r>
              <a:rPr lang="en-US" altLang="en-US">
                <a:solidFill>
                  <a:srgbClr val="000000"/>
                </a:solidFill>
                <a:latin typeface="Arial" panose="020B0604020202020204" pitchFamily="34" charset="0"/>
              </a:rPr>
              <a:t>YW Teh, C Blundell, and L Elliott. Modelling genetic variations using fragmentation-coagulation processes. </a:t>
            </a:r>
            <a:r>
              <a:rPr lang="en-US" altLang="en-US" i="1">
                <a:solidFill>
                  <a:srgbClr val="000000"/>
                </a:solidFill>
                <a:latin typeface="Arial" panose="020B0604020202020204" pitchFamily="34" charset="0"/>
              </a:rPr>
              <a:t>NIPS</a:t>
            </a:r>
            <a:r>
              <a:rPr lang="en-US" altLang="en-US">
                <a:solidFill>
                  <a:srgbClr val="000000"/>
                </a:solidFill>
                <a:latin typeface="Arial" panose="020B0604020202020204" pitchFamily="34" charset="0"/>
              </a:rPr>
              <a:t>, 2011.</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YW Teh, MI Jordan, MJ Beal, and DM Blei. Hierarchical Dirichlet processes. </a:t>
            </a:r>
            <a:r>
              <a:rPr lang="en-US" altLang="en-US" i="1">
                <a:solidFill>
                  <a:srgbClr val="000000"/>
                </a:solidFill>
                <a:latin typeface="Arial" panose="020B0604020202020204" pitchFamily="34" charset="0"/>
              </a:rPr>
              <a:t>Journal of the American Statistical Association</a:t>
            </a:r>
            <a:r>
              <a:rPr lang="en-US" altLang="en-US">
                <a:solidFill>
                  <a:srgbClr val="000000"/>
                </a:solidFill>
                <a:latin typeface="Arial" panose="020B0604020202020204" pitchFamily="34" charset="0"/>
              </a:rPr>
              <a:t>, 2006.</a:t>
            </a:r>
            <a:endParaRPr lang="en-US" altLang="en-US">
              <a:latin typeface="Arial" panose="020B0604020202020204" pitchFamily="34" charset="0"/>
            </a:endParaRPr>
          </a:p>
          <a:p>
            <a:pPr>
              <a:lnSpc>
                <a:spcPct val="171000"/>
              </a:lnSpc>
            </a:pPr>
            <a:r>
              <a:rPr lang="en-US" altLang="en-US">
                <a:solidFill>
                  <a:srgbClr val="000000"/>
                </a:solidFill>
                <a:latin typeface="Arial" panose="020B0604020202020204" pitchFamily="34" charset="0"/>
              </a:rPr>
              <a:t>R Thibaux and MI Jordan. Hierarchical beta processes and the Indian buffet process. </a:t>
            </a:r>
            <a:r>
              <a:rPr lang="en-US" altLang="en-US" i="1">
                <a:solidFill>
                  <a:srgbClr val="000000"/>
                </a:solidFill>
                <a:latin typeface="Arial" panose="020B0604020202020204" pitchFamily="34" charset="0"/>
              </a:rPr>
              <a:t>ICML</a:t>
            </a:r>
            <a:r>
              <a:rPr lang="en-US" altLang="en-US">
                <a:solidFill>
                  <a:srgbClr val="000000"/>
                </a:solidFill>
                <a:latin typeface="Arial" panose="020B0604020202020204" pitchFamily="34" charset="0"/>
              </a:rPr>
              <a:t>, 2007. J Wakeley. </a:t>
            </a:r>
            <a:r>
              <a:rPr lang="en-US" altLang="en-US" i="1">
                <a:solidFill>
                  <a:srgbClr val="000000"/>
                </a:solidFill>
                <a:latin typeface="Arial" panose="020B0604020202020204" pitchFamily="34" charset="0"/>
              </a:rPr>
              <a:t>Coalescent Theory: An Introduction</a:t>
            </a:r>
            <a:r>
              <a:rPr lang="en-US" altLang="en-US">
                <a:solidFill>
                  <a:srgbClr val="000000"/>
                </a:solidFill>
                <a:latin typeface="Arial" panose="020B0604020202020204" pitchFamily="34" charset="0"/>
              </a:rPr>
              <a:t>, Chapter 3, 2008.</a:t>
            </a:r>
            <a:endParaRPr lang="en-US" altLang="en-US">
              <a:latin typeface="Arial" panose="020B0604020202020204" pitchFamily="34" charset="0"/>
            </a:endParaRPr>
          </a:p>
          <a:p>
            <a:pPr>
              <a:lnSpc>
                <a:spcPct val="102000"/>
              </a:lnSpc>
              <a:spcBef>
                <a:spcPts val="1500"/>
              </a:spcBef>
            </a:pPr>
            <a:r>
              <a:rPr lang="en-US" altLang="en-US">
                <a:solidFill>
                  <a:srgbClr val="000000"/>
                </a:solidFill>
                <a:latin typeface="Arial" panose="020B0604020202020204" pitchFamily="34" charset="0"/>
              </a:rPr>
              <a:t>M West, P Müller, and MD Escobar. Hierarchical Priors and Mixture Models, With Application in Regression and Density Estimation. </a:t>
            </a:r>
            <a:r>
              <a:rPr lang="en-US" altLang="en-US" i="1">
                <a:solidFill>
                  <a:srgbClr val="000000"/>
                </a:solidFill>
                <a:latin typeface="Arial" panose="020B0604020202020204" pitchFamily="34" charset="0"/>
              </a:rPr>
              <a:t>Aspects of Uncertainty</a:t>
            </a:r>
            <a:r>
              <a:rPr lang="en-US" altLang="en-US">
                <a:solidFill>
                  <a:srgbClr val="000000"/>
                </a:solidFill>
                <a:latin typeface="Arial" panose="020B0604020202020204" pitchFamily="34" charset="0"/>
              </a:rPr>
              <a:t>, 1994.</a:t>
            </a:r>
            <a:endParaRPr lang="en-US" altLang="en-US">
              <a:latin typeface="Arial" panose="020B0604020202020204" pitchFamily="34" charset="0"/>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10.0.1"/>
  <p:tag name="AS_OS" val="Unix 5.10.245.245"/>
  <p:tag name="AS_RELEASE_DATE" val="2024.10.14"/>
  <p:tag name="AS_TITLE" val="Aspose.Slides for .NET6"/>
  <p:tag name="AS_VERSION" val="24.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305</TotalTime>
  <Words>10531</Words>
  <Application>Microsoft Macintosh PowerPoint</Application>
  <PresentationFormat>Custom</PresentationFormat>
  <Paragraphs>1539</Paragraphs>
  <Slides>110</Slides>
  <Notes>91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110</vt:i4>
      </vt:variant>
    </vt:vector>
  </HeadingPairs>
  <TitlesOfParts>
    <vt:vector size="122" baseType="lpstr">
      <vt:lpstr>Calibri</vt:lpstr>
      <vt:lpstr>Arial</vt:lpstr>
      <vt:lpstr>Aptos</vt:lpstr>
      <vt:lpstr>Wingdings</vt:lpstr>
      <vt:lpstr>Cambria</vt:lpstr>
      <vt:lpstr>Times New Roman</vt:lpstr>
      <vt:lpstr>Lucida Sans</vt:lpstr>
      <vt:lpstr>Lucida Sans Unicode</vt:lpstr>
      <vt:lpstr>Bodoni MT</vt:lpstr>
      <vt:lpstr>Bookman Old Style</vt:lpstr>
      <vt:lpstr>Lucida Handwriting</vt:lpstr>
      <vt:lpstr>Office Theme</vt:lpstr>
      <vt:lpstr>Nonparametric Bayesian Methods</vt:lpstr>
      <vt:lpstr>PowerPoint Presentation</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Nonparametric Bayes</vt:lpstr>
      <vt:lpstr>Roadmap</vt:lpstr>
      <vt:lpstr>Clustering</vt:lpstr>
      <vt:lpstr>Clustering</vt:lpstr>
      <vt:lpstr>Clustering</vt:lpstr>
      <vt:lpstr>Clustering</vt:lpstr>
      <vt:lpstr>Generative model</vt:lpstr>
      <vt:lpstr>Generative model</vt:lpstr>
      <vt:lpstr>Generative model</vt:lpstr>
      <vt:lpstr>Generative model</vt:lpstr>
      <vt:lpstr>Generative model</vt:lpstr>
      <vt:lpstr>Generative model</vt:lpstr>
      <vt:lpstr>Generative model</vt:lpstr>
      <vt:lpstr>Generative model</vt:lpstr>
      <vt:lpstr>Generative model</vt:lpstr>
      <vt:lpstr>Beta distribution review</vt:lpstr>
      <vt:lpstr>Beta distribution review</vt:lpstr>
      <vt:lpstr>Beta distribution review</vt:lpstr>
      <vt:lpstr>Beta distribution review</vt:lpstr>
      <vt:lpstr>Beta distribution review</vt:lpstr>
      <vt:lpstr>Generative model</vt:lpstr>
      <vt:lpstr>Generative model</vt:lpstr>
      <vt:lpstr>Generative model</vt:lpstr>
      <vt:lpstr>Generative model</vt:lpstr>
      <vt:lpstr>Generative model</vt:lpstr>
      <vt:lpstr>Generative model</vt:lpstr>
      <vt:lpstr>Dirichlet distribution review</vt:lpstr>
      <vt:lpstr>Dirichlet distribution review</vt:lpstr>
      <vt:lpstr>Dirichlet distribution review</vt:lpstr>
      <vt:lpstr>So far K &lt;&lt; N. What if not?</vt:lpstr>
      <vt:lpstr>So far K &lt;&lt; N. What if not?</vt:lpstr>
      <vt:lpstr>So far K &lt;&lt; N. What if not?</vt:lpstr>
      <vt:lpstr>So far K &lt;&lt; N. What if not?</vt:lpstr>
      <vt:lpstr>So far K &lt;&lt; N. What if not?</vt:lpstr>
      <vt:lpstr>So far K &lt;&lt; N. What if not?</vt:lpstr>
      <vt:lpstr>So far K &lt;&lt; N. What if not?</vt:lpstr>
      <vt:lpstr>So far K &lt;&lt; N. What if not?</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Here, difficult to choose finite K in advance (contrast with small K): don’t know K, difficult to infer, streaming data</vt:lpstr>
      <vt:lpstr>Choosing K = ∞</vt:lpstr>
      <vt:lpstr>Choosing K = ∞</vt:lpstr>
      <vt:lpstr>Choosing K = ∞</vt:lpstr>
      <vt:lpstr>Choosing K = ∞</vt:lpstr>
      <vt:lpstr>Choosing K = ∞</vt:lpstr>
      <vt:lpstr>Choosing K = ∞</vt:lpstr>
      <vt:lpstr>Choosing K = ∞</vt:lpstr>
      <vt:lpstr>Choosing K = ∞</vt:lpstr>
      <vt:lpstr>Choosing K = ∞</vt:lpstr>
      <vt:lpstr>Choosing K = ∞</vt:lpstr>
      <vt:lpstr>Choosing K = ∞</vt:lpstr>
      <vt:lpstr>Choosing K = ∞</vt:lpstr>
      <vt:lpstr>Choosing K = ∞</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Dirichlet process mixture model</vt:lpstr>
      <vt:lpstr>Roadmap</vt:lpstr>
      <vt:lpstr>Roadmap</vt:lpstr>
      <vt:lpstr>Roadmap</vt:lpstr>
      <vt:lpstr>Roadmap</vt:lpstr>
      <vt:lpstr>Roadmap</vt:lpstr>
      <vt:lpstr>Roadmap</vt:lpstr>
      <vt:lpstr>Roadmap</vt:lpstr>
      <vt:lpstr>References (page 1 of 4)</vt:lpstr>
      <vt:lpstr>References (page 2 of 4)</vt:lpstr>
      <vt:lpstr>References (page 3 of 4)</vt:lpstr>
      <vt:lpstr>References (page 4 of 4)</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broderick_simons_winter2017_part_i.key</dc:title>
  <dc:subject/>
  <dc:creator/>
  <cp:keywords/>
  <dc:description/>
  <cp:lastModifiedBy>Hyejung Lee</cp:lastModifiedBy>
  <cp:revision>92</cp:revision>
  <cp:lastPrinted>1601-01-01T00:00:00Z</cp:lastPrinted>
  <dcterms:created xsi:type="dcterms:W3CDTF">2026-01-13T23:02:08Z</dcterms:created>
  <dcterms:modified xsi:type="dcterms:W3CDTF">2026-01-14T04:08:23Z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2017-01-25T00:00:00Z</vt:filetime>
  </property>
  <property fmtid="{D5CDD505-2E9C-101B-9397-08002B2CF9AE}" pid="3" name="Creator">
    <vt:lpwstr>Keynote</vt:lpwstr>
  </property>
  <property fmtid="{D5CDD505-2E9C-101B-9397-08002B2CF9AE}" pid="4" name="LastSaved">
    <vt:filetime>2026-01-13T00:00:00Z</vt:filetime>
  </property>
  <property fmtid="{D5CDD505-2E9C-101B-9397-08002B2CF9AE}" pid="5" name="Producer">
    <vt:lpwstr>Mac OS X 10.9.5 Quartz PDFContext</vt:lpwstr>
  </property>
</Properties>
</file>